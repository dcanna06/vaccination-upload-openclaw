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6.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7.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8.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9.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10.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11.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12.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embedTrueTypeFonts="1">
  <p:sldMasterIdLst>
    <p:sldMasterId id="2147483648" r:id="rId4"/>
    <p:sldMasterId id="2147483672" r:id="rId5"/>
    <p:sldMasterId id="2147483690" r:id="rId6"/>
    <p:sldMasterId id="2147483722" r:id="rId7"/>
    <p:sldMasterId id="2147483710" r:id="rId8"/>
    <p:sldMasterId id="2147483731" r:id="rId9"/>
    <p:sldMasterId id="2147483801" r:id="rId10"/>
    <p:sldMasterId id="2147483791" r:id="rId11"/>
    <p:sldMasterId id="2147483781" r:id="rId12"/>
    <p:sldMasterId id="2147483771" r:id="rId13"/>
    <p:sldMasterId id="2147483742" r:id="rId14"/>
    <p:sldMasterId id="2147483764" r:id="rId15"/>
    <p:sldMasterId id="2147483820" r:id="rId16"/>
  </p:sldMasterIdLst>
  <p:notesMasterIdLst>
    <p:notesMasterId r:id="rId33"/>
  </p:notesMasterIdLst>
  <p:sldIdLst>
    <p:sldId id="320" r:id="rId17"/>
    <p:sldId id="299" r:id="rId18"/>
    <p:sldId id="307" r:id="rId19"/>
    <p:sldId id="335" r:id="rId20"/>
    <p:sldId id="334" r:id="rId21"/>
    <p:sldId id="333" r:id="rId22"/>
    <p:sldId id="321" r:id="rId23"/>
    <p:sldId id="306" r:id="rId24"/>
    <p:sldId id="326" r:id="rId25"/>
    <p:sldId id="336" r:id="rId26"/>
    <p:sldId id="337" r:id="rId27"/>
    <p:sldId id="308" r:id="rId28"/>
    <p:sldId id="328" r:id="rId29"/>
    <p:sldId id="318" r:id="rId30"/>
    <p:sldId id="330" r:id="rId31"/>
    <p:sldId id="332" r:id="rId32"/>
  </p:sldIdLst>
  <p:sldSz cx="12192000" cy="6858000"/>
  <p:notesSz cx="6858000" cy="9144000"/>
  <p:embeddedFontLst>
    <p:embeddedFont>
      <p:font typeface="Roboto" pitchFamily="2" charset="0"/>
      <p:regular r:id="rId34"/>
      <p:bold r:id="rId35"/>
      <p:italic r:id="rId36"/>
      <p:boldItalic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PLEASE REMOVE)" id="{5FEA23EF-AE27-4CEA-AD36-85DBD962DF2F}">
          <p14:sldIdLst/>
        </p14:section>
        <p14:section name="Main Deck" id="{6C7BAA46-EAAF-4896-98F6-6A7605FF4B41}">
          <p14:sldIdLst>
            <p14:sldId id="320"/>
            <p14:sldId id="299"/>
            <p14:sldId id="307"/>
            <p14:sldId id="335"/>
            <p14:sldId id="334"/>
            <p14:sldId id="333"/>
            <p14:sldId id="321"/>
            <p14:sldId id="306"/>
            <p14:sldId id="326"/>
            <p14:sldId id="336"/>
            <p14:sldId id="337"/>
            <p14:sldId id="308"/>
            <p14:sldId id="328"/>
            <p14:sldId id="318"/>
            <p14:sldId id="330"/>
            <p14:sldId id="33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1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CC"/>
    <a:srgbClr val="00A7B5"/>
    <a:srgbClr val="00133A"/>
    <a:srgbClr val="00FFCC"/>
    <a:srgbClr val="8694A9"/>
    <a:srgbClr val="DBD7DB"/>
    <a:srgbClr val="E2D4D8"/>
    <a:srgbClr val="E8BAC8"/>
    <a:srgbClr val="EAD1D2"/>
    <a:srgbClr val="C5CB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5" autoAdjust="0"/>
    <p:restoredTop sz="83784" autoAdjust="0"/>
  </p:normalViewPr>
  <p:slideViewPr>
    <p:cSldViewPr snapToGrid="0" showGuides="1">
      <p:cViewPr varScale="1">
        <p:scale>
          <a:sx n="93" d="100"/>
          <a:sy n="93" d="100"/>
        </p:scale>
        <p:origin x="1212"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 Target="slides/slide2.xml"/><Relationship Id="rId26" Type="http://schemas.openxmlformats.org/officeDocument/2006/relationships/slide" Target="slides/slide10.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5.xml"/><Relationship Id="rId34" Type="http://schemas.openxmlformats.org/officeDocument/2006/relationships/font" Target="fonts/font1.fntdata"/><Relationship Id="rId42"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1.xml"/><Relationship Id="rId25" Type="http://schemas.openxmlformats.org/officeDocument/2006/relationships/slide" Target="slides/slide9.xml"/><Relationship Id="rId33" Type="http://schemas.openxmlformats.org/officeDocument/2006/relationships/notesMaster" Target="notesMasters/notesMaster1.xml"/><Relationship Id="rId38"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4.xml"/><Relationship Id="rId29" Type="http://schemas.openxmlformats.org/officeDocument/2006/relationships/slide" Target="slides/slide13.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8.xml"/><Relationship Id="rId32" Type="http://schemas.openxmlformats.org/officeDocument/2006/relationships/slide" Target="slides/slide16.xml"/><Relationship Id="rId37" Type="http://schemas.openxmlformats.org/officeDocument/2006/relationships/font" Target="fonts/font4.fntdata"/><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7.xml"/><Relationship Id="rId28" Type="http://schemas.openxmlformats.org/officeDocument/2006/relationships/slide" Target="slides/slide12.xml"/><Relationship Id="rId36" Type="http://schemas.openxmlformats.org/officeDocument/2006/relationships/font" Target="fonts/font3.fntdata"/><Relationship Id="rId10" Type="http://schemas.openxmlformats.org/officeDocument/2006/relationships/slideMaster" Target="slideMasters/slideMaster7.xml"/><Relationship Id="rId19" Type="http://schemas.openxmlformats.org/officeDocument/2006/relationships/slide" Target="slides/slide3.xml"/><Relationship Id="rId31"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6.xml"/><Relationship Id="rId27" Type="http://schemas.openxmlformats.org/officeDocument/2006/relationships/slide" Target="slides/slide11.xml"/><Relationship Id="rId30" Type="http://schemas.openxmlformats.org/officeDocument/2006/relationships/slide" Target="slides/slide14.xml"/><Relationship Id="rId35" Type="http://schemas.openxmlformats.org/officeDocument/2006/relationships/font" Target="fonts/font2.fntdata"/><Relationship Id="rId43"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32B4BC-214E-433E-9685-F2E86AB88861}" type="datetimeFigureOut">
              <a:rPr lang="en-AU" smtClean="0"/>
              <a:t>23/10/2024</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AA2709-9D3F-45D3-A92C-33A5407B3DC7}" type="slidenum">
              <a:rPr lang="en-AU" smtClean="0"/>
              <a:t>‹#›</a:t>
            </a:fld>
            <a:endParaRPr lang="en-AU" dirty="0"/>
          </a:p>
        </p:txBody>
      </p:sp>
    </p:spTree>
    <p:extLst>
      <p:ext uri="{BB962C8B-B14F-4D97-AF65-F5344CB8AC3E}">
        <p14:creationId xmlns:p14="http://schemas.microsoft.com/office/powerpoint/2010/main" val="347280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CEAA2709-9D3F-45D3-A92C-33A5407B3DC7}" type="slidenum">
              <a:rPr lang="en-AU" smtClean="0"/>
              <a:t>1</a:t>
            </a:fld>
            <a:endParaRPr lang="en-AU" dirty="0"/>
          </a:p>
        </p:txBody>
      </p:sp>
    </p:spTree>
    <p:extLst>
      <p:ext uri="{BB962C8B-B14F-4D97-AF65-F5344CB8AC3E}">
        <p14:creationId xmlns:p14="http://schemas.microsoft.com/office/powerpoint/2010/main" val="1026791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CEAA2709-9D3F-45D3-A92C-33A5407B3DC7}" type="slidenum">
              <a:rPr lang="en-AU" smtClean="0"/>
              <a:t>2</a:t>
            </a:fld>
            <a:endParaRPr lang="en-AU" dirty="0"/>
          </a:p>
        </p:txBody>
      </p:sp>
    </p:spTree>
    <p:extLst>
      <p:ext uri="{BB962C8B-B14F-4D97-AF65-F5344CB8AC3E}">
        <p14:creationId xmlns:p14="http://schemas.microsoft.com/office/powerpoint/2010/main" val="1734284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CEAA2709-9D3F-45D3-A92C-33A5407B3DC7}" type="slidenum">
              <a:rPr lang="en-AU" smtClean="0"/>
              <a:t>4</a:t>
            </a:fld>
            <a:endParaRPr lang="en-AU" dirty="0"/>
          </a:p>
        </p:txBody>
      </p:sp>
    </p:spTree>
    <p:extLst>
      <p:ext uri="{BB962C8B-B14F-4D97-AF65-F5344CB8AC3E}">
        <p14:creationId xmlns:p14="http://schemas.microsoft.com/office/powerpoint/2010/main" val="13699965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a:p>
            <a:endParaRPr lang="en-AU" dirty="0"/>
          </a:p>
        </p:txBody>
      </p:sp>
      <p:sp>
        <p:nvSpPr>
          <p:cNvPr id="4" name="Slide Number Placeholder 3"/>
          <p:cNvSpPr>
            <a:spLocks noGrp="1"/>
          </p:cNvSpPr>
          <p:nvPr>
            <p:ph type="sldNum" sz="quarter" idx="5"/>
          </p:nvPr>
        </p:nvSpPr>
        <p:spPr/>
        <p:txBody>
          <a:bodyPr/>
          <a:lstStyle/>
          <a:p>
            <a:fld id="{CEAA2709-9D3F-45D3-A92C-33A5407B3DC7}" type="slidenum">
              <a:rPr lang="en-AU" smtClean="0"/>
              <a:t>5</a:t>
            </a:fld>
            <a:endParaRPr lang="en-AU" dirty="0"/>
          </a:p>
        </p:txBody>
      </p:sp>
    </p:spTree>
    <p:extLst>
      <p:ext uri="{BB962C8B-B14F-4D97-AF65-F5344CB8AC3E}">
        <p14:creationId xmlns:p14="http://schemas.microsoft.com/office/powerpoint/2010/main" val="2883587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CEAA2709-9D3F-45D3-A92C-33A5407B3DC7}" type="slidenum">
              <a:rPr lang="en-AU" smtClean="0"/>
              <a:t>6</a:t>
            </a:fld>
            <a:endParaRPr lang="en-AU" dirty="0"/>
          </a:p>
        </p:txBody>
      </p:sp>
    </p:spTree>
    <p:extLst>
      <p:ext uri="{BB962C8B-B14F-4D97-AF65-F5344CB8AC3E}">
        <p14:creationId xmlns:p14="http://schemas.microsoft.com/office/powerpoint/2010/main" val="3642912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CEAA2709-9D3F-45D3-A92C-33A5407B3DC7}" type="slidenum">
              <a:rPr lang="en-AU" smtClean="0"/>
              <a:t>8</a:t>
            </a:fld>
            <a:endParaRPr lang="en-AU" dirty="0"/>
          </a:p>
        </p:txBody>
      </p:sp>
    </p:spTree>
    <p:extLst>
      <p:ext uri="{BB962C8B-B14F-4D97-AF65-F5344CB8AC3E}">
        <p14:creationId xmlns:p14="http://schemas.microsoft.com/office/powerpoint/2010/main" val="41690460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CEAA2709-9D3F-45D3-A92C-33A5407B3DC7}" type="slidenum">
              <a:rPr lang="en-AU" smtClean="0"/>
              <a:t>12</a:t>
            </a:fld>
            <a:endParaRPr lang="en-AU" dirty="0"/>
          </a:p>
        </p:txBody>
      </p:sp>
    </p:spTree>
    <p:extLst>
      <p:ext uri="{BB962C8B-B14F-4D97-AF65-F5344CB8AC3E}">
        <p14:creationId xmlns:p14="http://schemas.microsoft.com/office/powerpoint/2010/main" val="37966455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CEAA2709-9D3F-45D3-A92C-33A5407B3DC7}" type="slidenum">
              <a:rPr lang="en-AU" smtClean="0"/>
              <a:t>15</a:t>
            </a:fld>
            <a:endParaRPr lang="en-AU" dirty="0"/>
          </a:p>
        </p:txBody>
      </p:sp>
    </p:spTree>
    <p:extLst>
      <p:ext uri="{BB962C8B-B14F-4D97-AF65-F5344CB8AC3E}">
        <p14:creationId xmlns:p14="http://schemas.microsoft.com/office/powerpoint/2010/main" val="3960285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1.png"/><Relationship Id="rId1" Type="http://schemas.openxmlformats.org/officeDocument/2006/relationships/slideMaster" Target="../slideMasters/slideMaster1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range">
    <p:bg>
      <p:bgPr>
        <a:gradFill>
          <a:gsLst>
            <a:gs pos="51000">
              <a:schemeClr val="accent1"/>
            </a:gs>
            <a:gs pos="100000">
              <a:schemeClr val="accent2"/>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D6358-A7C7-4A5E-B5D0-F8285790065D}"/>
              </a:ext>
            </a:extLst>
          </p:cNvPr>
          <p:cNvSpPr>
            <a:spLocks noGrp="1"/>
          </p:cNvSpPr>
          <p:nvPr>
            <p:ph type="title"/>
          </p:nvPr>
        </p:nvSpPr>
        <p:spPr>
          <a:xfrm>
            <a:off x="839788" y="1907297"/>
            <a:ext cx="5297685" cy="1228724"/>
          </a:xfrm>
        </p:spPr>
        <p:txBody>
          <a:bodyPr anchor="t"/>
          <a:lstStyle/>
          <a:p>
            <a:r>
              <a:rPr lang="en-US"/>
              <a:t>Click to edit Master title style</a:t>
            </a:r>
            <a:endParaRPr lang="en-AU" dirty="0"/>
          </a:p>
        </p:txBody>
      </p:sp>
      <p:sp>
        <p:nvSpPr>
          <p:cNvPr id="9" name="Text Placeholder 8">
            <a:extLst>
              <a:ext uri="{FF2B5EF4-FFF2-40B4-BE49-F238E27FC236}">
                <a16:creationId xmlns:a16="http://schemas.microsoft.com/office/drawing/2014/main" id="{3F05B3E2-2B04-4D3C-8DDE-B4022A81AE1B}"/>
              </a:ext>
            </a:extLst>
          </p:cNvPr>
          <p:cNvSpPr>
            <a:spLocks noGrp="1"/>
          </p:cNvSpPr>
          <p:nvPr>
            <p:ph type="body" sz="quarter" idx="14"/>
          </p:nvPr>
        </p:nvSpPr>
        <p:spPr>
          <a:xfrm>
            <a:off x="839788" y="3136021"/>
            <a:ext cx="5297685" cy="220279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5" name="Date Placeholder 14">
            <a:extLst>
              <a:ext uri="{FF2B5EF4-FFF2-40B4-BE49-F238E27FC236}">
                <a16:creationId xmlns:a16="http://schemas.microsoft.com/office/drawing/2014/main" id="{69CE4FC3-53E3-40A8-9A8E-24272DBFA80C}"/>
              </a:ext>
            </a:extLst>
          </p:cNvPr>
          <p:cNvSpPr>
            <a:spLocks noGrp="1"/>
          </p:cNvSpPr>
          <p:nvPr>
            <p:ph type="dt" sz="half" idx="16"/>
          </p:nvPr>
        </p:nvSpPr>
        <p:spPr/>
        <p:txBody>
          <a:bodyPr/>
          <a:lstStyle/>
          <a:p>
            <a:fld id="{4CA3F3F0-4F56-4FD1-9270-513DA78BA56E}" type="datetime4">
              <a:rPr lang="en-AU" smtClean="0"/>
              <a:t>23 October 2024</a:t>
            </a:fld>
            <a:endParaRPr lang="en-AU" dirty="0"/>
          </a:p>
        </p:txBody>
      </p:sp>
      <p:sp>
        <p:nvSpPr>
          <p:cNvPr id="17" name="Slide Number Placeholder 16">
            <a:extLst>
              <a:ext uri="{FF2B5EF4-FFF2-40B4-BE49-F238E27FC236}">
                <a16:creationId xmlns:a16="http://schemas.microsoft.com/office/drawing/2014/main" id="{4A89A7FE-FD13-4B74-AED5-253EBC01FFA8}"/>
              </a:ext>
            </a:extLst>
          </p:cNvPr>
          <p:cNvSpPr>
            <a:spLocks noGrp="1"/>
          </p:cNvSpPr>
          <p:nvPr>
            <p:ph type="sldNum" sz="quarter" idx="18"/>
          </p:nvPr>
        </p:nvSpPr>
        <p:spPr/>
        <p:txBody>
          <a:bodyPr/>
          <a:lstStyle/>
          <a:p>
            <a:fld id="{35E8911E-9DE7-463F-981B-F1795CC06C30}" type="slidenum">
              <a:rPr lang="en-AU" smtClean="0"/>
              <a:pPr/>
              <a:t>‹#›</a:t>
            </a:fld>
            <a:endParaRPr lang="en-AU" dirty="0"/>
          </a:p>
        </p:txBody>
      </p:sp>
      <p:sp>
        <p:nvSpPr>
          <p:cNvPr id="7" name="Footer Placeholder 4">
            <a:extLst>
              <a:ext uri="{FF2B5EF4-FFF2-40B4-BE49-F238E27FC236}">
                <a16:creationId xmlns:a16="http://schemas.microsoft.com/office/drawing/2014/main" id="{D390A0D3-F144-4653-8394-E7188B1D7441}"/>
              </a:ext>
            </a:extLst>
          </p:cNvPr>
          <p:cNvSpPr>
            <a:spLocks noGrp="1"/>
          </p:cNvSpPr>
          <p:nvPr>
            <p:ph type="ftr" sz="quarter" idx="11"/>
          </p:nvPr>
        </p:nvSpPr>
        <p:spPr>
          <a:xfrm>
            <a:off x="9169400" y="6356350"/>
            <a:ext cx="2479344" cy="365125"/>
          </a:xfrm>
        </p:spPr>
        <p:txBody>
          <a:bodyPr lIns="0" tIns="0" rIns="0" bIns="0"/>
          <a:lstStyle/>
          <a:p>
            <a:endParaRPr lang="en-AU" dirty="0"/>
          </a:p>
        </p:txBody>
      </p:sp>
      <p:sp>
        <p:nvSpPr>
          <p:cNvPr id="8" name="Picture Placeholder 13">
            <a:extLst>
              <a:ext uri="{FF2B5EF4-FFF2-40B4-BE49-F238E27FC236}">
                <a16:creationId xmlns:a16="http://schemas.microsoft.com/office/drawing/2014/main" id="{D4DAAE1D-8817-4F3C-9EA6-ED7A2C302EE3}"/>
              </a:ext>
            </a:extLst>
          </p:cNvPr>
          <p:cNvSpPr>
            <a:spLocks noGrp="1"/>
          </p:cNvSpPr>
          <p:nvPr>
            <p:ph type="pic" sz="quarter" idx="17" hasCustomPrompt="1"/>
          </p:nvPr>
        </p:nvSpPr>
        <p:spPr>
          <a:xfrm>
            <a:off x="6096000" y="0"/>
            <a:ext cx="6096000" cy="6858000"/>
          </a:xfrm>
        </p:spPr>
        <p:txBody>
          <a:bodyPr/>
          <a:lstStyle>
            <a:lvl1pPr>
              <a:defRPr/>
            </a:lvl1pPr>
          </a:lstStyle>
          <a:p>
            <a:pPr lvl="3"/>
            <a:r>
              <a:rPr lang="en-US" dirty="0"/>
              <a:t>Click the Image icon to insert your picture</a:t>
            </a:r>
            <a:endParaRPr lang="en-AU" dirty="0"/>
          </a:p>
        </p:txBody>
      </p:sp>
      <p:sp>
        <p:nvSpPr>
          <p:cNvPr id="10" name="SmartArt Placeholder 7">
            <a:extLst>
              <a:ext uri="{FF2B5EF4-FFF2-40B4-BE49-F238E27FC236}">
                <a16:creationId xmlns:a16="http://schemas.microsoft.com/office/drawing/2014/main" id="{D349CF0B-3558-4FF4-8F8D-D3F9E2E94F23}"/>
              </a:ext>
            </a:extLst>
          </p:cNvPr>
          <p:cNvSpPr>
            <a:spLocks noGrp="1" noChangeAspect="1"/>
          </p:cNvSpPr>
          <p:nvPr>
            <p:ph type="dgm" sz="quarter" idx="19" hasCustomPrompt="1"/>
          </p:nvPr>
        </p:nvSpPr>
        <p:spPr>
          <a:xfrm rot="2700000">
            <a:off x="3631497" y="984148"/>
            <a:ext cx="4883900" cy="4885328"/>
          </a:xfrm>
          <a:custGeom>
            <a:avLst/>
            <a:gdLst>
              <a:gd name="connsiteX0" fmla="*/ 0 w 10586923"/>
              <a:gd name="connsiteY0" fmla="*/ 929477 h 9833657"/>
              <a:gd name="connsiteX1" fmla="*/ 929477 w 10586923"/>
              <a:gd name="connsiteY1" fmla="*/ 0 h 9833657"/>
              <a:gd name="connsiteX2" fmla="*/ 9657446 w 10586923"/>
              <a:gd name="connsiteY2" fmla="*/ 0 h 9833657"/>
              <a:gd name="connsiteX3" fmla="*/ 10586923 w 10586923"/>
              <a:gd name="connsiteY3" fmla="*/ 929477 h 9833657"/>
              <a:gd name="connsiteX4" fmla="*/ 10586923 w 10586923"/>
              <a:gd name="connsiteY4" fmla="*/ 8904180 h 9833657"/>
              <a:gd name="connsiteX5" fmla="*/ 9657446 w 10586923"/>
              <a:gd name="connsiteY5" fmla="*/ 9833657 h 9833657"/>
              <a:gd name="connsiteX6" fmla="*/ 929477 w 10586923"/>
              <a:gd name="connsiteY6" fmla="*/ 9833657 h 9833657"/>
              <a:gd name="connsiteX7" fmla="*/ 0 w 10586923"/>
              <a:gd name="connsiteY7" fmla="*/ 8904180 h 9833657"/>
              <a:gd name="connsiteX8" fmla="*/ 0 w 10586923"/>
              <a:gd name="connsiteY8" fmla="*/ 929477 h 9833657"/>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86923 w 10586923"/>
              <a:gd name="connsiteY5" fmla="*/ 8918762 h 9848239"/>
              <a:gd name="connsiteX6" fmla="*/ 9657446 w 10586923"/>
              <a:gd name="connsiteY6" fmla="*/ 984823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10586923 w 10586923"/>
              <a:gd name="connsiteY6" fmla="*/ 8918762 h 9848239"/>
              <a:gd name="connsiteX7" fmla="*/ 9657446 w 10586923"/>
              <a:gd name="connsiteY7" fmla="*/ 9848239 h 9848239"/>
              <a:gd name="connsiteX8" fmla="*/ 929477 w 10586923"/>
              <a:gd name="connsiteY8" fmla="*/ 9848239 h 9848239"/>
              <a:gd name="connsiteX9" fmla="*/ 0 w 10586923"/>
              <a:gd name="connsiteY9" fmla="*/ 8918762 h 9848239"/>
              <a:gd name="connsiteX10" fmla="*/ 0 w 10586923"/>
              <a:gd name="connsiteY10" fmla="*/ 944059 h 9848239"/>
              <a:gd name="connsiteX0" fmla="*/ 0 w 10661070"/>
              <a:gd name="connsiteY0" fmla="*/ 944059 h 9848239"/>
              <a:gd name="connsiteX1" fmla="*/ 929477 w 10661070"/>
              <a:gd name="connsiteY1" fmla="*/ 14582 h 9848239"/>
              <a:gd name="connsiteX2" fmla="*/ 5734207 w 10661070"/>
              <a:gd name="connsiteY2" fmla="*/ 0 h 9848239"/>
              <a:gd name="connsiteX3" fmla="*/ 9657446 w 10661070"/>
              <a:gd name="connsiteY3" fmla="*/ 14582 h 9848239"/>
              <a:gd name="connsiteX4" fmla="*/ 10586923 w 10661070"/>
              <a:gd name="connsiteY4" fmla="*/ 944059 h 9848239"/>
              <a:gd name="connsiteX5" fmla="*/ 10574565 w 10661070"/>
              <a:gd name="connsiteY5" fmla="*/ 4858320 h 9848239"/>
              <a:gd name="connsiteX6" fmla="*/ 9657446 w 10661070"/>
              <a:gd name="connsiteY6" fmla="*/ 9848239 h 9848239"/>
              <a:gd name="connsiteX7" fmla="*/ 929477 w 10661070"/>
              <a:gd name="connsiteY7" fmla="*/ 9848239 h 9848239"/>
              <a:gd name="connsiteX8" fmla="*/ 0 w 10661070"/>
              <a:gd name="connsiteY8" fmla="*/ 8918762 h 9848239"/>
              <a:gd name="connsiteX9" fmla="*/ 0 w 10661070"/>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62909 w 10586923"/>
              <a:gd name="connsiteY6" fmla="*/ 914777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62909 w 10586923"/>
              <a:gd name="connsiteY6" fmla="*/ 914777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62909 w 10586923"/>
              <a:gd name="connsiteY6" fmla="*/ 914777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62909 w 10586923"/>
              <a:gd name="connsiteY6" fmla="*/ 914777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44948 w 10586923"/>
              <a:gd name="connsiteY6" fmla="*/ 9165741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44948 w 10586923"/>
              <a:gd name="connsiteY6" fmla="*/ 9165741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98830 w 10586923"/>
              <a:gd name="connsiteY6" fmla="*/ 9165741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11685"/>
              <a:gd name="connsiteX1" fmla="*/ 929477 w 10586923"/>
              <a:gd name="connsiteY1" fmla="*/ 14582 h 9811685"/>
              <a:gd name="connsiteX2" fmla="*/ 5734207 w 10586923"/>
              <a:gd name="connsiteY2" fmla="*/ 0 h 9811685"/>
              <a:gd name="connsiteX3" fmla="*/ 9657446 w 10586923"/>
              <a:gd name="connsiteY3" fmla="*/ 14582 h 9811685"/>
              <a:gd name="connsiteX4" fmla="*/ 10586923 w 10586923"/>
              <a:gd name="connsiteY4" fmla="*/ 944059 h 9811685"/>
              <a:gd name="connsiteX5" fmla="*/ 10574565 w 10586923"/>
              <a:gd name="connsiteY5" fmla="*/ 4858320 h 9811685"/>
              <a:gd name="connsiteX6" fmla="*/ 6298830 w 10586923"/>
              <a:gd name="connsiteY6" fmla="*/ 9165741 h 9811685"/>
              <a:gd name="connsiteX7" fmla="*/ 0 w 10586923"/>
              <a:gd name="connsiteY7" fmla="*/ 8918762 h 9811685"/>
              <a:gd name="connsiteX8" fmla="*/ 0 w 10586923"/>
              <a:gd name="connsiteY8" fmla="*/ 944059 h 9811685"/>
              <a:gd name="connsiteX0" fmla="*/ 0 w 10586923"/>
              <a:gd name="connsiteY0" fmla="*/ 944059 h 9165750"/>
              <a:gd name="connsiteX1" fmla="*/ 929477 w 10586923"/>
              <a:gd name="connsiteY1" fmla="*/ 14582 h 9165750"/>
              <a:gd name="connsiteX2" fmla="*/ 5734207 w 10586923"/>
              <a:gd name="connsiteY2" fmla="*/ 0 h 9165750"/>
              <a:gd name="connsiteX3" fmla="*/ 9657446 w 10586923"/>
              <a:gd name="connsiteY3" fmla="*/ 14582 h 9165750"/>
              <a:gd name="connsiteX4" fmla="*/ 10586923 w 10586923"/>
              <a:gd name="connsiteY4" fmla="*/ 944059 h 9165750"/>
              <a:gd name="connsiteX5" fmla="*/ 10574565 w 10586923"/>
              <a:gd name="connsiteY5" fmla="*/ 4858320 h 9165750"/>
              <a:gd name="connsiteX6" fmla="*/ 6298830 w 10586923"/>
              <a:gd name="connsiteY6" fmla="*/ 9165741 h 9165750"/>
              <a:gd name="connsiteX7" fmla="*/ 0 w 10586923"/>
              <a:gd name="connsiteY7" fmla="*/ 944059 h 9165750"/>
              <a:gd name="connsiteX0" fmla="*/ 651722 w 9801804"/>
              <a:gd name="connsiteY0" fmla="*/ 4338596 h 9165750"/>
              <a:gd name="connsiteX1" fmla="*/ 144358 w 9801804"/>
              <a:gd name="connsiteY1" fmla="*/ 14582 h 9165750"/>
              <a:gd name="connsiteX2" fmla="*/ 4949088 w 9801804"/>
              <a:gd name="connsiteY2" fmla="*/ 0 h 9165750"/>
              <a:gd name="connsiteX3" fmla="*/ 8872327 w 9801804"/>
              <a:gd name="connsiteY3" fmla="*/ 14582 h 9165750"/>
              <a:gd name="connsiteX4" fmla="*/ 9801804 w 9801804"/>
              <a:gd name="connsiteY4" fmla="*/ 944059 h 9165750"/>
              <a:gd name="connsiteX5" fmla="*/ 9789446 w 9801804"/>
              <a:gd name="connsiteY5" fmla="*/ 4858320 h 9165750"/>
              <a:gd name="connsiteX6" fmla="*/ 5513711 w 9801804"/>
              <a:gd name="connsiteY6" fmla="*/ 9165741 h 9165750"/>
              <a:gd name="connsiteX7" fmla="*/ 651722 w 9801804"/>
              <a:gd name="connsiteY7" fmla="*/ 4338596 h 9165750"/>
              <a:gd name="connsiteX0" fmla="*/ 651722 w 9801804"/>
              <a:gd name="connsiteY0" fmla="*/ 4338596 h 9165750"/>
              <a:gd name="connsiteX1" fmla="*/ 144358 w 9801804"/>
              <a:gd name="connsiteY1" fmla="*/ 14582 h 9165750"/>
              <a:gd name="connsiteX2" fmla="*/ 4949088 w 9801804"/>
              <a:gd name="connsiteY2" fmla="*/ 0 h 9165750"/>
              <a:gd name="connsiteX3" fmla="*/ 8872327 w 9801804"/>
              <a:gd name="connsiteY3" fmla="*/ 14582 h 9165750"/>
              <a:gd name="connsiteX4" fmla="*/ 9801804 w 9801804"/>
              <a:gd name="connsiteY4" fmla="*/ 944059 h 9165750"/>
              <a:gd name="connsiteX5" fmla="*/ 9789446 w 9801804"/>
              <a:gd name="connsiteY5" fmla="*/ 4858320 h 9165750"/>
              <a:gd name="connsiteX6" fmla="*/ 5513711 w 9801804"/>
              <a:gd name="connsiteY6" fmla="*/ 9165741 h 9165750"/>
              <a:gd name="connsiteX7" fmla="*/ 651722 w 9801804"/>
              <a:gd name="connsiteY7" fmla="*/ 4338596 h 9165750"/>
              <a:gd name="connsiteX0" fmla="*/ 647491 w 9797573"/>
              <a:gd name="connsiteY0" fmla="*/ 4338596 h 9165750"/>
              <a:gd name="connsiteX1" fmla="*/ 140127 w 9797573"/>
              <a:gd name="connsiteY1" fmla="*/ 14582 h 9165750"/>
              <a:gd name="connsiteX2" fmla="*/ 4944857 w 9797573"/>
              <a:gd name="connsiteY2" fmla="*/ 0 h 9165750"/>
              <a:gd name="connsiteX3" fmla="*/ 8868096 w 9797573"/>
              <a:gd name="connsiteY3" fmla="*/ 14582 h 9165750"/>
              <a:gd name="connsiteX4" fmla="*/ 9797573 w 9797573"/>
              <a:gd name="connsiteY4" fmla="*/ 944059 h 9165750"/>
              <a:gd name="connsiteX5" fmla="*/ 9785215 w 9797573"/>
              <a:gd name="connsiteY5" fmla="*/ 4858320 h 9165750"/>
              <a:gd name="connsiteX6" fmla="*/ 5509480 w 9797573"/>
              <a:gd name="connsiteY6" fmla="*/ 9165741 h 9165750"/>
              <a:gd name="connsiteX7" fmla="*/ 647491 w 9797573"/>
              <a:gd name="connsiteY7" fmla="*/ 4338596 h 9165750"/>
              <a:gd name="connsiteX0" fmla="*/ 2149 w 9152231"/>
              <a:gd name="connsiteY0" fmla="*/ 4338596 h 9165750"/>
              <a:gd name="connsiteX1" fmla="*/ 4299515 w 9152231"/>
              <a:gd name="connsiteY1" fmla="*/ 0 h 9165750"/>
              <a:gd name="connsiteX2" fmla="*/ 8222754 w 9152231"/>
              <a:gd name="connsiteY2" fmla="*/ 14582 h 9165750"/>
              <a:gd name="connsiteX3" fmla="*/ 9152231 w 9152231"/>
              <a:gd name="connsiteY3" fmla="*/ 944059 h 9165750"/>
              <a:gd name="connsiteX4" fmla="*/ 9139873 w 9152231"/>
              <a:gd name="connsiteY4" fmla="*/ 4858320 h 9165750"/>
              <a:gd name="connsiteX5" fmla="*/ 4864138 w 9152231"/>
              <a:gd name="connsiteY5" fmla="*/ 9165741 h 9165750"/>
              <a:gd name="connsiteX6" fmla="*/ 2149 w 9152231"/>
              <a:gd name="connsiteY6" fmla="*/ 4338596 h 9165750"/>
              <a:gd name="connsiteX0" fmla="*/ 1973 w 9152055"/>
              <a:gd name="connsiteY0" fmla="*/ 4338596 h 9165750"/>
              <a:gd name="connsiteX1" fmla="*/ 4299339 w 9152055"/>
              <a:gd name="connsiteY1" fmla="*/ 0 h 9165750"/>
              <a:gd name="connsiteX2" fmla="*/ 8222578 w 9152055"/>
              <a:gd name="connsiteY2" fmla="*/ 14582 h 9165750"/>
              <a:gd name="connsiteX3" fmla="*/ 9152055 w 9152055"/>
              <a:gd name="connsiteY3" fmla="*/ 944059 h 9165750"/>
              <a:gd name="connsiteX4" fmla="*/ 9139697 w 9152055"/>
              <a:gd name="connsiteY4" fmla="*/ 4858320 h 9165750"/>
              <a:gd name="connsiteX5" fmla="*/ 4863962 w 9152055"/>
              <a:gd name="connsiteY5" fmla="*/ 9165741 h 9165750"/>
              <a:gd name="connsiteX6" fmla="*/ 1973 w 9152055"/>
              <a:gd name="connsiteY6" fmla="*/ 4338596 h 9165750"/>
              <a:gd name="connsiteX0" fmla="*/ 0 w 9150082"/>
              <a:gd name="connsiteY0" fmla="*/ 4338596 h 9165750"/>
              <a:gd name="connsiteX1" fmla="*/ 4297366 w 9150082"/>
              <a:gd name="connsiteY1" fmla="*/ 0 h 9165750"/>
              <a:gd name="connsiteX2" fmla="*/ 8220605 w 9150082"/>
              <a:gd name="connsiteY2" fmla="*/ 14582 h 9165750"/>
              <a:gd name="connsiteX3" fmla="*/ 9150082 w 9150082"/>
              <a:gd name="connsiteY3" fmla="*/ 944059 h 9165750"/>
              <a:gd name="connsiteX4" fmla="*/ 9137724 w 9150082"/>
              <a:gd name="connsiteY4" fmla="*/ 4858320 h 9165750"/>
              <a:gd name="connsiteX5" fmla="*/ 4861989 w 9150082"/>
              <a:gd name="connsiteY5" fmla="*/ 9165741 h 9165750"/>
              <a:gd name="connsiteX6" fmla="*/ 0 w 9150082"/>
              <a:gd name="connsiteY6" fmla="*/ 4338596 h 9165750"/>
              <a:gd name="connsiteX0" fmla="*/ 0 w 9150082"/>
              <a:gd name="connsiteY0" fmla="*/ 4338596 h 9165750"/>
              <a:gd name="connsiteX1" fmla="*/ 4297366 w 9150082"/>
              <a:gd name="connsiteY1" fmla="*/ 0 h 9165750"/>
              <a:gd name="connsiteX2" fmla="*/ 8220605 w 9150082"/>
              <a:gd name="connsiteY2" fmla="*/ 14582 h 9165750"/>
              <a:gd name="connsiteX3" fmla="*/ 9150082 w 9150082"/>
              <a:gd name="connsiteY3" fmla="*/ 944059 h 9165750"/>
              <a:gd name="connsiteX4" fmla="*/ 9137724 w 9150082"/>
              <a:gd name="connsiteY4" fmla="*/ 4858320 h 9165750"/>
              <a:gd name="connsiteX5" fmla="*/ 4861989 w 9150082"/>
              <a:gd name="connsiteY5" fmla="*/ 9165741 h 9165750"/>
              <a:gd name="connsiteX6" fmla="*/ 0 w 9150082"/>
              <a:gd name="connsiteY6" fmla="*/ 4338596 h 9165750"/>
              <a:gd name="connsiteX0" fmla="*/ 0 w 4929362"/>
              <a:gd name="connsiteY0" fmla="*/ 135836 h 9165750"/>
              <a:gd name="connsiteX1" fmla="*/ 76646 w 4929362"/>
              <a:gd name="connsiteY1" fmla="*/ 0 h 9165750"/>
              <a:gd name="connsiteX2" fmla="*/ 3999885 w 4929362"/>
              <a:gd name="connsiteY2" fmla="*/ 14582 h 9165750"/>
              <a:gd name="connsiteX3" fmla="*/ 4929362 w 4929362"/>
              <a:gd name="connsiteY3" fmla="*/ 944059 h 9165750"/>
              <a:gd name="connsiteX4" fmla="*/ 4917004 w 4929362"/>
              <a:gd name="connsiteY4" fmla="*/ 4858320 h 9165750"/>
              <a:gd name="connsiteX5" fmla="*/ 641269 w 4929362"/>
              <a:gd name="connsiteY5" fmla="*/ 9165741 h 9165750"/>
              <a:gd name="connsiteX6" fmla="*/ 0 w 4929362"/>
              <a:gd name="connsiteY6" fmla="*/ 135836 h 9165750"/>
              <a:gd name="connsiteX0" fmla="*/ 0 w 4929362"/>
              <a:gd name="connsiteY0" fmla="*/ 135836 h 5219032"/>
              <a:gd name="connsiteX1" fmla="*/ 76646 w 4929362"/>
              <a:gd name="connsiteY1" fmla="*/ 0 h 5219032"/>
              <a:gd name="connsiteX2" fmla="*/ 3999885 w 4929362"/>
              <a:gd name="connsiteY2" fmla="*/ 14582 h 5219032"/>
              <a:gd name="connsiteX3" fmla="*/ 4929362 w 4929362"/>
              <a:gd name="connsiteY3" fmla="*/ 944059 h 5219032"/>
              <a:gd name="connsiteX4" fmla="*/ 4917004 w 4929362"/>
              <a:gd name="connsiteY4" fmla="*/ 4858320 h 5219032"/>
              <a:gd name="connsiteX5" fmla="*/ 4844030 w 4929362"/>
              <a:gd name="connsiteY5" fmla="*/ 4927060 h 5219032"/>
              <a:gd name="connsiteX6" fmla="*/ 0 w 4929362"/>
              <a:gd name="connsiteY6" fmla="*/ 135836 h 5219032"/>
              <a:gd name="connsiteX0" fmla="*/ 0 w 4895686"/>
              <a:gd name="connsiteY0" fmla="*/ 65117 h 5219032"/>
              <a:gd name="connsiteX1" fmla="*/ 42970 w 4895686"/>
              <a:gd name="connsiteY1" fmla="*/ 0 h 5219032"/>
              <a:gd name="connsiteX2" fmla="*/ 3966209 w 4895686"/>
              <a:gd name="connsiteY2" fmla="*/ 14582 h 5219032"/>
              <a:gd name="connsiteX3" fmla="*/ 4895686 w 4895686"/>
              <a:gd name="connsiteY3" fmla="*/ 944059 h 5219032"/>
              <a:gd name="connsiteX4" fmla="*/ 4883328 w 4895686"/>
              <a:gd name="connsiteY4" fmla="*/ 4858320 h 5219032"/>
              <a:gd name="connsiteX5" fmla="*/ 4810354 w 4895686"/>
              <a:gd name="connsiteY5" fmla="*/ 4927060 h 5219032"/>
              <a:gd name="connsiteX6" fmla="*/ 0 w 4895686"/>
              <a:gd name="connsiteY6" fmla="*/ 65117 h 5219032"/>
              <a:gd name="connsiteX0" fmla="*/ 0 w 4895686"/>
              <a:gd name="connsiteY0" fmla="*/ 65117 h 5219032"/>
              <a:gd name="connsiteX1" fmla="*/ 63177 w 4895686"/>
              <a:gd name="connsiteY1" fmla="*/ 0 h 5219032"/>
              <a:gd name="connsiteX2" fmla="*/ 3966209 w 4895686"/>
              <a:gd name="connsiteY2" fmla="*/ 14582 h 5219032"/>
              <a:gd name="connsiteX3" fmla="*/ 4895686 w 4895686"/>
              <a:gd name="connsiteY3" fmla="*/ 944059 h 5219032"/>
              <a:gd name="connsiteX4" fmla="*/ 4883328 w 4895686"/>
              <a:gd name="connsiteY4" fmla="*/ 4858320 h 5219032"/>
              <a:gd name="connsiteX5" fmla="*/ 4810354 w 4895686"/>
              <a:gd name="connsiteY5" fmla="*/ 4927060 h 5219032"/>
              <a:gd name="connsiteX6" fmla="*/ 0 w 4895686"/>
              <a:gd name="connsiteY6" fmla="*/ 65117 h 5219032"/>
              <a:gd name="connsiteX0" fmla="*/ 0 w 4875481"/>
              <a:gd name="connsiteY0" fmla="*/ 44912 h 5219032"/>
              <a:gd name="connsiteX1" fmla="*/ 42972 w 4875481"/>
              <a:gd name="connsiteY1" fmla="*/ 0 h 5219032"/>
              <a:gd name="connsiteX2" fmla="*/ 3946004 w 4875481"/>
              <a:gd name="connsiteY2" fmla="*/ 14582 h 5219032"/>
              <a:gd name="connsiteX3" fmla="*/ 4875481 w 4875481"/>
              <a:gd name="connsiteY3" fmla="*/ 944059 h 5219032"/>
              <a:gd name="connsiteX4" fmla="*/ 4863123 w 4875481"/>
              <a:gd name="connsiteY4" fmla="*/ 4858320 h 5219032"/>
              <a:gd name="connsiteX5" fmla="*/ 4790149 w 4875481"/>
              <a:gd name="connsiteY5" fmla="*/ 4927060 h 5219032"/>
              <a:gd name="connsiteX6" fmla="*/ 0 w 4875481"/>
              <a:gd name="connsiteY6" fmla="*/ 44912 h 5219032"/>
              <a:gd name="connsiteX0" fmla="*/ 0 w 4883900"/>
              <a:gd name="connsiteY0" fmla="*/ 46597 h 5219032"/>
              <a:gd name="connsiteX1" fmla="*/ 51391 w 4883900"/>
              <a:gd name="connsiteY1" fmla="*/ 0 h 5219032"/>
              <a:gd name="connsiteX2" fmla="*/ 3954423 w 4883900"/>
              <a:gd name="connsiteY2" fmla="*/ 14582 h 5219032"/>
              <a:gd name="connsiteX3" fmla="*/ 4883900 w 4883900"/>
              <a:gd name="connsiteY3" fmla="*/ 944059 h 5219032"/>
              <a:gd name="connsiteX4" fmla="*/ 4871542 w 4883900"/>
              <a:gd name="connsiteY4" fmla="*/ 4858320 h 5219032"/>
              <a:gd name="connsiteX5" fmla="*/ 4798568 w 4883900"/>
              <a:gd name="connsiteY5" fmla="*/ 4927060 h 5219032"/>
              <a:gd name="connsiteX6" fmla="*/ 0 w 4883900"/>
              <a:gd name="connsiteY6" fmla="*/ 46597 h 5219032"/>
              <a:gd name="connsiteX0" fmla="*/ 0 w 4883900"/>
              <a:gd name="connsiteY0" fmla="*/ 46597 h 5205838"/>
              <a:gd name="connsiteX1" fmla="*/ 51391 w 4883900"/>
              <a:gd name="connsiteY1" fmla="*/ 0 h 5205838"/>
              <a:gd name="connsiteX2" fmla="*/ 3954423 w 4883900"/>
              <a:gd name="connsiteY2" fmla="*/ 14582 h 5205838"/>
              <a:gd name="connsiteX3" fmla="*/ 4883900 w 4883900"/>
              <a:gd name="connsiteY3" fmla="*/ 944059 h 5205838"/>
              <a:gd name="connsiteX4" fmla="*/ 4871542 w 4883900"/>
              <a:gd name="connsiteY4" fmla="*/ 4858320 h 5205838"/>
              <a:gd name="connsiteX5" fmla="*/ 4675090 w 4883900"/>
              <a:gd name="connsiteY5" fmla="*/ 4879914 h 5205838"/>
              <a:gd name="connsiteX6" fmla="*/ 0 w 4883900"/>
              <a:gd name="connsiteY6" fmla="*/ 46597 h 5205838"/>
              <a:gd name="connsiteX0" fmla="*/ 0 w 4883900"/>
              <a:gd name="connsiteY0" fmla="*/ 46597 h 4880964"/>
              <a:gd name="connsiteX1" fmla="*/ 51391 w 4883900"/>
              <a:gd name="connsiteY1" fmla="*/ 0 h 4880964"/>
              <a:gd name="connsiteX2" fmla="*/ 3954423 w 4883900"/>
              <a:gd name="connsiteY2" fmla="*/ 14582 h 4880964"/>
              <a:gd name="connsiteX3" fmla="*/ 4883900 w 4883900"/>
              <a:gd name="connsiteY3" fmla="*/ 944059 h 4880964"/>
              <a:gd name="connsiteX4" fmla="*/ 4871542 w 4883900"/>
              <a:gd name="connsiteY4" fmla="*/ 4858320 h 4880964"/>
              <a:gd name="connsiteX5" fmla="*/ 4675090 w 4883900"/>
              <a:gd name="connsiteY5" fmla="*/ 4879914 h 4880964"/>
              <a:gd name="connsiteX6" fmla="*/ 0 w 4883900"/>
              <a:gd name="connsiteY6" fmla="*/ 46597 h 4880964"/>
              <a:gd name="connsiteX0" fmla="*/ 0 w 4883900"/>
              <a:gd name="connsiteY0" fmla="*/ 46597 h 4885328"/>
              <a:gd name="connsiteX1" fmla="*/ 51391 w 4883900"/>
              <a:gd name="connsiteY1" fmla="*/ 0 h 4885328"/>
              <a:gd name="connsiteX2" fmla="*/ 3954423 w 4883900"/>
              <a:gd name="connsiteY2" fmla="*/ 14582 h 4885328"/>
              <a:gd name="connsiteX3" fmla="*/ 4883900 w 4883900"/>
              <a:gd name="connsiteY3" fmla="*/ 944059 h 4885328"/>
              <a:gd name="connsiteX4" fmla="*/ 4871542 w 4883900"/>
              <a:gd name="connsiteY4" fmla="*/ 4858320 h 4885328"/>
              <a:gd name="connsiteX5" fmla="*/ 4845715 w 4883900"/>
              <a:gd name="connsiteY5" fmla="*/ 4884404 h 4885328"/>
              <a:gd name="connsiteX6" fmla="*/ 0 w 4883900"/>
              <a:gd name="connsiteY6" fmla="*/ 46597 h 4885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83900" h="4885328">
                <a:moveTo>
                  <a:pt x="0" y="46597"/>
                </a:moveTo>
                <a:lnTo>
                  <a:pt x="51391" y="0"/>
                </a:lnTo>
                <a:lnTo>
                  <a:pt x="3954423" y="14582"/>
                </a:lnTo>
                <a:cubicBezTo>
                  <a:pt x="4467759" y="14582"/>
                  <a:pt x="4883900" y="430723"/>
                  <a:pt x="4883900" y="944059"/>
                </a:cubicBezTo>
                <a:cubicBezTo>
                  <a:pt x="4879781" y="2248813"/>
                  <a:pt x="4875661" y="3553566"/>
                  <a:pt x="4871542" y="4858320"/>
                </a:cubicBezTo>
                <a:cubicBezTo>
                  <a:pt x="4867048" y="4858363"/>
                  <a:pt x="4853138" y="4891193"/>
                  <a:pt x="4845715" y="4884404"/>
                </a:cubicBezTo>
                <a:lnTo>
                  <a:pt x="0" y="46597"/>
                </a:lnTo>
                <a:close/>
              </a:path>
            </a:pathLst>
          </a:custGeom>
          <a:solidFill>
            <a:schemeClr val="tx2"/>
          </a:solidFill>
        </p:spPr>
        <p:txBody>
          <a:bodyPr>
            <a:noAutofit/>
          </a:bodyPr>
          <a:lstStyle>
            <a:lvl1pPr>
              <a:defRPr lang="en-AU">
                <a:solidFill>
                  <a:schemeClr val="bg1"/>
                </a:solidFill>
              </a:defRPr>
            </a:lvl1pPr>
            <a:lvl2pPr>
              <a:defRPr>
                <a:solidFill>
                  <a:schemeClr val="bg1"/>
                </a:solidFill>
              </a:defRPr>
            </a:lvl2pPr>
          </a:lstStyle>
          <a:p>
            <a:pPr lvl="1"/>
            <a:r>
              <a:rPr lang="en-US" dirty="0"/>
              <a:t>  </a:t>
            </a:r>
            <a:endParaRPr lang="en-AU" dirty="0"/>
          </a:p>
        </p:txBody>
      </p:sp>
    </p:spTree>
    <p:extLst>
      <p:ext uri="{BB962C8B-B14F-4D97-AF65-F5344CB8AC3E}">
        <p14:creationId xmlns:p14="http://schemas.microsoft.com/office/powerpoint/2010/main" val="3831477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rey">
    <p:bg>
      <p:bgPr>
        <a:gradFill>
          <a:gsLst>
            <a:gs pos="51000">
              <a:srgbClr val="BBBCBC"/>
            </a:gs>
            <a:gs pos="100000">
              <a:srgbClr val="75787B"/>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D6358-A7C7-4A5E-B5D0-F8285790065D}"/>
              </a:ext>
            </a:extLst>
          </p:cNvPr>
          <p:cNvSpPr>
            <a:spLocks noGrp="1"/>
          </p:cNvSpPr>
          <p:nvPr>
            <p:ph type="title"/>
          </p:nvPr>
        </p:nvSpPr>
        <p:spPr>
          <a:xfrm>
            <a:off x="839788" y="1907297"/>
            <a:ext cx="5297685" cy="1228724"/>
          </a:xfrm>
        </p:spPr>
        <p:txBody>
          <a:bodyPr/>
          <a:lstStyle/>
          <a:p>
            <a:r>
              <a:rPr lang="en-US"/>
              <a:t>Click to edit Master title style</a:t>
            </a:r>
            <a:endParaRPr lang="en-AU" dirty="0"/>
          </a:p>
        </p:txBody>
      </p:sp>
      <p:sp>
        <p:nvSpPr>
          <p:cNvPr id="4" name="Date Placeholder 3">
            <a:extLst>
              <a:ext uri="{FF2B5EF4-FFF2-40B4-BE49-F238E27FC236}">
                <a16:creationId xmlns:a16="http://schemas.microsoft.com/office/drawing/2014/main" id="{4C760BE2-071A-4004-90EE-B08B36510DFE}"/>
              </a:ext>
            </a:extLst>
          </p:cNvPr>
          <p:cNvSpPr>
            <a:spLocks noGrp="1"/>
          </p:cNvSpPr>
          <p:nvPr>
            <p:ph type="dt" sz="half" idx="10"/>
          </p:nvPr>
        </p:nvSpPr>
        <p:spPr>
          <a:xfrm>
            <a:off x="836812" y="1296055"/>
            <a:ext cx="2743200" cy="365125"/>
          </a:xfrm>
        </p:spPr>
        <p:txBody>
          <a:bodyPr/>
          <a:lstStyle/>
          <a:p>
            <a:fld id="{FF5B588D-183E-4B08-A7D0-21381CBDCB2E}" type="datetime4">
              <a:rPr lang="en-AU" smtClean="0"/>
              <a:t>23 October 2024</a:t>
            </a:fld>
            <a:endParaRPr lang="en-AU" dirty="0"/>
          </a:p>
        </p:txBody>
      </p:sp>
      <p:sp>
        <p:nvSpPr>
          <p:cNvPr id="6" name="Slide Number Placeholder 5">
            <a:extLst>
              <a:ext uri="{FF2B5EF4-FFF2-40B4-BE49-F238E27FC236}">
                <a16:creationId xmlns:a16="http://schemas.microsoft.com/office/drawing/2014/main" id="{6894B962-0C1C-4603-977F-67FDFF2AAED7}"/>
              </a:ext>
            </a:extLst>
          </p:cNvPr>
          <p:cNvSpPr>
            <a:spLocks noGrp="1"/>
          </p:cNvSpPr>
          <p:nvPr>
            <p:ph type="sldNum" sz="quarter" idx="12"/>
          </p:nvPr>
        </p:nvSpPr>
        <p:spPr/>
        <p:txBody>
          <a:bodyPr/>
          <a:lstStyle/>
          <a:p>
            <a:fld id="{35E8911E-9DE7-463F-981B-F1795CC06C30}" type="slidenum">
              <a:rPr lang="en-AU" smtClean="0"/>
              <a:t>‹#›</a:t>
            </a:fld>
            <a:endParaRPr lang="en-AU" dirty="0"/>
          </a:p>
        </p:txBody>
      </p:sp>
      <p:sp>
        <p:nvSpPr>
          <p:cNvPr id="9" name="Text Placeholder 8">
            <a:extLst>
              <a:ext uri="{FF2B5EF4-FFF2-40B4-BE49-F238E27FC236}">
                <a16:creationId xmlns:a16="http://schemas.microsoft.com/office/drawing/2014/main" id="{3F05B3E2-2B04-4D3C-8DDE-B4022A81AE1B}"/>
              </a:ext>
            </a:extLst>
          </p:cNvPr>
          <p:cNvSpPr>
            <a:spLocks noGrp="1"/>
          </p:cNvSpPr>
          <p:nvPr>
            <p:ph type="body" sz="quarter" idx="14"/>
          </p:nvPr>
        </p:nvSpPr>
        <p:spPr>
          <a:xfrm>
            <a:off x="839788" y="3136021"/>
            <a:ext cx="5297685" cy="220279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Footer Placeholder 4">
            <a:extLst>
              <a:ext uri="{FF2B5EF4-FFF2-40B4-BE49-F238E27FC236}">
                <a16:creationId xmlns:a16="http://schemas.microsoft.com/office/drawing/2014/main" id="{8E9C8864-BA09-4101-9965-E64F19F4CEF4}"/>
              </a:ext>
            </a:extLst>
          </p:cNvPr>
          <p:cNvSpPr>
            <a:spLocks noGrp="1"/>
          </p:cNvSpPr>
          <p:nvPr>
            <p:ph type="ftr" sz="quarter" idx="11"/>
          </p:nvPr>
        </p:nvSpPr>
        <p:spPr>
          <a:xfrm>
            <a:off x="9169400" y="6356350"/>
            <a:ext cx="2479344" cy="365125"/>
          </a:xfrm>
        </p:spPr>
        <p:txBody>
          <a:bodyPr lIns="0" tIns="0" rIns="0" bIns="0"/>
          <a:lstStyle/>
          <a:p>
            <a:endParaRPr lang="en-AU" dirty="0"/>
          </a:p>
        </p:txBody>
      </p:sp>
      <p:sp>
        <p:nvSpPr>
          <p:cNvPr id="8" name="Picture Placeholder 13">
            <a:extLst>
              <a:ext uri="{FF2B5EF4-FFF2-40B4-BE49-F238E27FC236}">
                <a16:creationId xmlns:a16="http://schemas.microsoft.com/office/drawing/2014/main" id="{405D5F47-6B63-4BB4-9606-F79DAF099911}"/>
              </a:ext>
            </a:extLst>
          </p:cNvPr>
          <p:cNvSpPr>
            <a:spLocks noGrp="1"/>
          </p:cNvSpPr>
          <p:nvPr>
            <p:ph type="pic" sz="quarter" idx="17" hasCustomPrompt="1"/>
          </p:nvPr>
        </p:nvSpPr>
        <p:spPr>
          <a:xfrm>
            <a:off x="6096000" y="0"/>
            <a:ext cx="6096000" cy="6858000"/>
          </a:xfrm>
        </p:spPr>
        <p:txBody>
          <a:bodyPr/>
          <a:lstStyle>
            <a:lvl1pPr>
              <a:defRPr/>
            </a:lvl1pPr>
          </a:lstStyle>
          <a:p>
            <a:pPr lvl="3"/>
            <a:r>
              <a:rPr lang="en-US" dirty="0"/>
              <a:t>Click the Image icon to insert your picture</a:t>
            </a:r>
            <a:endParaRPr lang="en-AU" dirty="0"/>
          </a:p>
        </p:txBody>
      </p:sp>
      <p:sp>
        <p:nvSpPr>
          <p:cNvPr id="10" name="SmartArt Placeholder 7">
            <a:extLst>
              <a:ext uri="{FF2B5EF4-FFF2-40B4-BE49-F238E27FC236}">
                <a16:creationId xmlns:a16="http://schemas.microsoft.com/office/drawing/2014/main" id="{844271B8-6CD6-49BE-B6D3-34D3C6274F7B}"/>
              </a:ext>
            </a:extLst>
          </p:cNvPr>
          <p:cNvSpPr>
            <a:spLocks noGrp="1" noChangeAspect="1"/>
          </p:cNvSpPr>
          <p:nvPr>
            <p:ph type="dgm" sz="quarter" idx="16" hasCustomPrompt="1"/>
          </p:nvPr>
        </p:nvSpPr>
        <p:spPr>
          <a:xfrm rot="2700000">
            <a:off x="3631497" y="984148"/>
            <a:ext cx="4883900" cy="4885328"/>
          </a:xfrm>
          <a:custGeom>
            <a:avLst/>
            <a:gdLst>
              <a:gd name="connsiteX0" fmla="*/ 0 w 10586923"/>
              <a:gd name="connsiteY0" fmla="*/ 929477 h 9833657"/>
              <a:gd name="connsiteX1" fmla="*/ 929477 w 10586923"/>
              <a:gd name="connsiteY1" fmla="*/ 0 h 9833657"/>
              <a:gd name="connsiteX2" fmla="*/ 9657446 w 10586923"/>
              <a:gd name="connsiteY2" fmla="*/ 0 h 9833657"/>
              <a:gd name="connsiteX3" fmla="*/ 10586923 w 10586923"/>
              <a:gd name="connsiteY3" fmla="*/ 929477 h 9833657"/>
              <a:gd name="connsiteX4" fmla="*/ 10586923 w 10586923"/>
              <a:gd name="connsiteY4" fmla="*/ 8904180 h 9833657"/>
              <a:gd name="connsiteX5" fmla="*/ 9657446 w 10586923"/>
              <a:gd name="connsiteY5" fmla="*/ 9833657 h 9833657"/>
              <a:gd name="connsiteX6" fmla="*/ 929477 w 10586923"/>
              <a:gd name="connsiteY6" fmla="*/ 9833657 h 9833657"/>
              <a:gd name="connsiteX7" fmla="*/ 0 w 10586923"/>
              <a:gd name="connsiteY7" fmla="*/ 8904180 h 9833657"/>
              <a:gd name="connsiteX8" fmla="*/ 0 w 10586923"/>
              <a:gd name="connsiteY8" fmla="*/ 929477 h 9833657"/>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86923 w 10586923"/>
              <a:gd name="connsiteY5" fmla="*/ 8918762 h 9848239"/>
              <a:gd name="connsiteX6" fmla="*/ 9657446 w 10586923"/>
              <a:gd name="connsiteY6" fmla="*/ 984823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10586923 w 10586923"/>
              <a:gd name="connsiteY6" fmla="*/ 8918762 h 9848239"/>
              <a:gd name="connsiteX7" fmla="*/ 9657446 w 10586923"/>
              <a:gd name="connsiteY7" fmla="*/ 9848239 h 9848239"/>
              <a:gd name="connsiteX8" fmla="*/ 929477 w 10586923"/>
              <a:gd name="connsiteY8" fmla="*/ 9848239 h 9848239"/>
              <a:gd name="connsiteX9" fmla="*/ 0 w 10586923"/>
              <a:gd name="connsiteY9" fmla="*/ 8918762 h 9848239"/>
              <a:gd name="connsiteX10" fmla="*/ 0 w 10586923"/>
              <a:gd name="connsiteY10" fmla="*/ 944059 h 9848239"/>
              <a:gd name="connsiteX0" fmla="*/ 0 w 10661070"/>
              <a:gd name="connsiteY0" fmla="*/ 944059 h 9848239"/>
              <a:gd name="connsiteX1" fmla="*/ 929477 w 10661070"/>
              <a:gd name="connsiteY1" fmla="*/ 14582 h 9848239"/>
              <a:gd name="connsiteX2" fmla="*/ 5734207 w 10661070"/>
              <a:gd name="connsiteY2" fmla="*/ 0 h 9848239"/>
              <a:gd name="connsiteX3" fmla="*/ 9657446 w 10661070"/>
              <a:gd name="connsiteY3" fmla="*/ 14582 h 9848239"/>
              <a:gd name="connsiteX4" fmla="*/ 10586923 w 10661070"/>
              <a:gd name="connsiteY4" fmla="*/ 944059 h 9848239"/>
              <a:gd name="connsiteX5" fmla="*/ 10574565 w 10661070"/>
              <a:gd name="connsiteY5" fmla="*/ 4858320 h 9848239"/>
              <a:gd name="connsiteX6" fmla="*/ 9657446 w 10661070"/>
              <a:gd name="connsiteY6" fmla="*/ 9848239 h 9848239"/>
              <a:gd name="connsiteX7" fmla="*/ 929477 w 10661070"/>
              <a:gd name="connsiteY7" fmla="*/ 9848239 h 9848239"/>
              <a:gd name="connsiteX8" fmla="*/ 0 w 10661070"/>
              <a:gd name="connsiteY8" fmla="*/ 8918762 h 9848239"/>
              <a:gd name="connsiteX9" fmla="*/ 0 w 10661070"/>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62909 w 10586923"/>
              <a:gd name="connsiteY6" fmla="*/ 914777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62909 w 10586923"/>
              <a:gd name="connsiteY6" fmla="*/ 914777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62909 w 10586923"/>
              <a:gd name="connsiteY6" fmla="*/ 914777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62909 w 10586923"/>
              <a:gd name="connsiteY6" fmla="*/ 914777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44948 w 10586923"/>
              <a:gd name="connsiteY6" fmla="*/ 9165741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44948 w 10586923"/>
              <a:gd name="connsiteY6" fmla="*/ 9165741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98830 w 10586923"/>
              <a:gd name="connsiteY6" fmla="*/ 9165741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11685"/>
              <a:gd name="connsiteX1" fmla="*/ 929477 w 10586923"/>
              <a:gd name="connsiteY1" fmla="*/ 14582 h 9811685"/>
              <a:gd name="connsiteX2" fmla="*/ 5734207 w 10586923"/>
              <a:gd name="connsiteY2" fmla="*/ 0 h 9811685"/>
              <a:gd name="connsiteX3" fmla="*/ 9657446 w 10586923"/>
              <a:gd name="connsiteY3" fmla="*/ 14582 h 9811685"/>
              <a:gd name="connsiteX4" fmla="*/ 10586923 w 10586923"/>
              <a:gd name="connsiteY4" fmla="*/ 944059 h 9811685"/>
              <a:gd name="connsiteX5" fmla="*/ 10574565 w 10586923"/>
              <a:gd name="connsiteY5" fmla="*/ 4858320 h 9811685"/>
              <a:gd name="connsiteX6" fmla="*/ 6298830 w 10586923"/>
              <a:gd name="connsiteY6" fmla="*/ 9165741 h 9811685"/>
              <a:gd name="connsiteX7" fmla="*/ 0 w 10586923"/>
              <a:gd name="connsiteY7" fmla="*/ 8918762 h 9811685"/>
              <a:gd name="connsiteX8" fmla="*/ 0 w 10586923"/>
              <a:gd name="connsiteY8" fmla="*/ 944059 h 9811685"/>
              <a:gd name="connsiteX0" fmla="*/ 0 w 10586923"/>
              <a:gd name="connsiteY0" fmla="*/ 944059 h 9165750"/>
              <a:gd name="connsiteX1" fmla="*/ 929477 w 10586923"/>
              <a:gd name="connsiteY1" fmla="*/ 14582 h 9165750"/>
              <a:gd name="connsiteX2" fmla="*/ 5734207 w 10586923"/>
              <a:gd name="connsiteY2" fmla="*/ 0 h 9165750"/>
              <a:gd name="connsiteX3" fmla="*/ 9657446 w 10586923"/>
              <a:gd name="connsiteY3" fmla="*/ 14582 h 9165750"/>
              <a:gd name="connsiteX4" fmla="*/ 10586923 w 10586923"/>
              <a:gd name="connsiteY4" fmla="*/ 944059 h 9165750"/>
              <a:gd name="connsiteX5" fmla="*/ 10574565 w 10586923"/>
              <a:gd name="connsiteY5" fmla="*/ 4858320 h 9165750"/>
              <a:gd name="connsiteX6" fmla="*/ 6298830 w 10586923"/>
              <a:gd name="connsiteY6" fmla="*/ 9165741 h 9165750"/>
              <a:gd name="connsiteX7" fmla="*/ 0 w 10586923"/>
              <a:gd name="connsiteY7" fmla="*/ 944059 h 9165750"/>
              <a:gd name="connsiteX0" fmla="*/ 651722 w 9801804"/>
              <a:gd name="connsiteY0" fmla="*/ 4338596 h 9165750"/>
              <a:gd name="connsiteX1" fmla="*/ 144358 w 9801804"/>
              <a:gd name="connsiteY1" fmla="*/ 14582 h 9165750"/>
              <a:gd name="connsiteX2" fmla="*/ 4949088 w 9801804"/>
              <a:gd name="connsiteY2" fmla="*/ 0 h 9165750"/>
              <a:gd name="connsiteX3" fmla="*/ 8872327 w 9801804"/>
              <a:gd name="connsiteY3" fmla="*/ 14582 h 9165750"/>
              <a:gd name="connsiteX4" fmla="*/ 9801804 w 9801804"/>
              <a:gd name="connsiteY4" fmla="*/ 944059 h 9165750"/>
              <a:gd name="connsiteX5" fmla="*/ 9789446 w 9801804"/>
              <a:gd name="connsiteY5" fmla="*/ 4858320 h 9165750"/>
              <a:gd name="connsiteX6" fmla="*/ 5513711 w 9801804"/>
              <a:gd name="connsiteY6" fmla="*/ 9165741 h 9165750"/>
              <a:gd name="connsiteX7" fmla="*/ 651722 w 9801804"/>
              <a:gd name="connsiteY7" fmla="*/ 4338596 h 9165750"/>
              <a:gd name="connsiteX0" fmla="*/ 651722 w 9801804"/>
              <a:gd name="connsiteY0" fmla="*/ 4338596 h 9165750"/>
              <a:gd name="connsiteX1" fmla="*/ 144358 w 9801804"/>
              <a:gd name="connsiteY1" fmla="*/ 14582 h 9165750"/>
              <a:gd name="connsiteX2" fmla="*/ 4949088 w 9801804"/>
              <a:gd name="connsiteY2" fmla="*/ 0 h 9165750"/>
              <a:gd name="connsiteX3" fmla="*/ 8872327 w 9801804"/>
              <a:gd name="connsiteY3" fmla="*/ 14582 h 9165750"/>
              <a:gd name="connsiteX4" fmla="*/ 9801804 w 9801804"/>
              <a:gd name="connsiteY4" fmla="*/ 944059 h 9165750"/>
              <a:gd name="connsiteX5" fmla="*/ 9789446 w 9801804"/>
              <a:gd name="connsiteY5" fmla="*/ 4858320 h 9165750"/>
              <a:gd name="connsiteX6" fmla="*/ 5513711 w 9801804"/>
              <a:gd name="connsiteY6" fmla="*/ 9165741 h 9165750"/>
              <a:gd name="connsiteX7" fmla="*/ 651722 w 9801804"/>
              <a:gd name="connsiteY7" fmla="*/ 4338596 h 9165750"/>
              <a:gd name="connsiteX0" fmla="*/ 647491 w 9797573"/>
              <a:gd name="connsiteY0" fmla="*/ 4338596 h 9165750"/>
              <a:gd name="connsiteX1" fmla="*/ 140127 w 9797573"/>
              <a:gd name="connsiteY1" fmla="*/ 14582 h 9165750"/>
              <a:gd name="connsiteX2" fmla="*/ 4944857 w 9797573"/>
              <a:gd name="connsiteY2" fmla="*/ 0 h 9165750"/>
              <a:gd name="connsiteX3" fmla="*/ 8868096 w 9797573"/>
              <a:gd name="connsiteY3" fmla="*/ 14582 h 9165750"/>
              <a:gd name="connsiteX4" fmla="*/ 9797573 w 9797573"/>
              <a:gd name="connsiteY4" fmla="*/ 944059 h 9165750"/>
              <a:gd name="connsiteX5" fmla="*/ 9785215 w 9797573"/>
              <a:gd name="connsiteY5" fmla="*/ 4858320 h 9165750"/>
              <a:gd name="connsiteX6" fmla="*/ 5509480 w 9797573"/>
              <a:gd name="connsiteY6" fmla="*/ 9165741 h 9165750"/>
              <a:gd name="connsiteX7" fmla="*/ 647491 w 9797573"/>
              <a:gd name="connsiteY7" fmla="*/ 4338596 h 9165750"/>
              <a:gd name="connsiteX0" fmla="*/ 2149 w 9152231"/>
              <a:gd name="connsiteY0" fmla="*/ 4338596 h 9165750"/>
              <a:gd name="connsiteX1" fmla="*/ 4299515 w 9152231"/>
              <a:gd name="connsiteY1" fmla="*/ 0 h 9165750"/>
              <a:gd name="connsiteX2" fmla="*/ 8222754 w 9152231"/>
              <a:gd name="connsiteY2" fmla="*/ 14582 h 9165750"/>
              <a:gd name="connsiteX3" fmla="*/ 9152231 w 9152231"/>
              <a:gd name="connsiteY3" fmla="*/ 944059 h 9165750"/>
              <a:gd name="connsiteX4" fmla="*/ 9139873 w 9152231"/>
              <a:gd name="connsiteY4" fmla="*/ 4858320 h 9165750"/>
              <a:gd name="connsiteX5" fmla="*/ 4864138 w 9152231"/>
              <a:gd name="connsiteY5" fmla="*/ 9165741 h 9165750"/>
              <a:gd name="connsiteX6" fmla="*/ 2149 w 9152231"/>
              <a:gd name="connsiteY6" fmla="*/ 4338596 h 9165750"/>
              <a:gd name="connsiteX0" fmla="*/ 1973 w 9152055"/>
              <a:gd name="connsiteY0" fmla="*/ 4338596 h 9165750"/>
              <a:gd name="connsiteX1" fmla="*/ 4299339 w 9152055"/>
              <a:gd name="connsiteY1" fmla="*/ 0 h 9165750"/>
              <a:gd name="connsiteX2" fmla="*/ 8222578 w 9152055"/>
              <a:gd name="connsiteY2" fmla="*/ 14582 h 9165750"/>
              <a:gd name="connsiteX3" fmla="*/ 9152055 w 9152055"/>
              <a:gd name="connsiteY3" fmla="*/ 944059 h 9165750"/>
              <a:gd name="connsiteX4" fmla="*/ 9139697 w 9152055"/>
              <a:gd name="connsiteY4" fmla="*/ 4858320 h 9165750"/>
              <a:gd name="connsiteX5" fmla="*/ 4863962 w 9152055"/>
              <a:gd name="connsiteY5" fmla="*/ 9165741 h 9165750"/>
              <a:gd name="connsiteX6" fmla="*/ 1973 w 9152055"/>
              <a:gd name="connsiteY6" fmla="*/ 4338596 h 9165750"/>
              <a:gd name="connsiteX0" fmla="*/ 0 w 9150082"/>
              <a:gd name="connsiteY0" fmla="*/ 4338596 h 9165750"/>
              <a:gd name="connsiteX1" fmla="*/ 4297366 w 9150082"/>
              <a:gd name="connsiteY1" fmla="*/ 0 h 9165750"/>
              <a:gd name="connsiteX2" fmla="*/ 8220605 w 9150082"/>
              <a:gd name="connsiteY2" fmla="*/ 14582 h 9165750"/>
              <a:gd name="connsiteX3" fmla="*/ 9150082 w 9150082"/>
              <a:gd name="connsiteY3" fmla="*/ 944059 h 9165750"/>
              <a:gd name="connsiteX4" fmla="*/ 9137724 w 9150082"/>
              <a:gd name="connsiteY4" fmla="*/ 4858320 h 9165750"/>
              <a:gd name="connsiteX5" fmla="*/ 4861989 w 9150082"/>
              <a:gd name="connsiteY5" fmla="*/ 9165741 h 9165750"/>
              <a:gd name="connsiteX6" fmla="*/ 0 w 9150082"/>
              <a:gd name="connsiteY6" fmla="*/ 4338596 h 9165750"/>
              <a:gd name="connsiteX0" fmla="*/ 0 w 9150082"/>
              <a:gd name="connsiteY0" fmla="*/ 4338596 h 9165750"/>
              <a:gd name="connsiteX1" fmla="*/ 4297366 w 9150082"/>
              <a:gd name="connsiteY1" fmla="*/ 0 h 9165750"/>
              <a:gd name="connsiteX2" fmla="*/ 8220605 w 9150082"/>
              <a:gd name="connsiteY2" fmla="*/ 14582 h 9165750"/>
              <a:gd name="connsiteX3" fmla="*/ 9150082 w 9150082"/>
              <a:gd name="connsiteY3" fmla="*/ 944059 h 9165750"/>
              <a:gd name="connsiteX4" fmla="*/ 9137724 w 9150082"/>
              <a:gd name="connsiteY4" fmla="*/ 4858320 h 9165750"/>
              <a:gd name="connsiteX5" fmla="*/ 4861989 w 9150082"/>
              <a:gd name="connsiteY5" fmla="*/ 9165741 h 9165750"/>
              <a:gd name="connsiteX6" fmla="*/ 0 w 9150082"/>
              <a:gd name="connsiteY6" fmla="*/ 4338596 h 9165750"/>
              <a:gd name="connsiteX0" fmla="*/ 0 w 4929362"/>
              <a:gd name="connsiteY0" fmla="*/ 135836 h 9165750"/>
              <a:gd name="connsiteX1" fmla="*/ 76646 w 4929362"/>
              <a:gd name="connsiteY1" fmla="*/ 0 h 9165750"/>
              <a:gd name="connsiteX2" fmla="*/ 3999885 w 4929362"/>
              <a:gd name="connsiteY2" fmla="*/ 14582 h 9165750"/>
              <a:gd name="connsiteX3" fmla="*/ 4929362 w 4929362"/>
              <a:gd name="connsiteY3" fmla="*/ 944059 h 9165750"/>
              <a:gd name="connsiteX4" fmla="*/ 4917004 w 4929362"/>
              <a:gd name="connsiteY4" fmla="*/ 4858320 h 9165750"/>
              <a:gd name="connsiteX5" fmla="*/ 641269 w 4929362"/>
              <a:gd name="connsiteY5" fmla="*/ 9165741 h 9165750"/>
              <a:gd name="connsiteX6" fmla="*/ 0 w 4929362"/>
              <a:gd name="connsiteY6" fmla="*/ 135836 h 9165750"/>
              <a:gd name="connsiteX0" fmla="*/ 0 w 4929362"/>
              <a:gd name="connsiteY0" fmla="*/ 135836 h 5219032"/>
              <a:gd name="connsiteX1" fmla="*/ 76646 w 4929362"/>
              <a:gd name="connsiteY1" fmla="*/ 0 h 5219032"/>
              <a:gd name="connsiteX2" fmla="*/ 3999885 w 4929362"/>
              <a:gd name="connsiteY2" fmla="*/ 14582 h 5219032"/>
              <a:gd name="connsiteX3" fmla="*/ 4929362 w 4929362"/>
              <a:gd name="connsiteY3" fmla="*/ 944059 h 5219032"/>
              <a:gd name="connsiteX4" fmla="*/ 4917004 w 4929362"/>
              <a:gd name="connsiteY4" fmla="*/ 4858320 h 5219032"/>
              <a:gd name="connsiteX5" fmla="*/ 4844030 w 4929362"/>
              <a:gd name="connsiteY5" fmla="*/ 4927060 h 5219032"/>
              <a:gd name="connsiteX6" fmla="*/ 0 w 4929362"/>
              <a:gd name="connsiteY6" fmla="*/ 135836 h 5219032"/>
              <a:gd name="connsiteX0" fmla="*/ 0 w 4895686"/>
              <a:gd name="connsiteY0" fmla="*/ 65117 h 5219032"/>
              <a:gd name="connsiteX1" fmla="*/ 42970 w 4895686"/>
              <a:gd name="connsiteY1" fmla="*/ 0 h 5219032"/>
              <a:gd name="connsiteX2" fmla="*/ 3966209 w 4895686"/>
              <a:gd name="connsiteY2" fmla="*/ 14582 h 5219032"/>
              <a:gd name="connsiteX3" fmla="*/ 4895686 w 4895686"/>
              <a:gd name="connsiteY3" fmla="*/ 944059 h 5219032"/>
              <a:gd name="connsiteX4" fmla="*/ 4883328 w 4895686"/>
              <a:gd name="connsiteY4" fmla="*/ 4858320 h 5219032"/>
              <a:gd name="connsiteX5" fmla="*/ 4810354 w 4895686"/>
              <a:gd name="connsiteY5" fmla="*/ 4927060 h 5219032"/>
              <a:gd name="connsiteX6" fmla="*/ 0 w 4895686"/>
              <a:gd name="connsiteY6" fmla="*/ 65117 h 5219032"/>
              <a:gd name="connsiteX0" fmla="*/ 0 w 4895686"/>
              <a:gd name="connsiteY0" fmla="*/ 65117 h 5219032"/>
              <a:gd name="connsiteX1" fmla="*/ 63177 w 4895686"/>
              <a:gd name="connsiteY1" fmla="*/ 0 h 5219032"/>
              <a:gd name="connsiteX2" fmla="*/ 3966209 w 4895686"/>
              <a:gd name="connsiteY2" fmla="*/ 14582 h 5219032"/>
              <a:gd name="connsiteX3" fmla="*/ 4895686 w 4895686"/>
              <a:gd name="connsiteY3" fmla="*/ 944059 h 5219032"/>
              <a:gd name="connsiteX4" fmla="*/ 4883328 w 4895686"/>
              <a:gd name="connsiteY4" fmla="*/ 4858320 h 5219032"/>
              <a:gd name="connsiteX5" fmla="*/ 4810354 w 4895686"/>
              <a:gd name="connsiteY5" fmla="*/ 4927060 h 5219032"/>
              <a:gd name="connsiteX6" fmla="*/ 0 w 4895686"/>
              <a:gd name="connsiteY6" fmla="*/ 65117 h 5219032"/>
              <a:gd name="connsiteX0" fmla="*/ 0 w 4875481"/>
              <a:gd name="connsiteY0" fmla="*/ 44912 h 5219032"/>
              <a:gd name="connsiteX1" fmla="*/ 42972 w 4875481"/>
              <a:gd name="connsiteY1" fmla="*/ 0 h 5219032"/>
              <a:gd name="connsiteX2" fmla="*/ 3946004 w 4875481"/>
              <a:gd name="connsiteY2" fmla="*/ 14582 h 5219032"/>
              <a:gd name="connsiteX3" fmla="*/ 4875481 w 4875481"/>
              <a:gd name="connsiteY3" fmla="*/ 944059 h 5219032"/>
              <a:gd name="connsiteX4" fmla="*/ 4863123 w 4875481"/>
              <a:gd name="connsiteY4" fmla="*/ 4858320 h 5219032"/>
              <a:gd name="connsiteX5" fmla="*/ 4790149 w 4875481"/>
              <a:gd name="connsiteY5" fmla="*/ 4927060 h 5219032"/>
              <a:gd name="connsiteX6" fmla="*/ 0 w 4875481"/>
              <a:gd name="connsiteY6" fmla="*/ 44912 h 5219032"/>
              <a:gd name="connsiteX0" fmla="*/ 0 w 4883900"/>
              <a:gd name="connsiteY0" fmla="*/ 46597 h 5219032"/>
              <a:gd name="connsiteX1" fmla="*/ 51391 w 4883900"/>
              <a:gd name="connsiteY1" fmla="*/ 0 h 5219032"/>
              <a:gd name="connsiteX2" fmla="*/ 3954423 w 4883900"/>
              <a:gd name="connsiteY2" fmla="*/ 14582 h 5219032"/>
              <a:gd name="connsiteX3" fmla="*/ 4883900 w 4883900"/>
              <a:gd name="connsiteY3" fmla="*/ 944059 h 5219032"/>
              <a:gd name="connsiteX4" fmla="*/ 4871542 w 4883900"/>
              <a:gd name="connsiteY4" fmla="*/ 4858320 h 5219032"/>
              <a:gd name="connsiteX5" fmla="*/ 4798568 w 4883900"/>
              <a:gd name="connsiteY5" fmla="*/ 4927060 h 5219032"/>
              <a:gd name="connsiteX6" fmla="*/ 0 w 4883900"/>
              <a:gd name="connsiteY6" fmla="*/ 46597 h 5219032"/>
              <a:gd name="connsiteX0" fmla="*/ 0 w 4883900"/>
              <a:gd name="connsiteY0" fmla="*/ 46597 h 5205838"/>
              <a:gd name="connsiteX1" fmla="*/ 51391 w 4883900"/>
              <a:gd name="connsiteY1" fmla="*/ 0 h 5205838"/>
              <a:gd name="connsiteX2" fmla="*/ 3954423 w 4883900"/>
              <a:gd name="connsiteY2" fmla="*/ 14582 h 5205838"/>
              <a:gd name="connsiteX3" fmla="*/ 4883900 w 4883900"/>
              <a:gd name="connsiteY3" fmla="*/ 944059 h 5205838"/>
              <a:gd name="connsiteX4" fmla="*/ 4871542 w 4883900"/>
              <a:gd name="connsiteY4" fmla="*/ 4858320 h 5205838"/>
              <a:gd name="connsiteX5" fmla="*/ 4675090 w 4883900"/>
              <a:gd name="connsiteY5" fmla="*/ 4879914 h 5205838"/>
              <a:gd name="connsiteX6" fmla="*/ 0 w 4883900"/>
              <a:gd name="connsiteY6" fmla="*/ 46597 h 5205838"/>
              <a:gd name="connsiteX0" fmla="*/ 0 w 4883900"/>
              <a:gd name="connsiteY0" fmla="*/ 46597 h 4880964"/>
              <a:gd name="connsiteX1" fmla="*/ 51391 w 4883900"/>
              <a:gd name="connsiteY1" fmla="*/ 0 h 4880964"/>
              <a:gd name="connsiteX2" fmla="*/ 3954423 w 4883900"/>
              <a:gd name="connsiteY2" fmla="*/ 14582 h 4880964"/>
              <a:gd name="connsiteX3" fmla="*/ 4883900 w 4883900"/>
              <a:gd name="connsiteY3" fmla="*/ 944059 h 4880964"/>
              <a:gd name="connsiteX4" fmla="*/ 4871542 w 4883900"/>
              <a:gd name="connsiteY4" fmla="*/ 4858320 h 4880964"/>
              <a:gd name="connsiteX5" fmla="*/ 4675090 w 4883900"/>
              <a:gd name="connsiteY5" fmla="*/ 4879914 h 4880964"/>
              <a:gd name="connsiteX6" fmla="*/ 0 w 4883900"/>
              <a:gd name="connsiteY6" fmla="*/ 46597 h 4880964"/>
              <a:gd name="connsiteX0" fmla="*/ 0 w 4883900"/>
              <a:gd name="connsiteY0" fmla="*/ 46597 h 4885328"/>
              <a:gd name="connsiteX1" fmla="*/ 51391 w 4883900"/>
              <a:gd name="connsiteY1" fmla="*/ 0 h 4885328"/>
              <a:gd name="connsiteX2" fmla="*/ 3954423 w 4883900"/>
              <a:gd name="connsiteY2" fmla="*/ 14582 h 4885328"/>
              <a:gd name="connsiteX3" fmla="*/ 4883900 w 4883900"/>
              <a:gd name="connsiteY3" fmla="*/ 944059 h 4885328"/>
              <a:gd name="connsiteX4" fmla="*/ 4871542 w 4883900"/>
              <a:gd name="connsiteY4" fmla="*/ 4858320 h 4885328"/>
              <a:gd name="connsiteX5" fmla="*/ 4845715 w 4883900"/>
              <a:gd name="connsiteY5" fmla="*/ 4884404 h 4885328"/>
              <a:gd name="connsiteX6" fmla="*/ 0 w 4883900"/>
              <a:gd name="connsiteY6" fmla="*/ 46597 h 4885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83900" h="4885328">
                <a:moveTo>
                  <a:pt x="0" y="46597"/>
                </a:moveTo>
                <a:lnTo>
                  <a:pt x="51391" y="0"/>
                </a:lnTo>
                <a:lnTo>
                  <a:pt x="3954423" y="14582"/>
                </a:lnTo>
                <a:cubicBezTo>
                  <a:pt x="4467759" y="14582"/>
                  <a:pt x="4883900" y="430723"/>
                  <a:pt x="4883900" y="944059"/>
                </a:cubicBezTo>
                <a:cubicBezTo>
                  <a:pt x="4879781" y="2248813"/>
                  <a:pt x="4875661" y="3553566"/>
                  <a:pt x="4871542" y="4858320"/>
                </a:cubicBezTo>
                <a:cubicBezTo>
                  <a:pt x="4867048" y="4858363"/>
                  <a:pt x="4853138" y="4891193"/>
                  <a:pt x="4845715" y="4884404"/>
                </a:cubicBezTo>
                <a:lnTo>
                  <a:pt x="0" y="46597"/>
                </a:lnTo>
                <a:close/>
              </a:path>
            </a:pathLst>
          </a:custGeom>
          <a:solidFill>
            <a:schemeClr val="tx2"/>
          </a:solidFill>
        </p:spPr>
        <p:txBody>
          <a:bodyPr>
            <a:noAutofit/>
          </a:bodyPr>
          <a:lstStyle>
            <a:lvl1pPr>
              <a:defRPr lang="en-AU">
                <a:solidFill>
                  <a:schemeClr val="bg1"/>
                </a:solidFill>
              </a:defRPr>
            </a:lvl1pPr>
            <a:lvl2pPr>
              <a:defRPr>
                <a:solidFill>
                  <a:schemeClr val="bg1"/>
                </a:solidFill>
              </a:defRPr>
            </a:lvl2pPr>
          </a:lstStyle>
          <a:p>
            <a:pPr lvl="1"/>
            <a:r>
              <a:rPr lang="en-US" dirty="0"/>
              <a:t>  </a:t>
            </a:r>
            <a:endParaRPr lang="en-AU" dirty="0"/>
          </a:p>
        </p:txBody>
      </p:sp>
    </p:spTree>
    <p:extLst>
      <p:ext uri="{BB962C8B-B14F-4D97-AF65-F5344CB8AC3E}">
        <p14:creationId xmlns:p14="http://schemas.microsoft.com/office/powerpoint/2010/main" val="1520258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range">
    <p:bg>
      <p:bgPr>
        <a:gradFill>
          <a:gsLst>
            <a:gs pos="51000">
              <a:schemeClr val="accent1"/>
            </a:gs>
            <a:gs pos="100000">
              <a:schemeClr val="accent2"/>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D6358-A7C7-4A5E-B5D0-F8285790065D}"/>
              </a:ext>
            </a:extLst>
          </p:cNvPr>
          <p:cNvSpPr>
            <a:spLocks noGrp="1"/>
          </p:cNvSpPr>
          <p:nvPr>
            <p:ph type="title"/>
          </p:nvPr>
        </p:nvSpPr>
        <p:spPr>
          <a:xfrm>
            <a:off x="839788" y="1874183"/>
            <a:ext cx="5297685" cy="1228724"/>
          </a:xfrm>
        </p:spPr>
        <p:txBody>
          <a:bodyPr/>
          <a:lstStyle/>
          <a:p>
            <a:r>
              <a:rPr lang="en-US" dirty="0"/>
              <a:t>Click to edit Master title style</a:t>
            </a:r>
            <a:endParaRPr lang="en-AU" dirty="0"/>
          </a:p>
        </p:txBody>
      </p:sp>
      <p:sp>
        <p:nvSpPr>
          <p:cNvPr id="4" name="Date Placeholder 3">
            <a:extLst>
              <a:ext uri="{FF2B5EF4-FFF2-40B4-BE49-F238E27FC236}">
                <a16:creationId xmlns:a16="http://schemas.microsoft.com/office/drawing/2014/main" id="{4C760BE2-071A-4004-90EE-B08B36510DFE}"/>
              </a:ext>
            </a:extLst>
          </p:cNvPr>
          <p:cNvSpPr>
            <a:spLocks noGrp="1"/>
          </p:cNvSpPr>
          <p:nvPr>
            <p:ph type="dt" sz="half" idx="10"/>
          </p:nvPr>
        </p:nvSpPr>
        <p:spPr>
          <a:xfrm>
            <a:off x="836812" y="1296055"/>
            <a:ext cx="2743200" cy="365125"/>
          </a:xfrm>
        </p:spPr>
        <p:txBody>
          <a:bodyPr/>
          <a:lstStyle/>
          <a:p>
            <a:fld id="{402D44FB-E4CF-4A09-9A23-E009F4D9FF7B}" type="datetime4">
              <a:rPr lang="en-AU" smtClean="0"/>
              <a:t>23 October 2024</a:t>
            </a:fld>
            <a:endParaRPr lang="en-AU" dirty="0"/>
          </a:p>
        </p:txBody>
      </p:sp>
      <p:sp>
        <p:nvSpPr>
          <p:cNvPr id="5" name="Footer Placeholder 4">
            <a:extLst>
              <a:ext uri="{FF2B5EF4-FFF2-40B4-BE49-F238E27FC236}">
                <a16:creationId xmlns:a16="http://schemas.microsoft.com/office/drawing/2014/main" id="{1FC67811-2143-4286-8A63-9CA987EF71BC}"/>
              </a:ext>
            </a:extLst>
          </p:cNvPr>
          <p:cNvSpPr>
            <a:spLocks noGrp="1"/>
          </p:cNvSpPr>
          <p:nvPr>
            <p:ph type="ftr" sz="quarter" idx="11"/>
          </p:nvPr>
        </p:nvSpPr>
        <p:spPr>
          <a:xfrm>
            <a:off x="9169400" y="6356350"/>
            <a:ext cx="2479344" cy="365125"/>
          </a:xfrm>
        </p:spPr>
        <p:txBody>
          <a:bodyPr lIns="0" tIns="0" rIns="0" bIns="0"/>
          <a:lstStyle/>
          <a:p>
            <a:endParaRPr lang="en-AU" dirty="0"/>
          </a:p>
        </p:txBody>
      </p:sp>
      <p:sp>
        <p:nvSpPr>
          <p:cNvPr id="6" name="Slide Number Placeholder 5">
            <a:extLst>
              <a:ext uri="{FF2B5EF4-FFF2-40B4-BE49-F238E27FC236}">
                <a16:creationId xmlns:a16="http://schemas.microsoft.com/office/drawing/2014/main" id="{6894B962-0C1C-4603-977F-67FDFF2AAED7}"/>
              </a:ext>
            </a:extLst>
          </p:cNvPr>
          <p:cNvSpPr>
            <a:spLocks noGrp="1"/>
          </p:cNvSpPr>
          <p:nvPr>
            <p:ph type="sldNum" sz="quarter" idx="12"/>
          </p:nvPr>
        </p:nvSpPr>
        <p:spPr/>
        <p:txBody>
          <a:bodyPr/>
          <a:lstStyle/>
          <a:p>
            <a:fld id="{35E8911E-9DE7-463F-981B-F1795CC06C30}" type="slidenum">
              <a:rPr lang="en-AU" smtClean="0"/>
              <a:t>‹#›</a:t>
            </a:fld>
            <a:endParaRPr lang="en-AU" dirty="0"/>
          </a:p>
        </p:txBody>
      </p:sp>
      <p:sp>
        <p:nvSpPr>
          <p:cNvPr id="9" name="Text Placeholder 8">
            <a:extLst>
              <a:ext uri="{FF2B5EF4-FFF2-40B4-BE49-F238E27FC236}">
                <a16:creationId xmlns:a16="http://schemas.microsoft.com/office/drawing/2014/main" id="{3F05B3E2-2B04-4D3C-8DDE-B4022A81AE1B}"/>
              </a:ext>
            </a:extLst>
          </p:cNvPr>
          <p:cNvSpPr>
            <a:spLocks noGrp="1"/>
          </p:cNvSpPr>
          <p:nvPr>
            <p:ph type="body" sz="quarter" idx="14"/>
          </p:nvPr>
        </p:nvSpPr>
        <p:spPr>
          <a:xfrm>
            <a:off x="839788" y="3109301"/>
            <a:ext cx="5297685" cy="2202795"/>
          </a:xfrm>
          <a:prstGeom prst="rect">
            <a:avLst/>
          </a:prstGeom>
        </p:spPr>
        <p:txBody>
          <a:bodyPr lIns="0" tIns="0" rIns="0" bIns="0"/>
          <a:lstStyle>
            <a:lvl1pPr marL="0" indent="0">
              <a:spcBef>
                <a:spcPts val="0"/>
              </a:spcBef>
              <a:buFont typeface="Arial" panose="020B0604020202020204" pitchFamily="34" charset="0"/>
              <a:buNone/>
              <a:defRPr lang="en-US" sz="2100" kern="1200" cap="none" spc="30" baseline="0" dirty="0">
                <a:solidFill>
                  <a:schemeClr val="tx1"/>
                </a:solidFill>
                <a:latin typeface="Roboto"/>
                <a:ea typeface="+mn-ea"/>
                <a:cs typeface="+mn-cs"/>
              </a:defRPr>
            </a:lvl1pPr>
            <a:lvl2pPr>
              <a:defRPr lang="en-US" sz="1400" kern="1200" spc="-24" dirty="0">
                <a:solidFill>
                  <a:schemeClr val="tx1"/>
                </a:solidFill>
                <a:latin typeface="Roboto"/>
                <a:ea typeface="+mn-ea"/>
                <a:cs typeface="+mn-cs"/>
              </a:defRPr>
            </a:lvl2pPr>
            <a:lvl3pPr>
              <a:defRPr lang="en-US" sz="1400" b="1" kern="1200" dirty="0">
                <a:solidFill>
                  <a:schemeClr val="tx1"/>
                </a:solidFill>
                <a:latin typeface="+mn-lt"/>
                <a:ea typeface="+mn-ea"/>
                <a:cs typeface="+mn-cs"/>
              </a:defRPr>
            </a:lvl3pPr>
            <a:lvl4pPr>
              <a:spcBef>
                <a:spcPts val="600"/>
              </a:spcBef>
              <a:defRPr lang="en-US" sz="1000" b="0" kern="1200" dirty="0">
                <a:solidFill>
                  <a:schemeClr val="tx1"/>
                </a:solidFill>
                <a:latin typeface="+mn-lt"/>
                <a:ea typeface="+mn-ea"/>
                <a:cs typeface="+mn-cs"/>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7" name="Picture Placeholder 13">
            <a:extLst>
              <a:ext uri="{FF2B5EF4-FFF2-40B4-BE49-F238E27FC236}">
                <a16:creationId xmlns:a16="http://schemas.microsoft.com/office/drawing/2014/main" id="{07628AA4-92F1-4A6D-BE71-19780CC064A7}"/>
              </a:ext>
            </a:extLst>
          </p:cNvPr>
          <p:cNvSpPr>
            <a:spLocks noGrp="1"/>
          </p:cNvSpPr>
          <p:nvPr>
            <p:ph type="pic" sz="quarter" idx="17" hasCustomPrompt="1"/>
          </p:nvPr>
        </p:nvSpPr>
        <p:spPr>
          <a:xfrm>
            <a:off x="6096000" y="0"/>
            <a:ext cx="6096000" cy="6858000"/>
          </a:xfrm>
        </p:spPr>
        <p:txBody>
          <a:bodyPr/>
          <a:lstStyle>
            <a:lvl1pPr>
              <a:defRPr/>
            </a:lvl1pPr>
          </a:lstStyle>
          <a:p>
            <a:pPr lvl="3"/>
            <a:r>
              <a:rPr lang="en-US" dirty="0"/>
              <a:t>Click the Image icon to insert your picture</a:t>
            </a:r>
            <a:endParaRPr lang="en-AU" dirty="0"/>
          </a:p>
        </p:txBody>
      </p:sp>
      <p:sp>
        <p:nvSpPr>
          <p:cNvPr id="8" name="SmartArt Placeholder 7">
            <a:extLst>
              <a:ext uri="{FF2B5EF4-FFF2-40B4-BE49-F238E27FC236}">
                <a16:creationId xmlns:a16="http://schemas.microsoft.com/office/drawing/2014/main" id="{EA779032-A6AC-4C86-9EFD-7EDFEE27BF98}"/>
              </a:ext>
            </a:extLst>
          </p:cNvPr>
          <p:cNvSpPr>
            <a:spLocks noGrp="1" noChangeAspect="1"/>
          </p:cNvSpPr>
          <p:nvPr>
            <p:ph type="dgm" sz="quarter" idx="16" hasCustomPrompt="1"/>
          </p:nvPr>
        </p:nvSpPr>
        <p:spPr>
          <a:xfrm rot="2700000">
            <a:off x="3631497" y="984148"/>
            <a:ext cx="4883900" cy="4885328"/>
          </a:xfrm>
          <a:custGeom>
            <a:avLst/>
            <a:gdLst>
              <a:gd name="connsiteX0" fmla="*/ 0 w 10586923"/>
              <a:gd name="connsiteY0" fmla="*/ 929477 h 9833657"/>
              <a:gd name="connsiteX1" fmla="*/ 929477 w 10586923"/>
              <a:gd name="connsiteY1" fmla="*/ 0 h 9833657"/>
              <a:gd name="connsiteX2" fmla="*/ 9657446 w 10586923"/>
              <a:gd name="connsiteY2" fmla="*/ 0 h 9833657"/>
              <a:gd name="connsiteX3" fmla="*/ 10586923 w 10586923"/>
              <a:gd name="connsiteY3" fmla="*/ 929477 h 9833657"/>
              <a:gd name="connsiteX4" fmla="*/ 10586923 w 10586923"/>
              <a:gd name="connsiteY4" fmla="*/ 8904180 h 9833657"/>
              <a:gd name="connsiteX5" fmla="*/ 9657446 w 10586923"/>
              <a:gd name="connsiteY5" fmla="*/ 9833657 h 9833657"/>
              <a:gd name="connsiteX6" fmla="*/ 929477 w 10586923"/>
              <a:gd name="connsiteY6" fmla="*/ 9833657 h 9833657"/>
              <a:gd name="connsiteX7" fmla="*/ 0 w 10586923"/>
              <a:gd name="connsiteY7" fmla="*/ 8904180 h 9833657"/>
              <a:gd name="connsiteX8" fmla="*/ 0 w 10586923"/>
              <a:gd name="connsiteY8" fmla="*/ 929477 h 9833657"/>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86923 w 10586923"/>
              <a:gd name="connsiteY5" fmla="*/ 8918762 h 9848239"/>
              <a:gd name="connsiteX6" fmla="*/ 9657446 w 10586923"/>
              <a:gd name="connsiteY6" fmla="*/ 984823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10586923 w 10586923"/>
              <a:gd name="connsiteY6" fmla="*/ 8918762 h 9848239"/>
              <a:gd name="connsiteX7" fmla="*/ 9657446 w 10586923"/>
              <a:gd name="connsiteY7" fmla="*/ 9848239 h 9848239"/>
              <a:gd name="connsiteX8" fmla="*/ 929477 w 10586923"/>
              <a:gd name="connsiteY8" fmla="*/ 9848239 h 9848239"/>
              <a:gd name="connsiteX9" fmla="*/ 0 w 10586923"/>
              <a:gd name="connsiteY9" fmla="*/ 8918762 h 9848239"/>
              <a:gd name="connsiteX10" fmla="*/ 0 w 10586923"/>
              <a:gd name="connsiteY10" fmla="*/ 944059 h 9848239"/>
              <a:gd name="connsiteX0" fmla="*/ 0 w 10661070"/>
              <a:gd name="connsiteY0" fmla="*/ 944059 h 9848239"/>
              <a:gd name="connsiteX1" fmla="*/ 929477 w 10661070"/>
              <a:gd name="connsiteY1" fmla="*/ 14582 h 9848239"/>
              <a:gd name="connsiteX2" fmla="*/ 5734207 w 10661070"/>
              <a:gd name="connsiteY2" fmla="*/ 0 h 9848239"/>
              <a:gd name="connsiteX3" fmla="*/ 9657446 w 10661070"/>
              <a:gd name="connsiteY3" fmla="*/ 14582 h 9848239"/>
              <a:gd name="connsiteX4" fmla="*/ 10586923 w 10661070"/>
              <a:gd name="connsiteY4" fmla="*/ 944059 h 9848239"/>
              <a:gd name="connsiteX5" fmla="*/ 10574565 w 10661070"/>
              <a:gd name="connsiteY5" fmla="*/ 4858320 h 9848239"/>
              <a:gd name="connsiteX6" fmla="*/ 9657446 w 10661070"/>
              <a:gd name="connsiteY6" fmla="*/ 9848239 h 9848239"/>
              <a:gd name="connsiteX7" fmla="*/ 929477 w 10661070"/>
              <a:gd name="connsiteY7" fmla="*/ 9848239 h 9848239"/>
              <a:gd name="connsiteX8" fmla="*/ 0 w 10661070"/>
              <a:gd name="connsiteY8" fmla="*/ 8918762 h 9848239"/>
              <a:gd name="connsiteX9" fmla="*/ 0 w 10661070"/>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62909 w 10586923"/>
              <a:gd name="connsiteY6" fmla="*/ 914777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62909 w 10586923"/>
              <a:gd name="connsiteY6" fmla="*/ 914777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62909 w 10586923"/>
              <a:gd name="connsiteY6" fmla="*/ 914777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62909 w 10586923"/>
              <a:gd name="connsiteY6" fmla="*/ 914777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44948 w 10586923"/>
              <a:gd name="connsiteY6" fmla="*/ 9165741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44948 w 10586923"/>
              <a:gd name="connsiteY6" fmla="*/ 9165741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98830 w 10586923"/>
              <a:gd name="connsiteY6" fmla="*/ 9165741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11685"/>
              <a:gd name="connsiteX1" fmla="*/ 929477 w 10586923"/>
              <a:gd name="connsiteY1" fmla="*/ 14582 h 9811685"/>
              <a:gd name="connsiteX2" fmla="*/ 5734207 w 10586923"/>
              <a:gd name="connsiteY2" fmla="*/ 0 h 9811685"/>
              <a:gd name="connsiteX3" fmla="*/ 9657446 w 10586923"/>
              <a:gd name="connsiteY3" fmla="*/ 14582 h 9811685"/>
              <a:gd name="connsiteX4" fmla="*/ 10586923 w 10586923"/>
              <a:gd name="connsiteY4" fmla="*/ 944059 h 9811685"/>
              <a:gd name="connsiteX5" fmla="*/ 10574565 w 10586923"/>
              <a:gd name="connsiteY5" fmla="*/ 4858320 h 9811685"/>
              <a:gd name="connsiteX6" fmla="*/ 6298830 w 10586923"/>
              <a:gd name="connsiteY6" fmla="*/ 9165741 h 9811685"/>
              <a:gd name="connsiteX7" fmla="*/ 0 w 10586923"/>
              <a:gd name="connsiteY7" fmla="*/ 8918762 h 9811685"/>
              <a:gd name="connsiteX8" fmla="*/ 0 w 10586923"/>
              <a:gd name="connsiteY8" fmla="*/ 944059 h 9811685"/>
              <a:gd name="connsiteX0" fmla="*/ 0 w 10586923"/>
              <a:gd name="connsiteY0" fmla="*/ 944059 h 9165750"/>
              <a:gd name="connsiteX1" fmla="*/ 929477 w 10586923"/>
              <a:gd name="connsiteY1" fmla="*/ 14582 h 9165750"/>
              <a:gd name="connsiteX2" fmla="*/ 5734207 w 10586923"/>
              <a:gd name="connsiteY2" fmla="*/ 0 h 9165750"/>
              <a:gd name="connsiteX3" fmla="*/ 9657446 w 10586923"/>
              <a:gd name="connsiteY3" fmla="*/ 14582 h 9165750"/>
              <a:gd name="connsiteX4" fmla="*/ 10586923 w 10586923"/>
              <a:gd name="connsiteY4" fmla="*/ 944059 h 9165750"/>
              <a:gd name="connsiteX5" fmla="*/ 10574565 w 10586923"/>
              <a:gd name="connsiteY5" fmla="*/ 4858320 h 9165750"/>
              <a:gd name="connsiteX6" fmla="*/ 6298830 w 10586923"/>
              <a:gd name="connsiteY6" fmla="*/ 9165741 h 9165750"/>
              <a:gd name="connsiteX7" fmla="*/ 0 w 10586923"/>
              <a:gd name="connsiteY7" fmla="*/ 944059 h 9165750"/>
              <a:gd name="connsiteX0" fmla="*/ 651722 w 9801804"/>
              <a:gd name="connsiteY0" fmla="*/ 4338596 h 9165750"/>
              <a:gd name="connsiteX1" fmla="*/ 144358 w 9801804"/>
              <a:gd name="connsiteY1" fmla="*/ 14582 h 9165750"/>
              <a:gd name="connsiteX2" fmla="*/ 4949088 w 9801804"/>
              <a:gd name="connsiteY2" fmla="*/ 0 h 9165750"/>
              <a:gd name="connsiteX3" fmla="*/ 8872327 w 9801804"/>
              <a:gd name="connsiteY3" fmla="*/ 14582 h 9165750"/>
              <a:gd name="connsiteX4" fmla="*/ 9801804 w 9801804"/>
              <a:gd name="connsiteY4" fmla="*/ 944059 h 9165750"/>
              <a:gd name="connsiteX5" fmla="*/ 9789446 w 9801804"/>
              <a:gd name="connsiteY5" fmla="*/ 4858320 h 9165750"/>
              <a:gd name="connsiteX6" fmla="*/ 5513711 w 9801804"/>
              <a:gd name="connsiteY6" fmla="*/ 9165741 h 9165750"/>
              <a:gd name="connsiteX7" fmla="*/ 651722 w 9801804"/>
              <a:gd name="connsiteY7" fmla="*/ 4338596 h 9165750"/>
              <a:gd name="connsiteX0" fmla="*/ 651722 w 9801804"/>
              <a:gd name="connsiteY0" fmla="*/ 4338596 h 9165750"/>
              <a:gd name="connsiteX1" fmla="*/ 144358 w 9801804"/>
              <a:gd name="connsiteY1" fmla="*/ 14582 h 9165750"/>
              <a:gd name="connsiteX2" fmla="*/ 4949088 w 9801804"/>
              <a:gd name="connsiteY2" fmla="*/ 0 h 9165750"/>
              <a:gd name="connsiteX3" fmla="*/ 8872327 w 9801804"/>
              <a:gd name="connsiteY3" fmla="*/ 14582 h 9165750"/>
              <a:gd name="connsiteX4" fmla="*/ 9801804 w 9801804"/>
              <a:gd name="connsiteY4" fmla="*/ 944059 h 9165750"/>
              <a:gd name="connsiteX5" fmla="*/ 9789446 w 9801804"/>
              <a:gd name="connsiteY5" fmla="*/ 4858320 h 9165750"/>
              <a:gd name="connsiteX6" fmla="*/ 5513711 w 9801804"/>
              <a:gd name="connsiteY6" fmla="*/ 9165741 h 9165750"/>
              <a:gd name="connsiteX7" fmla="*/ 651722 w 9801804"/>
              <a:gd name="connsiteY7" fmla="*/ 4338596 h 9165750"/>
              <a:gd name="connsiteX0" fmla="*/ 647491 w 9797573"/>
              <a:gd name="connsiteY0" fmla="*/ 4338596 h 9165750"/>
              <a:gd name="connsiteX1" fmla="*/ 140127 w 9797573"/>
              <a:gd name="connsiteY1" fmla="*/ 14582 h 9165750"/>
              <a:gd name="connsiteX2" fmla="*/ 4944857 w 9797573"/>
              <a:gd name="connsiteY2" fmla="*/ 0 h 9165750"/>
              <a:gd name="connsiteX3" fmla="*/ 8868096 w 9797573"/>
              <a:gd name="connsiteY3" fmla="*/ 14582 h 9165750"/>
              <a:gd name="connsiteX4" fmla="*/ 9797573 w 9797573"/>
              <a:gd name="connsiteY4" fmla="*/ 944059 h 9165750"/>
              <a:gd name="connsiteX5" fmla="*/ 9785215 w 9797573"/>
              <a:gd name="connsiteY5" fmla="*/ 4858320 h 9165750"/>
              <a:gd name="connsiteX6" fmla="*/ 5509480 w 9797573"/>
              <a:gd name="connsiteY6" fmla="*/ 9165741 h 9165750"/>
              <a:gd name="connsiteX7" fmla="*/ 647491 w 9797573"/>
              <a:gd name="connsiteY7" fmla="*/ 4338596 h 9165750"/>
              <a:gd name="connsiteX0" fmla="*/ 2149 w 9152231"/>
              <a:gd name="connsiteY0" fmla="*/ 4338596 h 9165750"/>
              <a:gd name="connsiteX1" fmla="*/ 4299515 w 9152231"/>
              <a:gd name="connsiteY1" fmla="*/ 0 h 9165750"/>
              <a:gd name="connsiteX2" fmla="*/ 8222754 w 9152231"/>
              <a:gd name="connsiteY2" fmla="*/ 14582 h 9165750"/>
              <a:gd name="connsiteX3" fmla="*/ 9152231 w 9152231"/>
              <a:gd name="connsiteY3" fmla="*/ 944059 h 9165750"/>
              <a:gd name="connsiteX4" fmla="*/ 9139873 w 9152231"/>
              <a:gd name="connsiteY4" fmla="*/ 4858320 h 9165750"/>
              <a:gd name="connsiteX5" fmla="*/ 4864138 w 9152231"/>
              <a:gd name="connsiteY5" fmla="*/ 9165741 h 9165750"/>
              <a:gd name="connsiteX6" fmla="*/ 2149 w 9152231"/>
              <a:gd name="connsiteY6" fmla="*/ 4338596 h 9165750"/>
              <a:gd name="connsiteX0" fmla="*/ 1973 w 9152055"/>
              <a:gd name="connsiteY0" fmla="*/ 4338596 h 9165750"/>
              <a:gd name="connsiteX1" fmla="*/ 4299339 w 9152055"/>
              <a:gd name="connsiteY1" fmla="*/ 0 h 9165750"/>
              <a:gd name="connsiteX2" fmla="*/ 8222578 w 9152055"/>
              <a:gd name="connsiteY2" fmla="*/ 14582 h 9165750"/>
              <a:gd name="connsiteX3" fmla="*/ 9152055 w 9152055"/>
              <a:gd name="connsiteY3" fmla="*/ 944059 h 9165750"/>
              <a:gd name="connsiteX4" fmla="*/ 9139697 w 9152055"/>
              <a:gd name="connsiteY4" fmla="*/ 4858320 h 9165750"/>
              <a:gd name="connsiteX5" fmla="*/ 4863962 w 9152055"/>
              <a:gd name="connsiteY5" fmla="*/ 9165741 h 9165750"/>
              <a:gd name="connsiteX6" fmla="*/ 1973 w 9152055"/>
              <a:gd name="connsiteY6" fmla="*/ 4338596 h 9165750"/>
              <a:gd name="connsiteX0" fmla="*/ 0 w 9150082"/>
              <a:gd name="connsiteY0" fmla="*/ 4338596 h 9165750"/>
              <a:gd name="connsiteX1" fmla="*/ 4297366 w 9150082"/>
              <a:gd name="connsiteY1" fmla="*/ 0 h 9165750"/>
              <a:gd name="connsiteX2" fmla="*/ 8220605 w 9150082"/>
              <a:gd name="connsiteY2" fmla="*/ 14582 h 9165750"/>
              <a:gd name="connsiteX3" fmla="*/ 9150082 w 9150082"/>
              <a:gd name="connsiteY3" fmla="*/ 944059 h 9165750"/>
              <a:gd name="connsiteX4" fmla="*/ 9137724 w 9150082"/>
              <a:gd name="connsiteY4" fmla="*/ 4858320 h 9165750"/>
              <a:gd name="connsiteX5" fmla="*/ 4861989 w 9150082"/>
              <a:gd name="connsiteY5" fmla="*/ 9165741 h 9165750"/>
              <a:gd name="connsiteX6" fmla="*/ 0 w 9150082"/>
              <a:gd name="connsiteY6" fmla="*/ 4338596 h 9165750"/>
              <a:gd name="connsiteX0" fmla="*/ 0 w 9150082"/>
              <a:gd name="connsiteY0" fmla="*/ 4338596 h 9165750"/>
              <a:gd name="connsiteX1" fmla="*/ 4297366 w 9150082"/>
              <a:gd name="connsiteY1" fmla="*/ 0 h 9165750"/>
              <a:gd name="connsiteX2" fmla="*/ 8220605 w 9150082"/>
              <a:gd name="connsiteY2" fmla="*/ 14582 h 9165750"/>
              <a:gd name="connsiteX3" fmla="*/ 9150082 w 9150082"/>
              <a:gd name="connsiteY3" fmla="*/ 944059 h 9165750"/>
              <a:gd name="connsiteX4" fmla="*/ 9137724 w 9150082"/>
              <a:gd name="connsiteY4" fmla="*/ 4858320 h 9165750"/>
              <a:gd name="connsiteX5" fmla="*/ 4861989 w 9150082"/>
              <a:gd name="connsiteY5" fmla="*/ 9165741 h 9165750"/>
              <a:gd name="connsiteX6" fmla="*/ 0 w 9150082"/>
              <a:gd name="connsiteY6" fmla="*/ 4338596 h 9165750"/>
              <a:gd name="connsiteX0" fmla="*/ 0 w 4929362"/>
              <a:gd name="connsiteY0" fmla="*/ 135836 h 9165750"/>
              <a:gd name="connsiteX1" fmla="*/ 76646 w 4929362"/>
              <a:gd name="connsiteY1" fmla="*/ 0 h 9165750"/>
              <a:gd name="connsiteX2" fmla="*/ 3999885 w 4929362"/>
              <a:gd name="connsiteY2" fmla="*/ 14582 h 9165750"/>
              <a:gd name="connsiteX3" fmla="*/ 4929362 w 4929362"/>
              <a:gd name="connsiteY3" fmla="*/ 944059 h 9165750"/>
              <a:gd name="connsiteX4" fmla="*/ 4917004 w 4929362"/>
              <a:gd name="connsiteY4" fmla="*/ 4858320 h 9165750"/>
              <a:gd name="connsiteX5" fmla="*/ 641269 w 4929362"/>
              <a:gd name="connsiteY5" fmla="*/ 9165741 h 9165750"/>
              <a:gd name="connsiteX6" fmla="*/ 0 w 4929362"/>
              <a:gd name="connsiteY6" fmla="*/ 135836 h 9165750"/>
              <a:gd name="connsiteX0" fmla="*/ 0 w 4929362"/>
              <a:gd name="connsiteY0" fmla="*/ 135836 h 5219032"/>
              <a:gd name="connsiteX1" fmla="*/ 76646 w 4929362"/>
              <a:gd name="connsiteY1" fmla="*/ 0 h 5219032"/>
              <a:gd name="connsiteX2" fmla="*/ 3999885 w 4929362"/>
              <a:gd name="connsiteY2" fmla="*/ 14582 h 5219032"/>
              <a:gd name="connsiteX3" fmla="*/ 4929362 w 4929362"/>
              <a:gd name="connsiteY3" fmla="*/ 944059 h 5219032"/>
              <a:gd name="connsiteX4" fmla="*/ 4917004 w 4929362"/>
              <a:gd name="connsiteY4" fmla="*/ 4858320 h 5219032"/>
              <a:gd name="connsiteX5" fmla="*/ 4844030 w 4929362"/>
              <a:gd name="connsiteY5" fmla="*/ 4927060 h 5219032"/>
              <a:gd name="connsiteX6" fmla="*/ 0 w 4929362"/>
              <a:gd name="connsiteY6" fmla="*/ 135836 h 5219032"/>
              <a:gd name="connsiteX0" fmla="*/ 0 w 4895686"/>
              <a:gd name="connsiteY0" fmla="*/ 65117 h 5219032"/>
              <a:gd name="connsiteX1" fmla="*/ 42970 w 4895686"/>
              <a:gd name="connsiteY1" fmla="*/ 0 h 5219032"/>
              <a:gd name="connsiteX2" fmla="*/ 3966209 w 4895686"/>
              <a:gd name="connsiteY2" fmla="*/ 14582 h 5219032"/>
              <a:gd name="connsiteX3" fmla="*/ 4895686 w 4895686"/>
              <a:gd name="connsiteY3" fmla="*/ 944059 h 5219032"/>
              <a:gd name="connsiteX4" fmla="*/ 4883328 w 4895686"/>
              <a:gd name="connsiteY4" fmla="*/ 4858320 h 5219032"/>
              <a:gd name="connsiteX5" fmla="*/ 4810354 w 4895686"/>
              <a:gd name="connsiteY5" fmla="*/ 4927060 h 5219032"/>
              <a:gd name="connsiteX6" fmla="*/ 0 w 4895686"/>
              <a:gd name="connsiteY6" fmla="*/ 65117 h 5219032"/>
              <a:gd name="connsiteX0" fmla="*/ 0 w 4895686"/>
              <a:gd name="connsiteY0" fmla="*/ 65117 h 5219032"/>
              <a:gd name="connsiteX1" fmla="*/ 63177 w 4895686"/>
              <a:gd name="connsiteY1" fmla="*/ 0 h 5219032"/>
              <a:gd name="connsiteX2" fmla="*/ 3966209 w 4895686"/>
              <a:gd name="connsiteY2" fmla="*/ 14582 h 5219032"/>
              <a:gd name="connsiteX3" fmla="*/ 4895686 w 4895686"/>
              <a:gd name="connsiteY3" fmla="*/ 944059 h 5219032"/>
              <a:gd name="connsiteX4" fmla="*/ 4883328 w 4895686"/>
              <a:gd name="connsiteY4" fmla="*/ 4858320 h 5219032"/>
              <a:gd name="connsiteX5" fmla="*/ 4810354 w 4895686"/>
              <a:gd name="connsiteY5" fmla="*/ 4927060 h 5219032"/>
              <a:gd name="connsiteX6" fmla="*/ 0 w 4895686"/>
              <a:gd name="connsiteY6" fmla="*/ 65117 h 5219032"/>
              <a:gd name="connsiteX0" fmla="*/ 0 w 4875481"/>
              <a:gd name="connsiteY0" fmla="*/ 44912 h 5219032"/>
              <a:gd name="connsiteX1" fmla="*/ 42972 w 4875481"/>
              <a:gd name="connsiteY1" fmla="*/ 0 h 5219032"/>
              <a:gd name="connsiteX2" fmla="*/ 3946004 w 4875481"/>
              <a:gd name="connsiteY2" fmla="*/ 14582 h 5219032"/>
              <a:gd name="connsiteX3" fmla="*/ 4875481 w 4875481"/>
              <a:gd name="connsiteY3" fmla="*/ 944059 h 5219032"/>
              <a:gd name="connsiteX4" fmla="*/ 4863123 w 4875481"/>
              <a:gd name="connsiteY4" fmla="*/ 4858320 h 5219032"/>
              <a:gd name="connsiteX5" fmla="*/ 4790149 w 4875481"/>
              <a:gd name="connsiteY5" fmla="*/ 4927060 h 5219032"/>
              <a:gd name="connsiteX6" fmla="*/ 0 w 4875481"/>
              <a:gd name="connsiteY6" fmla="*/ 44912 h 5219032"/>
              <a:gd name="connsiteX0" fmla="*/ 0 w 4883900"/>
              <a:gd name="connsiteY0" fmla="*/ 46597 h 5219032"/>
              <a:gd name="connsiteX1" fmla="*/ 51391 w 4883900"/>
              <a:gd name="connsiteY1" fmla="*/ 0 h 5219032"/>
              <a:gd name="connsiteX2" fmla="*/ 3954423 w 4883900"/>
              <a:gd name="connsiteY2" fmla="*/ 14582 h 5219032"/>
              <a:gd name="connsiteX3" fmla="*/ 4883900 w 4883900"/>
              <a:gd name="connsiteY3" fmla="*/ 944059 h 5219032"/>
              <a:gd name="connsiteX4" fmla="*/ 4871542 w 4883900"/>
              <a:gd name="connsiteY4" fmla="*/ 4858320 h 5219032"/>
              <a:gd name="connsiteX5" fmla="*/ 4798568 w 4883900"/>
              <a:gd name="connsiteY5" fmla="*/ 4927060 h 5219032"/>
              <a:gd name="connsiteX6" fmla="*/ 0 w 4883900"/>
              <a:gd name="connsiteY6" fmla="*/ 46597 h 5219032"/>
              <a:gd name="connsiteX0" fmla="*/ 0 w 4883900"/>
              <a:gd name="connsiteY0" fmla="*/ 46597 h 5205838"/>
              <a:gd name="connsiteX1" fmla="*/ 51391 w 4883900"/>
              <a:gd name="connsiteY1" fmla="*/ 0 h 5205838"/>
              <a:gd name="connsiteX2" fmla="*/ 3954423 w 4883900"/>
              <a:gd name="connsiteY2" fmla="*/ 14582 h 5205838"/>
              <a:gd name="connsiteX3" fmla="*/ 4883900 w 4883900"/>
              <a:gd name="connsiteY3" fmla="*/ 944059 h 5205838"/>
              <a:gd name="connsiteX4" fmla="*/ 4871542 w 4883900"/>
              <a:gd name="connsiteY4" fmla="*/ 4858320 h 5205838"/>
              <a:gd name="connsiteX5" fmla="*/ 4675090 w 4883900"/>
              <a:gd name="connsiteY5" fmla="*/ 4879914 h 5205838"/>
              <a:gd name="connsiteX6" fmla="*/ 0 w 4883900"/>
              <a:gd name="connsiteY6" fmla="*/ 46597 h 5205838"/>
              <a:gd name="connsiteX0" fmla="*/ 0 w 4883900"/>
              <a:gd name="connsiteY0" fmla="*/ 46597 h 4880964"/>
              <a:gd name="connsiteX1" fmla="*/ 51391 w 4883900"/>
              <a:gd name="connsiteY1" fmla="*/ 0 h 4880964"/>
              <a:gd name="connsiteX2" fmla="*/ 3954423 w 4883900"/>
              <a:gd name="connsiteY2" fmla="*/ 14582 h 4880964"/>
              <a:gd name="connsiteX3" fmla="*/ 4883900 w 4883900"/>
              <a:gd name="connsiteY3" fmla="*/ 944059 h 4880964"/>
              <a:gd name="connsiteX4" fmla="*/ 4871542 w 4883900"/>
              <a:gd name="connsiteY4" fmla="*/ 4858320 h 4880964"/>
              <a:gd name="connsiteX5" fmla="*/ 4675090 w 4883900"/>
              <a:gd name="connsiteY5" fmla="*/ 4879914 h 4880964"/>
              <a:gd name="connsiteX6" fmla="*/ 0 w 4883900"/>
              <a:gd name="connsiteY6" fmla="*/ 46597 h 4880964"/>
              <a:gd name="connsiteX0" fmla="*/ 0 w 4883900"/>
              <a:gd name="connsiteY0" fmla="*/ 46597 h 4885328"/>
              <a:gd name="connsiteX1" fmla="*/ 51391 w 4883900"/>
              <a:gd name="connsiteY1" fmla="*/ 0 h 4885328"/>
              <a:gd name="connsiteX2" fmla="*/ 3954423 w 4883900"/>
              <a:gd name="connsiteY2" fmla="*/ 14582 h 4885328"/>
              <a:gd name="connsiteX3" fmla="*/ 4883900 w 4883900"/>
              <a:gd name="connsiteY3" fmla="*/ 944059 h 4885328"/>
              <a:gd name="connsiteX4" fmla="*/ 4871542 w 4883900"/>
              <a:gd name="connsiteY4" fmla="*/ 4858320 h 4885328"/>
              <a:gd name="connsiteX5" fmla="*/ 4845715 w 4883900"/>
              <a:gd name="connsiteY5" fmla="*/ 4884404 h 4885328"/>
              <a:gd name="connsiteX6" fmla="*/ 0 w 4883900"/>
              <a:gd name="connsiteY6" fmla="*/ 46597 h 4885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83900" h="4885328">
                <a:moveTo>
                  <a:pt x="0" y="46597"/>
                </a:moveTo>
                <a:lnTo>
                  <a:pt x="51391" y="0"/>
                </a:lnTo>
                <a:lnTo>
                  <a:pt x="3954423" y="14582"/>
                </a:lnTo>
                <a:cubicBezTo>
                  <a:pt x="4467759" y="14582"/>
                  <a:pt x="4883900" y="430723"/>
                  <a:pt x="4883900" y="944059"/>
                </a:cubicBezTo>
                <a:cubicBezTo>
                  <a:pt x="4879781" y="2248813"/>
                  <a:pt x="4875661" y="3553566"/>
                  <a:pt x="4871542" y="4858320"/>
                </a:cubicBezTo>
                <a:cubicBezTo>
                  <a:pt x="4867048" y="4858363"/>
                  <a:pt x="4853138" y="4891193"/>
                  <a:pt x="4845715" y="4884404"/>
                </a:cubicBezTo>
                <a:lnTo>
                  <a:pt x="0" y="46597"/>
                </a:lnTo>
                <a:close/>
              </a:path>
            </a:pathLst>
          </a:custGeom>
          <a:solidFill>
            <a:schemeClr val="bg1"/>
          </a:solidFill>
        </p:spPr>
        <p:txBody>
          <a:bodyPr>
            <a:noAutofit/>
          </a:bodyPr>
          <a:lstStyle>
            <a:lvl1pPr>
              <a:defRPr lang="en-AU">
                <a:solidFill>
                  <a:schemeClr val="bg1"/>
                </a:solidFill>
              </a:defRPr>
            </a:lvl1pPr>
            <a:lvl2pPr>
              <a:defRPr>
                <a:solidFill>
                  <a:schemeClr val="bg1"/>
                </a:solidFill>
              </a:defRPr>
            </a:lvl2pPr>
          </a:lstStyle>
          <a:p>
            <a:pPr lvl="1"/>
            <a:r>
              <a:rPr lang="en-US" dirty="0"/>
              <a:t>  </a:t>
            </a:r>
            <a:endParaRPr lang="en-AU" dirty="0"/>
          </a:p>
        </p:txBody>
      </p:sp>
    </p:spTree>
    <p:extLst>
      <p:ext uri="{BB962C8B-B14F-4D97-AF65-F5344CB8AC3E}">
        <p14:creationId xmlns:p14="http://schemas.microsoft.com/office/powerpoint/2010/main" val="1722926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ey">
    <p:bg>
      <p:bgPr>
        <a:gradFill>
          <a:gsLst>
            <a:gs pos="51000">
              <a:srgbClr val="BBBCBC"/>
            </a:gs>
            <a:gs pos="100000">
              <a:srgbClr val="75787B"/>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D6358-A7C7-4A5E-B5D0-F8285790065D}"/>
              </a:ext>
            </a:extLst>
          </p:cNvPr>
          <p:cNvSpPr>
            <a:spLocks noGrp="1"/>
          </p:cNvSpPr>
          <p:nvPr>
            <p:ph type="title"/>
          </p:nvPr>
        </p:nvSpPr>
        <p:spPr>
          <a:xfrm>
            <a:off x="839788" y="1876753"/>
            <a:ext cx="5297685" cy="1228724"/>
          </a:xfrm>
        </p:spPr>
        <p:txBody>
          <a:bodyPr/>
          <a:lstStyle/>
          <a:p>
            <a:r>
              <a:rPr lang="en-US" dirty="0"/>
              <a:t>Click to edit Master title style</a:t>
            </a:r>
            <a:endParaRPr lang="en-AU" dirty="0"/>
          </a:p>
        </p:txBody>
      </p:sp>
      <p:sp>
        <p:nvSpPr>
          <p:cNvPr id="4" name="Date Placeholder 3">
            <a:extLst>
              <a:ext uri="{FF2B5EF4-FFF2-40B4-BE49-F238E27FC236}">
                <a16:creationId xmlns:a16="http://schemas.microsoft.com/office/drawing/2014/main" id="{4C760BE2-071A-4004-90EE-B08B36510DFE}"/>
              </a:ext>
            </a:extLst>
          </p:cNvPr>
          <p:cNvSpPr>
            <a:spLocks noGrp="1"/>
          </p:cNvSpPr>
          <p:nvPr>
            <p:ph type="dt" sz="half" idx="10"/>
          </p:nvPr>
        </p:nvSpPr>
        <p:spPr>
          <a:xfrm>
            <a:off x="836812" y="1296055"/>
            <a:ext cx="2743200" cy="365125"/>
          </a:xfrm>
        </p:spPr>
        <p:txBody>
          <a:bodyPr/>
          <a:lstStyle/>
          <a:p>
            <a:fld id="{C3139097-714C-4021-B173-2346AB629B1A}" type="datetime4">
              <a:rPr lang="en-AU" smtClean="0"/>
              <a:t>23 October 2024</a:t>
            </a:fld>
            <a:endParaRPr lang="en-AU" dirty="0"/>
          </a:p>
        </p:txBody>
      </p:sp>
      <p:sp>
        <p:nvSpPr>
          <p:cNvPr id="6" name="Slide Number Placeholder 5">
            <a:extLst>
              <a:ext uri="{FF2B5EF4-FFF2-40B4-BE49-F238E27FC236}">
                <a16:creationId xmlns:a16="http://schemas.microsoft.com/office/drawing/2014/main" id="{6894B962-0C1C-4603-977F-67FDFF2AAED7}"/>
              </a:ext>
            </a:extLst>
          </p:cNvPr>
          <p:cNvSpPr>
            <a:spLocks noGrp="1"/>
          </p:cNvSpPr>
          <p:nvPr>
            <p:ph type="sldNum" sz="quarter" idx="12"/>
          </p:nvPr>
        </p:nvSpPr>
        <p:spPr/>
        <p:txBody>
          <a:bodyPr/>
          <a:lstStyle/>
          <a:p>
            <a:fld id="{35E8911E-9DE7-463F-981B-F1795CC06C30}" type="slidenum">
              <a:rPr lang="en-AU" smtClean="0"/>
              <a:t>‹#›</a:t>
            </a:fld>
            <a:endParaRPr lang="en-AU" dirty="0"/>
          </a:p>
        </p:txBody>
      </p:sp>
      <p:sp>
        <p:nvSpPr>
          <p:cNvPr id="9" name="Text Placeholder 8">
            <a:extLst>
              <a:ext uri="{FF2B5EF4-FFF2-40B4-BE49-F238E27FC236}">
                <a16:creationId xmlns:a16="http://schemas.microsoft.com/office/drawing/2014/main" id="{3F05B3E2-2B04-4D3C-8DDE-B4022A81AE1B}"/>
              </a:ext>
            </a:extLst>
          </p:cNvPr>
          <p:cNvSpPr>
            <a:spLocks noGrp="1"/>
          </p:cNvSpPr>
          <p:nvPr>
            <p:ph type="body" sz="quarter" idx="14"/>
          </p:nvPr>
        </p:nvSpPr>
        <p:spPr>
          <a:xfrm>
            <a:off x="839788" y="3111871"/>
            <a:ext cx="5297685" cy="2202795"/>
          </a:xfrm>
          <a:prstGeom prst="rect">
            <a:avLst/>
          </a:prstGeom>
        </p:spPr>
        <p:txBody>
          <a:bodyPr lIns="0" tIns="0" rIns="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7" name="Footer Placeholder 4">
            <a:extLst>
              <a:ext uri="{FF2B5EF4-FFF2-40B4-BE49-F238E27FC236}">
                <a16:creationId xmlns:a16="http://schemas.microsoft.com/office/drawing/2014/main" id="{F1B285A3-3C79-4D8B-8D63-7C9D89826EDF}"/>
              </a:ext>
            </a:extLst>
          </p:cNvPr>
          <p:cNvSpPr>
            <a:spLocks noGrp="1"/>
          </p:cNvSpPr>
          <p:nvPr>
            <p:ph type="ftr" sz="quarter" idx="11"/>
          </p:nvPr>
        </p:nvSpPr>
        <p:spPr>
          <a:xfrm>
            <a:off x="9169400" y="6356350"/>
            <a:ext cx="2479344" cy="365125"/>
          </a:xfrm>
        </p:spPr>
        <p:txBody>
          <a:bodyPr lIns="0" tIns="0" rIns="0" bIns="0"/>
          <a:lstStyle/>
          <a:p>
            <a:endParaRPr lang="en-AU" dirty="0"/>
          </a:p>
        </p:txBody>
      </p:sp>
      <p:sp>
        <p:nvSpPr>
          <p:cNvPr id="8" name="Picture Placeholder 13">
            <a:extLst>
              <a:ext uri="{FF2B5EF4-FFF2-40B4-BE49-F238E27FC236}">
                <a16:creationId xmlns:a16="http://schemas.microsoft.com/office/drawing/2014/main" id="{2BDDD6B7-B88B-4668-881A-9B22DDCD55DB}"/>
              </a:ext>
            </a:extLst>
          </p:cNvPr>
          <p:cNvSpPr>
            <a:spLocks noGrp="1"/>
          </p:cNvSpPr>
          <p:nvPr>
            <p:ph type="pic" sz="quarter" idx="17" hasCustomPrompt="1"/>
          </p:nvPr>
        </p:nvSpPr>
        <p:spPr>
          <a:xfrm>
            <a:off x="6096000" y="0"/>
            <a:ext cx="6096000" cy="6858000"/>
          </a:xfrm>
        </p:spPr>
        <p:txBody>
          <a:bodyPr/>
          <a:lstStyle>
            <a:lvl1pPr>
              <a:defRPr/>
            </a:lvl1pPr>
          </a:lstStyle>
          <a:p>
            <a:pPr lvl="3"/>
            <a:r>
              <a:rPr lang="en-US" dirty="0"/>
              <a:t>Click the Image icon to insert your picture</a:t>
            </a:r>
            <a:endParaRPr lang="en-AU" dirty="0"/>
          </a:p>
        </p:txBody>
      </p:sp>
      <p:sp>
        <p:nvSpPr>
          <p:cNvPr id="10" name="SmartArt Placeholder 7">
            <a:extLst>
              <a:ext uri="{FF2B5EF4-FFF2-40B4-BE49-F238E27FC236}">
                <a16:creationId xmlns:a16="http://schemas.microsoft.com/office/drawing/2014/main" id="{A39E4C10-3D21-4B83-8AB4-C0C261745384}"/>
              </a:ext>
            </a:extLst>
          </p:cNvPr>
          <p:cNvSpPr>
            <a:spLocks noGrp="1" noChangeAspect="1"/>
          </p:cNvSpPr>
          <p:nvPr>
            <p:ph type="dgm" sz="quarter" idx="16" hasCustomPrompt="1"/>
          </p:nvPr>
        </p:nvSpPr>
        <p:spPr>
          <a:xfrm rot="2700000">
            <a:off x="3631497" y="984148"/>
            <a:ext cx="4883900" cy="4885328"/>
          </a:xfrm>
          <a:custGeom>
            <a:avLst/>
            <a:gdLst>
              <a:gd name="connsiteX0" fmla="*/ 0 w 10586923"/>
              <a:gd name="connsiteY0" fmla="*/ 929477 h 9833657"/>
              <a:gd name="connsiteX1" fmla="*/ 929477 w 10586923"/>
              <a:gd name="connsiteY1" fmla="*/ 0 h 9833657"/>
              <a:gd name="connsiteX2" fmla="*/ 9657446 w 10586923"/>
              <a:gd name="connsiteY2" fmla="*/ 0 h 9833657"/>
              <a:gd name="connsiteX3" fmla="*/ 10586923 w 10586923"/>
              <a:gd name="connsiteY3" fmla="*/ 929477 h 9833657"/>
              <a:gd name="connsiteX4" fmla="*/ 10586923 w 10586923"/>
              <a:gd name="connsiteY4" fmla="*/ 8904180 h 9833657"/>
              <a:gd name="connsiteX5" fmla="*/ 9657446 w 10586923"/>
              <a:gd name="connsiteY5" fmla="*/ 9833657 h 9833657"/>
              <a:gd name="connsiteX6" fmla="*/ 929477 w 10586923"/>
              <a:gd name="connsiteY6" fmla="*/ 9833657 h 9833657"/>
              <a:gd name="connsiteX7" fmla="*/ 0 w 10586923"/>
              <a:gd name="connsiteY7" fmla="*/ 8904180 h 9833657"/>
              <a:gd name="connsiteX8" fmla="*/ 0 w 10586923"/>
              <a:gd name="connsiteY8" fmla="*/ 929477 h 9833657"/>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86923 w 10586923"/>
              <a:gd name="connsiteY5" fmla="*/ 8918762 h 9848239"/>
              <a:gd name="connsiteX6" fmla="*/ 9657446 w 10586923"/>
              <a:gd name="connsiteY6" fmla="*/ 984823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10586923 w 10586923"/>
              <a:gd name="connsiteY6" fmla="*/ 8918762 h 9848239"/>
              <a:gd name="connsiteX7" fmla="*/ 9657446 w 10586923"/>
              <a:gd name="connsiteY7" fmla="*/ 9848239 h 9848239"/>
              <a:gd name="connsiteX8" fmla="*/ 929477 w 10586923"/>
              <a:gd name="connsiteY8" fmla="*/ 9848239 h 9848239"/>
              <a:gd name="connsiteX9" fmla="*/ 0 w 10586923"/>
              <a:gd name="connsiteY9" fmla="*/ 8918762 h 9848239"/>
              <a:gd name="connsiteX10" fmla="*/ 0 w 10586923"/>
              <a:gd name="connsiteY10" fmla="*/ 944059 h 9848239"/>
              <a:gd name="connsiteX0" fmla="*/ 0 w 10661070"/>
              <a:gd name="connsiteY0" fmla="*/ 944059 h 9848239"/>
              <a:gd name="connsiteX1" fmla="*/ 929477 w 10661070"/>
              <a:gd name="connsiteY1" fmla="*/ 14582 h 9848239"/>
              <a:gd name="connsiteX2" fmla="*/ 5734207 w 10661070"/>
              <a:gd name="connsiteY2" fmla="*/ 0 h 9848239"/>
              <a:gd name="connsiteX3" fmla="*/ 9657446 w 10661070"/>
              <a:gd name="connsiteY3" fmla="*/ 14582 h 9848239"/>
              <a:gd name="connsiteX4" fmla="*/ 10586923 w 10661070"/>
              <a:gd name="connsiteY4" fmla="*/ 944059 h 9848239"/>
              <a:gd name="connsiteX5" fmla="*/ 10574565 w 10661070"/>
              <a:gd name="connsiteY5" fmla="*/ 4858320 h 9848239"/>
              <a:gd name="connsiteX6" fmla="*/ 9657446 w 10661070"/>
              <a:gd name="connsiteY6" fmla="*/ 9848239 h 9848239"/>
              <a:gd name="connsiteX7" fmla="*/ 929477 w 10661070"/>
              <a:gd name="connsiteY7" fmla="*/ 9848239 h 9848239"/>
              <a:gd name="connsiteX8" fmla="*/ 0 w 10661070"/>
              <a:gd name="connsiteY8" fmla="*/ 8918762 h 9848239"/>
              <a:gd name="connsiteX9" fmla="*/ 0 w 10661070"/>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62909 w 10586923"/>
              <a:gd name="connsiteY6" fmla="*/ 914777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62909 w 10586923"/>
              <a:gd name="connsiteY6" fmla="*/ 914777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62909 w 10586923"/>
              <a:gd name="connsiteY6" fmla="*/ 914777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62909 w 10586923"/>
              <a:gd name="connsiteY6" fmla="*/ 9147779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44948 w 10586923"/>
              <a:gd name="connsiteY6" fmla="*/ 9165741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44948 w 10586923"/>
              <a:gd name="connsiteY6" fmla="*/ 9165741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48239"/>
              <a:gd name="connsiteX1" fmla="*/ 929477 w 10586923"/>
              <a:gd name="connsiteY1" fmla="*/ 14582 h 9848239"/>
              <a:gd name="connsiteX2" fmla="*/ 5734207 w 10586923"/>
              <a:gd name="connsiteY2" fmla="*/ 0 h 9848239"/>
              <a:gd name="connsiteX3" fmla="*/ 9657446 w 10586923"/>
              <a:gd name="connsiteY3" fmla="*/ 14582 h 9848239"/>
              <a:gd name="connsiteX4" fmla="*/ 10586923 w 10586923"/>
              <a:gd name="connsiteY4" fmla="*/ 944059 h 9848239"/>
              <a:gd name="connsiteX5" fmla="*/ 10574565 w 10586923"/>
              <a:gd name="connsiteY5" fmla="*/ 4858320 h 9848239"/>
              <a:gd name="connsiteX6" fmla="*/ 6298830 w 10586923"/>
              <a:gd name="connsiteY6" fmla="*/ 9165741 h 9848239"/>
              <a:gd name="connsiteX7" fmla="*/ 929477 w 10586923"/>
              <a:gd name="connsiteY7" fmla="*/ 9848239 h 9848239"/>
              <a:gd name="connsiteX8" fmla="*/ 0 w 10586923"/>
              <a:gd name="connsiteY8" fmla="*/ 8918762 h 9848239"/>
              <a:gd name="connsiteX9" fmla="*/ 0 w 10586923"/>
              <a:gd name="connsiteY9" fmla="*/ 944059 h 9848239"/>
              <a:gd name="connsiteX0" fmla="*/ 0 w 10586923"/>
              <a:gd name="connsiteY0" fmla="*/ 944059 h 9811685"/>
              <a:gd name="connsiteX1" fmla="*/ 929477 w 10586923"/>
              <a:gd name="connsiteY1" fmla="*/ 14582 h 9811685"/>
              <a:gd name="connsiteX2" fmla="*/ 5734207 w 10586923"/>
              <a:gd name="connsiteY2" fmla="*/ 0 h 9811685"/>
              <a:gd name="connsiteX3" fmla="*/ 9657446 w 10586923"/>
              <a:gd name="connsiteY3" fmla="*/ 14582 h 9811685"/>
              <a:gd name="connsiteX4" fmla="*/ 10586923 w 10586923"/>
              <a:gd name="connsiteY4" fmla="*/ 944059 h 9811685"/>
              <a:gd name="connsiteX5" fmla="*/ 10574565 w 10586923"/>
              <a:gd name="connsiteY5" fmla="*/ 4858320 h 9811685"/>
              <a:gd name="connsiteX6" fmla="*/ 6298830 w 10586923"/>
              <a:gd name="connsiteY6" fmla="*/ 9165741 h 9811685"/>
              <a:gd name="connsiteX7" fmla="*/ 0 w 10586923"/>
              <a:gd name="connsiteY7" fmla="*/ 8918762 h 9811685"/>
              <a:gd name="connsiteX8" fmla="*/ 0 w 10586923"/>
              <a:gd name="connsiteY8" fmla="*/ 944059 h 9811685"/>
              <a:gd name="connsiteX0" fmla="*/ 0 w 10586923"/>
              <a:gd name="connsiteY0" fmla="*/ 944059 h 9165750"/>
              <a:gd name="connsiteX1" fmla="*/ 929477 w 10586923"/>
              <a:gd name="connsiteY1" fmla="*/ 14582 h 9165750"/>
              <a:gd name="connsiteX2" fmla="*/ 5734207 w 10586923"/>
              <a:gd name="connsiteY2" fmla="*/ 0 h 9165750"/>
              <a:gd name="connsiteX3" fmla="*/ 9657446 w 10586923"/>
              <a:gd name="connsiteY3" fmla="*/ 14582 h 9165750"/>
              <a:gd name="connsiteX4" fmla="*/ 10586923 w 10586923"/>
              <a:gd name="connsiteY4" fmla="*/ 944059 h 9165750"/>
              <a:gd name="connsiteX5" fmla="*/ 10574565 w 10586923"/>
              <a:gd name="connsiteY5" fmla="*/ 4858320 h 9165750"/>
              <a:gd name="connsiteX6" fmla="*/ 6298830 w 10586923"/>
              <a:gd name="connsiteY6" fmla="*/ 9165741 h 9165750"/>
              <a:gd name="connsiteX7" fmla="*/ 0 w 10586923"/>
              <a:gd name="connsiteY7" fmla="*/ 944059 h 9165750"/>
              <a:gd name="connsiteX0" fmla="*/ 651722 w 9801804"/>
              <a:gd name="connsiteY0" fmla="*/ 4338596 h 9165750"/>
              <a:gd name="connsiteX1" fmla="*/ 144358 w 9801804"/>
              <a:gd name="connsiteY1" fmla="*/ 14582 h 9165750"/>
              <a:gd name="connsiteX2" fmla="*/ 4949088 w 9801804"/>
              <a:gd name="connsiteY2" fmla="*/ 0 h 9165750"/>
              <a:gd name="connsiteX3" fmla="*/ 8872327 w 9801804"/>
              <a:gd name="connsiteY3" fmla="*/ 14582 h 9165750"/>
              <a:gd name="connsiteX4" fmla="*/ 9801804 w 9801804"/>
              <a:gd name="connsiteY4" fmla="*/ 944059 h 9165750"/>
              <a:gd name="connsiteX5" fmla="*/ 9789446 w 9801804"/>
              <a:gd name="connsiteY5" fmla="*/ 4858320 h 9165750"/>
              <a:gd name="connsiteX6" fmla="*/ 5513711 w 9801804"/>
              <a:gd name="connsiteY6" fmla="*/ 9165741 h 9165750"/>
              <a:gd name="connsiteX7" fmla="*/ 651722 w 9801804"/>
              <a:gd name="connsiteY7" fmla="*/ 4338596 h 9165750"/>
              <a:gd name="connsiteX0" fmla="*/ 651722 w 9801804"/>
              <a:gd name="connsiteY0" fmla="*/ 4338596 h 9165750"/>
              <a:gd name="connsiteX1" fmla="*/ 144358 w 9801804"/>
              <a:gd name="connsiteY1" fmla="*/ 14582 h 9165750"/>
              <a:gd name="connsiteX2" fmla="*/ 4949088 w 9801804"/>
              <a:gd name="connsiteY2" fmla="*/ 0 h 9165750"/>
              <a:gd name="connsiteX3" fmla="*/ 8872327 w 9801804"/>
              <a:gd name="connsiteY3" fmla="*/ 14582 h 9165750"/>
              <a:gd name="connsiteX4" fmla="*/ 9801804 w 9801804"/>
              <a:gd name="connsiteY4" fmla="*/ 944059 h 9165750"/>
              <a:gd name="connsiteX5" fmla="*/ 9789446 w 9801804"/>
              <a:gd name="connsiteY5" fmla="*/ 4858320 h 9165750"/>
              <a:gd name="connsiteX6" fmla="*/ 5513711 w 9801804"/>
              <a:gd name="connsiteY6" fmla="*/ 9165741 h 9165750"/>
              <a:gd name="connsiteX7" fmla="*/ 651722 w 9801804"/>
              <a:gd name="connsiteY7" fmla="*/ 4338596 h 9165750"/>
              <a:gd name="connsiteX0" fmla="*/ 647491 w 9797573"/>
              <a:gd name="connsiteY0" fmla="*/ 4338596 h 9165750"/>
              <a:gd name="connsiteX1" fmla="*/ 140127 w 9797573"/>
              <a:gd name="connsiteY1" fmla="*/ 14582 h 9165750"/>
              <a:gd name="connsiteX2" fmla="*/ 4944857 w 9797573"/>
              <a:gd name="connsiteY2" fmla="*/ 0 h 9165750"/>
              <a:gd name="connsiteX3" fmla="*/ 8868096 w 9797573"/>
              <a:gd name="connsiteY3" fmla="*/ 14582 h 9165750"/>
              <a:gd name="connsiteX4" fmla="*/ 9797573 w 9797573"/>
              <a:gd name="connsiteY4" fmla="*/ 944059 h 9165750"/>
              <a:gd name="connsiteX5" fmla="*/ 9785215 w 9797573"/>
              <a:gd name="connsiteY5" fmla="*/ 4858320 h 9165750"/>
              <a:gd name="connsiteX6" fmla="*/ 5509480 w 9797573"/>
              <a:gd name="connsiteY6" fmla="*/ 9165741 h 9165750"/>
              <a:gd name="connsiteX7" fmla="*/ 647491 w 9797573"/>
              <a:gd name="connsiteY7" fmla="*/ 4338596 h 9165750"/>
              <a:gd name="connsiteX0" fmla="*/ 2149 w 9152231"/>
              <a:gd name="connsiteY0" fmla="*/ 4338596 h 9165750"/>
              <a:gd name="connsiteX1" fmla="*/ 4299515 w 9152231"/>
              <a:gd name="connsiteY1" fmla="*/ 0 h 9165750"/>
              <a:gd name="connsiteX2" fmla="*/ 8222754 w 9152231"/>
              <a:gd name="connsiteY2" fmla="*/ 14582 h 9165750"/>
              <a:gd name="connsiteX3" fmla="*/ 9152231 w 9152231"/>
              <a:gd name="connsiteY3" fmla="*/ 944059 h 9165750"/>
              <a:gd name="connsiteX4" fmla="*/ 9139873 w 9152231"/>
              <a:gd name="connsiteY4" fmla="*/ 4858320 h 9165750"/>
              <a:gd name="connsiteX5" fmla="*/ 4864138 w 9152231"/>
              <a:gd name="connsiteY5" fmla="*/ 9165741 h 9165750"/>
              <a:gd name="connsiteX6" fmla="*/ 2149 w 9152231"/>
              <a:gd name="connsiteY6" fmla="*/ 4338596 h 9165750"/>
              <a:gd name="connsiteX0" fmla="*/ 1973 w 9152055"/>
              <a:gd name="connsiteY0" fmla="*/ 4338596 h 9165750"/>
              <a:gd name="connsiteX1" fmla="*/ 4299339 w 9152055"/>
              <a:gd name="connsiteY1" fmla="*/ 0 h 9165750"/>
              <a:gd name="connsiteX2" fmla="*/ 8222578 w 9152055"/>
              <a:gd name="connsiteY2" fmla="*/ 14582 h 9165750"/>
              <a:gd name="connsiteX3" fmla="*/ 9152055 w 9152055"/>
              <a:gd name="connsiteY3" fmla="*/ 944059 h 9165750"/>
              <a:gd name="connsiteX4" fmla="*/ 9139697 w 9152055"/>
              <a:gd name="connsiteY4" fmla="*/ 4858320 h 9165750"/>
              <a:gd name="connsiteX5" fmla="*/ 4863962 w 9152055"/>
              <a:gd name="connsiteY5" fmla="*/ 9165741 h 9165750"/>
              <a:gd name="connsiteX6" fmla="*/ 1973 w 9152055"/>
              <a:gd name="connsiteY6" fmla="*/ 4338596 h 9165750"/>
              <a:gd name="connsiteX0" fmla="*/ 0 w 9150082"/>
              <a:gd name="connsiteY0" fmla="*/ 4338596 h 9165750"/>
              <a:gd name="connsiteX1" fmla="*/ 4297366 w 9150082"/>
              <a:gd name="connsiteY1" fmla="*/ 0 h 9165750"/>
              <a:gd name="connsiteX2" fmla="*/ 8220605 w 9150082"/>
              <a:gd name="connsiteY2" fmla="*/ 14582 h 9165750"/>
              <a:gd name="connsiteX3" fmla="*/ 9150082 w 9150082"/>
              <a:gd name="connsiteY3" fmla="*/ 944059 h 9165750"/>
              <a:gd name="connsiteX4" fmla="*/ 9137724 w 9150082"/>
              <a:gd name="connsiteY4" fmla="*/ 4858320 h 9165750"/>
              <a:gd name="connsiteX5" fmla="*/ 4861989 w 9150082"/>
              <a:gd name="connsiteY5" fmla="*/ 9165741 h 9165750"/>
              <a:gd name="connsiteX6" fmla="*/ 0 w 9150082"/>
              <a:gd name="connsiteY6" fmla="*/ 4338596 h 9165750"/>
              <a:gd name="connsiteX0" fmla="*/ 0 w 9150082"/>
              <a:gd name="connsiteY0" fmla="*/ 4338596 h 9165750"/>
              <a:gd name="connsiteX1" fmla="*/ 4297366 w 9150082"/>
              <a:gd name="connsiteY1" fmla="*/ 0 h 9165750"/>
              <a:gd name="connsiteX2" fmla="*/ 8220605 w 9150082"/>
              <a:gd name="connsiteY2" fmla="*/ 14582 h 9165750"/>
              <a:gd name="connsiteX3" fmla="*/ 9150082 w 9150082"/>
              <a:gd name="connsiteY3" fmla="*/ 944059 h 9165750"/>
              <a:gd name="connsiteX4" fmla="*/ 9137724 w 9150082"/>
              <a:gd name="connsiteY4" fmla="*/ 4858320 h 9165750"/>
              <a:gd name="connsiteX5" fmla="*/ 4861989 w 9150082"/>
              <a:gd name="connsiteY5" fmla="*/ 9165741 h 9165750"/>
              <a:gd name="connsiteX6" fmla="*/ 0 w 9150082"/>
              <a:gd name="connsiteY6" fmla="*/ 4338596 h 9165750"/>
              <a:gd name="connsiteX0" fmla="*/ 0 w 4929362"/>
              <a:gd name="connsiteY0" fmla="*/ 135836 h 9165750"/>
              <a:gd name="connsiteX1" fmla="*/ 76646 w 4929362"/>
              <a:gd name="connsiteY1" fmla="*/ 0 h 9165750"/>
              <a:gd name="connsiteX2" fmla="*/ 3999885 w 4929362"/>
              <a:gd name="connsiteY2" fmla="*/ 14582 h 9165750"/>
              <a:gd name="connsiteX3" fmla="*/ 4929362 w 4929362"/>
              <a:gd name="connsiteY3" fmla="*/ 944059 h 9165750"/>
              <a:gd name="connsiteX4" fmla="*/ 4917004 w 4929362"/>
              <a:gd name="connsiteY4" fmla="*/ 4858320 h 9165750"/>
              <a:gd name="connsiteX5" fmla="*/ 641269 w 4929362"/>
              <a:gd name="connsiteY5" fmla="*/ 9165741 h 9165750"/>
              <a:gd name="connsiteX6" fmla="*/ 0 w 4929362"/>
              <a:gd name="connsiteY6" fmla="*/ 135836 h 9165750"/>
              <a:gd name="connsiteX0" fmla="*/ 0 w 4929362"/>
              <a:gd name="connsiteY0" fmla="*/ 135836 h 5219032"/>
              <a:gd name="connsiteX1" fmla="*/ 76646 w 4929362"/>
              <a:gd name="connsiteY1" fmla="*/ 0 h 5219032"/>
              <a:gd name="connsiteX2" fmla="*/ 3999885 w 4929362"/>
              <a:gd name="connsiteY2" fmla="*/ 14582 h 5219032"/>
              <a:gd name="connsiteX3" fmla="*/ 4929362 w 4929362"/>
              <a:gd name="connsiteY3" fmla="*/ 944059 h 5219032"/>
              <a:gd name="connsiteX4" fmla="*/ 4917004 w 4929362"/>
              <a:gd name="connsiteY4" fmla="*/ 4858320 h 5219032"/>
              <a:gd name="connsiteX5" fmla="*/ 4844030 w 4929362"/>
              <a:gd name="connsiteY5" fmla="*/ 4927060 h 5219032"/>
              <a:gd name="connsiteX6" fmla="*/ 0 w 4929362"/>
              <a:gd name="connsiteY6" fmla="*/ 135836 h 5219032"/>
              <a:gd name="connsiteX0" fmla="*/ 0 w 4895686"/>
              <a:gd name="connsiteY0" fmla="*/ 65117 h 5219032"/>
              <a:gd name="connsiteX1" fmla="*/ 42970 w 4895686"/>
              <a:gd name="connsiteY1" fmla="*/ 0 h 5219032"/>
              <a:gd name="connsiteX2" fmla="*/ 3966209 w 4895686"/>
              <a:gd name="connsiteY2" fmla="*/ 14582 h 5219032"/>
              <a:gd name="connsiteX3" fmla="*/ 4895686 w 4895686"/>
              <a:gd name="connsiteY3" fmla="*/ 944059 h 5219032"/>
              <a:gd name="connsiteX4" fmla="*/ 4883328 w 4895686"/>
              <a:gd name="connsiteY4" fmla="*/ 4858320 h 5219032"/>
              <a:gd name="connsiteX5" fmla="*/ 4810354 w 4895686"/>
              <a:gd name="connsiteY5" fmla="*/ 4927060 h 5219032"/>
              <a:gd name="connsiteX6" fmla="*/ 0 w 4895686"/>
              <a:gd name="connsiteY6" fmla="*/ 65117 h 5219032"/>
              <a:gd name="connsiteX0" fmla="*/ 0 w 4895686"/>
              <a:gd name="connsiteY0" fmla="*/ 65117 h 5219032"/>
              <a:gd name="connsiteX1" fmla="*/ 63177 w 4895686"/>
              <a:gd name="connsiteY1" fmla="*/ 0 h 5219032"/>
              <a:gd name="connsiteX2" fmla="*/ 3966209 w 4895686"/>
              <a:gd name="connsiteY2" fmla="*/ 14582 h 5219032"/>
              <a:gd name="connsiteX3" fmla="*/ 4895686 w 4895686"/>
              <a:gd name="connsiteY3" fmla="*/ 944059 h 5219032"/>
              <a:gd name="connsiteX4" fmla="*/ 4883328 w 4895686"/>
              <a:gd name="connsiteY4" fmla="*/ 4858320 h 5219032"/>
              <a:gd name="connsiteX5" fmla="*/ 4810354 w 4895686"/>
              <a:gd name="connsiteY5" fmla="*/ 4927060 h 5219032"/>
              <a:gd name="connsiteX6" fmla="*/ 0 w 4895686"/>
              <a:gd name="connsiteY6" fmla="*/ 65117 h 5219032"/>
              <a:gd name="connsiteX0" fmla="*/ 0 w 4875481"/>
              <a:gd name="connsiteY0" fmla="*/ 44912 h 5219032"/>
              <a:gd name="connsiteX1" fmla="*/ 42972 w 4875481"/>
              <a:gd name="connsiteY1" fmla="*/ 0 h 5219032"/>
              <a:gd name="connsiteX2" fmla="*/ 3946004 w 4875481"/>
              <a:gd name="connsiteY2" fmla="*/ 14582 h 5219032"/>
              <a:gd name="connsiteX3" fmla="*/ 4875481 w 4875481"/>
              <a:gd name="connsiteY3" fmla="*/ 944059 h 5219032"/>
              <a:gd name="connsiteX4" fmla="*/ 4863123 w 4875481"/>
              <a:gd name="connsiteY4" fmla="*/ 4858320 h 5219032"/>
              <a:gd name="connsiteX5" fmla="*/ 4790149 w 4875481"/>
              <a:gd name="connsiteY5" fmla="*/ 4927060 h 5219032"/>
              <a:gd name="connsiteX6" fmla="*/ 0 w 4875481"/>
              <a:gd name="connsiteY6" fmla="*/ 44912 h 5219032"/>
              <a:gd name="connsiteX0" fmla="*/ 0 w 4883900"/>
              <a:gd name="connsiteY0" fmla="*/ 46597 h 5219032"/>
              <a:gd name="connsiteX1" fmla="*/ 51391 w 4883900"/>
              <a:gd name="connsiteY1" fmla="*/ 0 h 5219032"/>
              <a:gd name="connsiteX2" fmla="*/ 3954423 w 4883900"/>
              <a:gd name="connsiteY2" fmla="*/ 14582 h 5219032"/>
              <a:gd name="connsiteX3" fmla="*/ 4883900 w 4883900"/>
              <a:gd name="connsiteY3" fmla="*/ 944059 h 5219032"/>
              <a:gd name="connsiteX4" fmla="*/ 4871542 w 4883900"/>
              <a:gd name="connsiteY4" fmla="*/ 4858320 h 5219032"/>
              <a:gd name="connsiteX5" fmla="*/ 4798568 w 4883900"/>
              <a:gd name="connsiteY5" fmla="*/ 4927060 h 5219032"/>
              <a:gd name="connsiteX6" fmla="*/ 0 w 4883900"/>
              <a:gd name="connsiteY6" fmla="*/ 46597 h 5219032"/>
              <a:gd name="connsiteX0" fmla="*/ 0 w 4883900"/>
              <a:gd name="connsiteY0" fmla="*/ 46597 h 5205838"/>
              <a:gd name="connsiteX1" fmla="*/ 51391 w 4883900"/>
              <a:gd name="connsiteY1" fmla="*/ 0 h 5205838"/>
              <a:gd name="connsiteX2" fmla="*/ 3954423 w 4883900"/>
              <a:gd name="connsiteY2" fmla="*/ 14582 h 5205838"/>
              <a:gd name="connsiteX3" fmla="*/ 4883900 w 4883900"/>
              <a:gd name="connsiteY3" fmla="*/ 944059 h 5205838"/>
              <a:gd name="connsiteX4" fmla="*/ 4871542 w 4883900"/>
              <a:gd name="connsiteY4" fmla="*/ 4858320 h 5205838"/>
              <a:gd name="connsiteX5" fmla="*/ 4675090 w 4883900"/>
              <a:gd name="connsiteY5" fmla="*/ 4879914 h 5205838"/>
              <a:gd name="connsiteX6" fmla="*/ 0 w 4883900"/>
              <a:gd name="connsiteY6" fmla="*/ 46597 h 5205838"/>
              <a:gd name="connsiteX0" fmla="*/ 0 w 4883900"/>
              <a:gd name="connsiteY0" fmla="*/ 46597 h 4880964"/>
              <a:gd name="connsiteX1" fmla="*/ 51391 w 4883900"/>
              <a:gd name="connsiteY1" fmla="*/ 0 h 4880964"/>
              <a:gd name="connsiteX2" fmla="*/ 3954423 w 4883900"/>
              <a:gd name="connsiteY2" fmla="*/ 14582 h 4880964"/>
              <a:gd name="connsiteX3" fmla="*/ 4883900 w 4883900"/>
              <a:gd name="connsiteY3" fmla="*/ 944059 h 4880964"/>
              <a:gd name="connsiteX4" fmla="*/ 4871542 w 4883900"/>
              <a:gd name="connsiteY4" fmla="*/ 4858320 h 4880964"/>
              <a:gd name="connsiteX5" fmla="*/ 4675090 w 4883900"/>
              <a:gd name="connsiteY5" fmla="*/ 4879914 h 4880964"/>
              <a:gd name="connsiteX6" fmla="*/ 0 w 4883900"/>
              <a:gd name="connsiteY6" fmla="*/ 46597 h 4880964"/>
              <a:gd name="connsiteX0" fmla="*/ 0 w 4883900"/>
              <a:gd name="connsiteY0" fmla="*/ 46597 h 4885328"/>
              <a:gd name="connsiteX1" fmla="*/ 51391 w 4883900"/>
              <a:gd name="connsiteY1" fmla="*/ 0 h 4885328"/>
              <a:gd name="connsiteX2" fmla="*/ 3954423 w 4883900"/>
              <a:gd name="connsiteY2" fmla="*/ 14582 h 4885328"/>
              <a:gd name="connsiteX3" fmla="*/ 4883900 w 4883900"/>
              <a:gd name="connsiteY3" fmla="*/ 944059 h 4885328"/>
              <a:gd name="connsiteX4" fmla="*/ 4871542 w 4883900"/>
              <a:gd name="connsiteY4" fmla="*/ 4858320 h 4885328"/>
              <a:gd name="connsiteX5" fmla="*/ 4845715 w 4883900"/>
              <a:gd name="connsiteY5" fmla="*/ 4884404 h 4885328"/>
              <a:gd name="connsiteX6" fmla="*/ 0 w 4883900"/>
              <a:gd name="connsiteY6" fmla="*/ 46597 h 4885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83900" h="4885328">
                <a:moveTo>
                  <a:pt x="0" y="46597"/>
                </a:moveTo>
                <a:lnTo>
                  <a:pt x="51391" y="0"/>
                </a:lnTo>
                <a:lnTo>
                  <a:pt x="3954423" y="14582"/>
                </a:lnTo>
                <a:cubicBezTo>
                  <a:pt x="4467759" y="14582"/>
                  <a:pt x="4883900" y="430723"/>
                  <a:pt x="4883900" y="944059"/>
                </a:cubicBezTo>
                <a:cubicBezTo>
                  <a:pt x="4879781" y="2248813"/>
                  <a:pt x="4875661" y="3553566"/>
                  <a:pt x="4871542" y="4858320"/>
                </a:cubicBezTo>
                <a:cubicBezTo>
                  <a:pt x="4867048" y="4858363"/>
                  <a:pt x="4853138" y="4891193"/>
                  <a:pt x="4845715" y="4884404"/>
                </a:cubicBezTo>
                <a:lnTo>
                  <a:pt x="0" y="46597"/>
                </a:lnTo>
                <a:close/>
              </a:path>
            </a:pathLst>
          </a:custGeom>
          <a:solidFill>
            <a:schemeClr val="bg1"/>
          </a:solidFill>
        </p:spPr>
        <p:txBody>
          <a:bodyPr>
            <a:noAutofit/>
          </a:bodyPr>
          <a:lstStyle>
            <a:lvl1pPr>
              <a:defRPr lang="en-AU">
                <a:solidFill>
                  <a:schemeClr val="bg1"/>
                </a:solidFill>
              </a:defRPr>
            </a:lvl1pPr>
            <a:lvl2pPr>
              <a:defRPr>
                <a:solidFill>
                  <a:schemeClr val="bg1"/>
                </a:solidFill>
              </a:defRPr>
            </a:lvl2pPr>
          </a:lstStyle>
          <a:p>
            <a:pPr lvl="1"/>
            <a:r>
              <a:rPr lang="en-US" dirty="0"/>
              <a:t>  </a:t>
            </a:r>
            <a:endParaRPr lang="en-AU" dirty="0"/>
          </a:p>
        </p:txBody>
      </p:sp>
    </p:spTree>
    <p:extLst>
      <p:ext uri="{BB962C8B-B14F-4D97-AF65-F5344CB8AC3E}">
        <p14:creationId xmlns:p14="http://schemas.microsoft.com/office/powerpoint/2010/main" val="301428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Single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16" name="Content Placeholder 15">
            <a:extLst>
              <a:ext uri="{FF2B5EF4-FFF2-40B4-BE49-F238E27FC236}">
                <a16:creationId xmlns:a16="http://schemas.microsoft.com/office/drawing/2014/main" id="{EA58D13F-0442-41AB-9AAC-8F0DFBF94209}"/>
              </a:ext>
            </a:extLst>
          </p:cNvPr>
          <p:cNvSpPr>
            <a:spLocks noGrp="1"/>
          </p:cNvSpPr>
          <p:nvPr>
            <p:ph sz="quarter" idx="15"/>
          </p:nvPr>
        </p:nvSpPr>
        <p:spPr>
          <a:xfrm>
            <a:off x="839788" y="1718756"/>
            <a:ext cx="10539412" cy="4200907"/>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grpSp>
        <p:nvGrpSpPr>
          <p:cNvPr id="7" name="Group 6">
            <a:extLst>
              <a:ext uri="{FF2B5EF4-FFF2-40B4-BE49-F238E27FC236}">
                <a16:creationId xmlns:a16="http://schemas.microsoft.com/office/drawing/2014/main" id="{9A11CAD1-EFBE-4BBE-AA9E-1D75935A9961}"/>
              </a:ext>
            </a:extLst>
          </p:cNvPr>
          <p:cNvGrpSpPr/>
          <p:nvPr userDrawn="1"/>
        </p:nvGrpSpPr>
        <p:grpSpPr>
          <a:xfrm>
            <a:off x="0" y="538702"/>
            <a:ext cx="11379329" cy="5715817"/>
            <a:chOff x="0" y="538702"/>
            <a:chExt cx="11379329" cy="5715817"/>
          </a:xfrm>
        </p:grpSpPr>
        <p:sp>
          <p:nvSpPr>
            <p:cNvPr id="8" name="Signifier">
              <a:extLst>
                <a:ext uri="{FF2B5EF4-FFF2-40B4-BE49-F238E27FC236}">
                  <a16:creationId xmlns:a16="http://schemas.microsoft.com/office/drawing/2014/main" id="{964A838B-8496-436B-8941-F62DFE3F8179}"/>
                </a:ext>
              </a:extLst>
            </p:cNvPr>
            <p:cNvSpPr/>
            <p:nvPr userDrawn="1"/>
          </p:nvSpPr>
          <p:spPr>
            <a:xfrm>
              <a:off x="0" y="538702"/>
              <a:ext cx="608830" cy="1297374"/>
            </a:xfrm>
            <a:custGeom>
              <a:avLst/>
              <a:gdLst/>
              <a:ahLst/>
              <a:cxnLst/>
              <a:rect l="l" t="t" r="r" b="b"/>
              <a:pathLst>
                <a:path w="1003935" h="2139315">
                  <a:moveTo>
                    <a:pt x="0" y="0"/>
                  </a:moveTo>
                  <a:lnTo>
                    <a:pt x="0" y="780744"/>
                  </a:lnTo>
                  <a:lnTo>
                    <a:pt x="288929" y="1069693"/>
                  </a:lnTo>
                  <a:lnTo>
                    <a:pt x="0" y="1358622"/>
                  </a:lnTo>
                  <a:lnTo>
                    <a:pt x="0" y="2139213"/>
                  </a:lnTo>
                  <a:lnTo>
                    <a:pt x="959631" y="1179700"/>
                  </a:lnTo>
                  <a:lnTo>
                    <a:pt x="988797" y="1139322"/>
                  </a:lnTo>
                  <a:lnTo>
                    <a:pt x="1003381" y="1093506"/>
                  </a:lnTo>
                  <a:lnTo>
                    <a:pt x="1003382" y="1045877"/>
                  </a:lnTo>
                  <a:lnTo>
                    <a:pt x="988802" y="1000059"/>
                  </a:lnTo>
                  <a:lnTo>
                    <a:pt x="959641" y="959675"/>
                  </a:lnTo>
                  <a:lnTo>
                    <a:pt x="0" y="0"/>
                  </a:lnTo>
                  <a:close/>
                </a:path>
              </a:pathLst>
            </a:custGeom>
            <a:solidFill>
              <a:srgbClr val="FF8774"/>
            </a:solidFill>
          </p:spPr>
          <p:txBody>
            <a:bodyPr wrap="square" lIns="0" tIns="0" rIns="0" bIns="0" rtlCol="0"/>
            <a:lstStyle/>
            <a:p>
              <a:endParaRPr sz="662" dirty="0"/>
            </a:p>
          </p:txBody>
        </p:sp>
        <p:sp>
          <p:nvSpPr>
            <p:cNvPr id="9" name="object 23">
              <a:extLst>
                <a:ext uri="{FF2B5EF4-FFF2-40B4-BE49-F238E27FC236}">
                  <a16:creationId xmlns:a16="http://schemas.microsoft.com/office/drawing/2014/main" id="{FE7F134A-67FF-4AD2-B6CD-DD646BEDCCA4}"/>
                </a:ext>
              </a:extLst>
            </p:cNvPr>
            <p:cNvSpPr/>
            <p:nvPr/>
          </p:nvSpPr>
          <p:spPr>
            <a:xfrm>
              <a:off x="812801" y="603010"/>
              <a:ext cx="10566528" cy="12708"/>
            </a:xfrm>
            <a:custGeom>
              <a:avLst/>
              <a:gdLst/>
              <a:ahLst/>
              <a:cxnLst/>
              <a:rect l="l" t="t" r="r" b="b"/>
              <a:pathLst>
                <a:path w="17423765" h="20955">
                  <a:moveTo>
                    <a:pt x="0" y="20941"/>
                  </a:moveTo>
                  <a:lnTo>
                    <a:pt x="17423553" y="20941"/>
                  </a:lnTo>
                  <a:lnTo>
                    <a:pt x="17423553" y="0"/>
                  </a:lnTo>
                  <a:lnTo>
                    <a:pt x="0" y="0"/>
                  </a:lnTo>
                  <a:lnTo>
                    <a:pt x="0" y="20941"/>
                  </a:lnTo>
                  <a:close/>
                </a:path>
              </a:pathLst>
            </a:custGeom>
            <a:solidFill>
              <a:srgbClr val="FF8774"/>
            </a:solidFill>
          </p:spPr>
          <p:txBody>
            <a:bodyPr wrap="square" lIns="0" tIns="0" rIns="0" bIns="0" rtlCol="0"/>
            <a:lstStyle/>
            <a:p>
              <a:endParaRPr sz="662" dirty="0"/>
            </a:p>
          </p:txBody>
        </p:sp>
        <p:sp>
          <p:nvSpPr>
            <p:cNvPr id="10" name="object 26">
              <a:extLst>
                <a:ext uri="{FF2B5EF4-FFF2-40B4-BE49-F238E27FC236}">
                  <a16:creationId xmlns:a16="http://schemas.microsoft.com/office/drawing/2014/main" id="{ABC9B7F1-86F4-4876-9F5E-02716C977564}"/>
                </a:ext>
              </a:extLst>
            </p:cNvPr>
            <p:cNvSpPr/>
            <p:nvPr/>
          </p:nvSpPr>
          <p:spPr>
            <a:xfrm>
              <a:off x="812801" y="6241811"/>
              <a:ext cx="10566528" cy="12708"/>
            </a:xfrm>
            <a:custGeom>
              <a:avLst/>
              <a:gdLst/>
              <a:ahLst/>
              <a:cxnLst/>
              <a:rect l="l" t="t" r="r" b="b"/>
              <a:pathLst>
                <a:path w="17423765" h="20954">
                  <a:moveTo>
                    <a:pt x="0" y="20941"/>
                  </a:moveTo>
                  <a:lnTo>
                    <a:pt x="17423553" y="20941"/>
                  </a:lnTo>
                  <a:lnTo>
                    <a:pt x="17423553" y="0"/>
                  </a:lnTo>
                  <a:lnTo>
                    <a:pt x="0" y="0"/>
                  </a:lnTo>
                  <a:lnTo>
                    <a:pt x="0" y="20941"/>
                  </a:lnTo>
                  <a:close/>
                </a:path>
              </a:pathLst>
            </a:custGeom>
            <a:solidFill>
              <a:srgbClr val="FF8774"/>
            </a:solidFill>
          </p:spPr>
          <p:txBody>
            <a:bodyPr wrap="square" lIns="0" tIns="0" rIns="0" bIns="0" rtlCol="0"/>
            <a:lstStyle/>
            <a:p>
              <a:endParaRPr sz="662" dirty="0"/>
            </a:p>
          </p:txBody>
        </p:sp>
      </p:grpSp>
    </p:spTree>
    <p:extLst>
      <p:ext uri="{BB962C8B-B14F-4D97-AF65-F5344CB8AC3E}">
        <p14:creationId xmlns:p14="http://schemas.microsoft.com/office/powerpoint/2010/main" val="2656576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Brick R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D6358-A7C7-4A5E-B5D0-F8285790065D}"/>
              </a:ext>
            </a:extLst>
          </p:cNvPr>
          <p:cNvSpPr>
            <a:spLocks noGrp="1"/>
          </p:cNvSpPr>
          <p:nvPr>
            <p:ph type="title"/>
          </p:nvPr>
        </p:nvSpPr>
        <p:spPr>
          <a:xfrm>
            <a:off x="839788" y="2575808"/>
            <a:ext cx="5297685" cy="1228724"/>
          </a:xfrm>
        </p:spPr>
        <p:txBody>
          <a:bodyPr anchor="t"/>
          <a:lstStyle/>
          <a:p>
            <a:r>
              <a:rPr lang="en-US" dirty="0"/>
              <a:t>Click to edit Master title style</a:t>
            </a:r>
            <a:endParaRPr lang="en-AU" dirty="0"/>
          </a:p>
        </p:txBody>
      </p:sp>
      <p:sp>
        <p:nvSpPr>
          <p:cNvPr id="15" name="Date Placeholder 14">
            <a:extLst>
              <a:ext uri="{FF2B5EF4-FFF2-40B4-BE49-F238E27FC236}">
                <a16:creationId xmlns:a16="http://schemas.microsoft.com/office/drawing/2014/main" id="{69CE4FC3-53E3-40A8-9A8E-24272DBFA80C}"/>
              </a:ext>
            </a:extLst>
          </p:cNvPr>
          <p:cNvSpPr>
            <a:spLocks noGrp="1"/>
          </p:cNvSpPr>
          <p:nvPr>
            <p:ph type="dt" sz="half" idx="16"/>
          </p:nvPr>
        </p:nvSpPr>
        <p:spPr/>
        <p:txBody>
          <a:bodyPr/>
          <a:lstStyle/>
          <a:p>
            <a:fld id="{E688CB22-C079-4898-8676-FE75EB356FE6}" type="datetime4">
              <a:rPr lang="en-AU" smtClean="0"/>
              <a:t>23 October 2024</a:t>
            </a:fld>
            <a:endParaRPr lang="en-AU" dirty="0"/>
          </a:p>
        </p:txBody>
      </p:sp>
      <p:sp>
        <p:nvSpPr>
          <p:cNvPr id="16" name="Footer Placeholder 15">
            <a:extLst>
              <a:ext uri="{FF2B5EF4-FFF2-40B4-BE49-F238E27FC236}">
                <a16:creationId xmlns:a16="http://schemas.microsoft.com/office/drawing/2014/main" id="{8DEDE3B3-A610-48D7-88EE-0E1C79E5AA7A}"/>
              </a:ext>
            </a:extLst>
          </p:cNvPr>
          <p:cNvSpPr>
            <a:spLocks noGrp="1"/>
          </p:cNvSpPr>
          <p:nvPr>
            <p:ph type="ftr" sz="quarter" idx="17"/>
          </p:nvPr>
        </p:nvSpPr>
        <p:spPr/>
        <p:txBody>
          <a:bodyPr/>
          <a:lstStyle/>
          <a:p>
            <a:endParaRPr lang="en-AU" dirty="0"/>
          </a:p>
        </p:txBody>
      </p:sp>
      <p:sp>
        <p:nvSpPr>
          <p:cNvPr id="17" name="Slide Number Placeholder 16">
            <a:extLst>
              <a:ext uri="{FF2B5EF4-FFF2-40B4-BE49-F238E27FC236}">
                <a16:creationId xmlns:a16="http://schemas.microsoft.com/office/drawing/2014/main" id="{4A89A7FE-FD13-4B74-AED5-253EBC01FFA8}"/>
              </a:ext>
            </a:extLst>
          </p:cNvPr>
          <p:cNvSpPr>
            <a:spLocks noGrp="1"/>
          </p:cNvSpPr>
          <p:nvPr>
            <p:ph type="sldNum" sz="quarter" idx="18"/>
          </p:nvPr>
        </p:nvSpPr>
        <p:spPr/>
        <p:txBody>
          <a:bodyPr/>
          <a:lstStyle/>
          <a:p>
            <a:fld id="{35E8911E-9DE7-463F-981B-F1795CC06C30}" type="slidenum">
              <a:rPr lang="en-AU" smtClean="0"/>
              <a:pPr/>
              <a:t>‹#›</a:t>
            </a:fld>
            <a:endParaRPr lang="en-AU" dirty="0"/>
          </a:p>
        </p:txBody>
      </p:sp>
    </p:spTree>
    <p:extLst>
      <p:ext uri="{BB962C8B-B14F-4D97-AF65-F5344CB8AC3E}">
        <p14:creationId xmlns:p14="http://schemas.microsoft.com/office/powerpoint/2010/main" val="3034989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Two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2"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D9F80C4F-2C51-4174-864A-DDC5127D6CE2}"/>
              </a:ext>
            </a:extLst>
          </p:cNvPr>
          <p:cNvSpPr>
            <a:spLocks noGrp="1"/>
          </p:cNvSpPr>
          <p:nvPr>
            <p:ph type="body" sz="quarter" idx="15" hasCustomPrompt="1"/>
          </p:nvPr>
        </p:nvSpPr>
        <p:spPr>
          <a:xfrm>
            <a:off x="6262488" y="1710848"/>
            <a:ext cx="5116778" cy="1725836"/>
          </a:xfrm>
          <a:prstGeom prst="rect">
            <a:avLst/>
          </a:prstGeom>
          <a:solidFill>
            <a:schemeClr val="accent1"/>
          </a:solidFill>
        </p:spPr>
        <p:txBody>
          <a:bodyPr wrap="square" lIns="152400" tIns="152400" rIns="152400" bIns="152400">
            <a:noAutofit/>
          </a:bodyPr>
          <a:lstStyle>
            <a:lvl1pPr marL="144000" indent="-144000">
              <a:buFontTx/>
              <a:buBlip>
                <a:blip r:embed="rId2"/>
              </a:buBlip>
              <a:defRPr/>
            </a:lvl1pPr>
            <a:lvl5pPr>
              <a:defRPr/>
            </a:lvl5pPr>
            <a:lvl6pPr>
              <a:defRPr/>
            </a:lvl6pPr>
          </a:lstStyle>
          <a:p>
            <a:pPr lvl="4"/>
            <a:r>
              <a:rPr lang="en-US" dirty="0"/>
              <a:t>Quote text to go here</a:t>
            </a:r>
          </a:p>
        </p:txBody>
      </p:sp>
      <p:grpSp>
        <p:nvGrpSpPr>
          <p:cNvPr id="8" name="Group 7">
            <a:extLst>
              <a:ext uri="{FF2B5EF4-FFF2-40B4-BE49-F238E27FC236}">
                <a16:creationId xmlns:a16="http://schemas.microsoft.com/office/drawing/2014/main" id="{9A11CAD1-EFBE-4BBE-AA9E-1D75935A9961}"/>
              </a:ext>
            </a:extLst>
          </p:cNvPr>
          <p:cNvGrpSpPr/>
          <p:nvPr userDrawn="1"/>
        </p:nvGrpSpPr>
        <p:grpSpPr>
          <a:xfrm>
            <a:off x="0" y="538702"/>
            <a:ext cx="11379329" cy="5715817"/>
            <a:chOff x="0" y="538702"/>
            <a:chExt cx="11379329" cy="5715817"/>
          </a:xfrm>
        </p:grpSpPr>
        <p:sp>
          <p:nvSpPr>
            <p:cNvPr id="10" name="Signifier">
              <a:extLst>
                <a:ext uri="{FF2B5EF4-FFF2-40B4-BE49-F238E27FC236}">
                  <a16:creationId xmlns:a16="http://schemas.microsoft.com/office/drawing/2014/main" id="{964A838B-8496-436B-8941-F62DFE3F8179}"/>
                </a:ext>
              </a:extLst>
            </p:cNvPr>
            <p:cNvSpPr/>
            <p:nvPr userDrawn="1"/>
          </p:nvSpPr>
          <p:spPr>
            <a:xfrm>
              <a:off x="0" y="538702"/>
              <a:ext cx="608830" cy="1297374"/>
            </a:xfrm>
            <a:custGeom>
              <a:avLst/>
              <a:gdLst/>
              <a:ahLst/>
              <a:cxnLst/>
              <a:rect l="l" t="t" r="r" b="b"/>
              <a:pathLst>
                <a:path w="1003935" h="2139315">
                  <a:moveTo>
                    <a:pt x="0" y="0"/>
                  </a:moveTo>
                  <a:lnTo>
                    <a:pt x="0" y="780744"/>
                  </a:lnTo>
                  <a:lnTo>
                    <a:pt x="288929" y="1069693"/>
                  </a:lnTo>
                  <a:lnTo>
                    <a:pt x="0" y="1358622"/>
                  </a:lnTo>
                  <a:lnTo>
                    <a:pt x="0" y="2139213"/>
                  </a:lnTo>
                  <a:lnTo>
                    <a:pt x="959631" y="1179700"/>
                  </a:lnTo>
                  <a:lnTo>
                    <a:pt x="988797" y="1139322"/>
                  </a:lnTo>
                  <a:lnTo>
                    <a:pt x="1003381" y="1093506"/>
                  </a:lnTo>
                  <a:lnTo>
                    <a:pt x="1003382" y="1045877"/>
                  </a:lnTo>
                  <a:lnTo>
                    <a:pt x="988802" y="1000059"/>
                  </a:lnTo>
                  <a:lnTo>
                    <a:pt x="959641" y="959675"/>
                  </a:lnTo>
                  <a:lnTo>
                    <a:pt x="0" y="0"/>
                  </a:lnTo>
                  <a:close/>
                </a:path>
              </a:pathLst>
            </a:custGeom>
            <a:solidFill>
              <a:srgbClr val="FF8774"/>
            </a:solidFill>
          </p:spPr>
          <p:txBody>
            <a:bodyPr wrap="square" lIns="0" tIns="0" rIns="0" bIns="0" rtlCol="0"/>
            <a:lstStyle/>
            <a:p>
              <a:endParaRPr sz="662" dirty="0"/>
            </a:p>
          </p:txBody>
        </p:sp>
        <p:sp>
          <p:nvSpPr>
            <p:cNvPr id="11" name="object 23">
              <a:extLst>
                <a:ext uri="{FF2B5EF4-FFF2-40B4-BE49-F238E27FC236}">
                  <a16:creationId xmlns:a16="http://schemas.microsoft.com/office/drawing/2014/main" id="{FE7F134A-67FF-4AD2-B6CD-DD646BEDCCA4}"/>
                </a:ext>
              </a:extLst>
            </p:cNvPr>
            <p:cNvSpPr/>
            <p:nvPr/>
          </p:nvSpPr>
          <p:spPr>
            <a:xfrm>
              <a:off x="812801" y="603010"/>
              <a:ext cx="10566528" cy="12708"/>
            </a:xfrm>
            <a:custGeom>
              <a:avLst/>
              <a:gdLst/>
              <a:ahLst/>
              <a:cxnLst/>
              <a:rect l="l" t="t" r="r" b="b"/>
              <a:pathLst>
                <a:path w="17423765" h="20955">
                  <a:moveTo>
                    <a:pt x="0" y="20941"/>
                  </a:moveTo>
                  <a:lnTo>
                    <a:pt x="17423553" y="20941"/>
                  </a:lnTo>
                  <a:lnTo>
                    <a:pt x="17423553" y="0"/>
                  </a:lnTo>
                  <a:lnTo>
                    <a:pt x="0" y="0"/>
                  </a:lnTo>
                  <a:lnTo>
                    <a:pt x="0" y="20941"/>
                  </a:lnTo>
                  <a:close/>
                </a:path>
              </a:pathLst>
            </a:custGeom>
            <a:solidFill>
              <a:srgbClr val="FF8774"/>
            </a:solidFill>
          </p:spPr>
          <p:txBody>
            <a:bodyPr wrap="square" lIns="0" tIns="0" rIns="0" bIns="0" rtlCol="0"/>
            <a:lstStyle/>
            <a:p>
              <a:endParaRPr sz="662" dirty="0"/>
            </a:p>
          </p:txBody>
        </p:sp>
        <p:sp>
          <p:nvSpPr>
            <p:cNvPr id="12" name="object 26">
              <a:extLst>
                <a:ext uri="{FF2B5EF4-FFF2-40B4-BE49-F238E27FC236}">
                  <a16:creationId xmlns:a16="http://schemas.microsoft.com/office/drawing/2014/main" id="{ABC9B7F1-86F4-4876-9F5E-02716C977564}"/>
                </a:ext>
              </a:extLst>
            </p:cNvPr>
            <p:cNvSpPr/>
            <p:nvPr/>
          </p:nvSpPr>
          <p:spPr>
            <a:xfrm>
              <a:off x="812801" y="6241811"/>
              <a:ext cx="10566528" cy="12708"/>
            </a:xfrm>
            <a:custGeom>
              <a:avLst/>
              <a:gdLst/>
              <a:ahLst/>
              <a:cxnLst/>
              <a:rect l="l" t="t" r="r" b="b"/>
              <a:pathLst>
                <a:path w="17423765" h="20954">
                  <a:moveTo>
                    <a:pt x="0" y="20941"/>
                  </a:moveTo>
                  <a:lnTo>
                    <a:pt x="17423553" y="20941"/>
                  </a:lnTo>
                  <a:lnTo>
                    <a:pt x="17423553" y="0"/>
                  </a:lnTo>
                  <a:lnTo>
                    <a:pt x="0" y="0"/>
                  </a:lnTo>
                  <a:lnTo>
                    <a:pt x="0" y="20941"/>
                  </a:lnTo>
                  <a:close/>
                </a:path>
              </a:pathLst>
            </a:custGeom>
            <a:solidFill>
              <a:srgbClr val="FF8774"/>
            </a:solidFill>
          </p:spPr>
          <p:txBody>
            <a:bodyPr wrap="square" lIns="0" tIns="0" rIns="0" bIns="0" rtlCol="0"/>
            <a:lstStyle/>
            <a:p>
              <a:endParaRPr sz="662" dirty="0"/>
            </a:p>
          </p:txBody>
        </p:sp>
      </p:grpSp>
    </p:spTree>
    <p:extLst>
      <p:ext uri="{BB962C8B-B14F-4D97-AF65-F5344CB8AC3E}">
        <p14:creationId xmlns:p14="http://schemas.microsoft.com/office/powerpoint/2010/main" val="2772038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avy">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D6358-A7C7-4A5E-B5D0-F8285790065D}"/>
              </a:ext>
            </a:extLst>
          </p:cNvPr>
          <p:cNvSpPr>
            <a:spLocks noGrp="1"/>
          </p:cNvSpPr>
          <p:nvPr>
            <p:ph type="title"/>
          </p:nvPr>
        </p:nvSpPr>
        <p:spPr>
          <a:xfrm>
            <a:off x="839788" y="2575808"/>
            <a:ext cx="5297685" cy="1228724"/>
          </a:xfrm>
        </p:spPr>
        <p:txBody>
          <a:bodyPr anchor="t"/>
          <a:lstStyle/>
          <a:p>
            <a:r>
              <a:rPr lang="en-US" dirty="0"/>
              <a:t>Click to edit Master title style</a:t>
            </a:r>
            <a:endParaRPr lang="en-AU" dirty="0"/>
          </a:p>
        </p:txBody>
      </p:sp>
      <p:sp>
        <p:nvSpPr>
          <p:cNvPr id="15" name="Date Placeholder 14">
            <a:extLst>
              <a:ext uri="{FF2B5EF4-FFF2-40B4-BE49-F238E27FC236}">
                <a16:creationId xmlns:a16="http://schemas.microsoft.com/office/drawing/2014/main" id="{69CE4FC3-53E3-40A8-9A8E-24272DBFA80C}"/>
              </a:ext>
            </a:extLst>
          </p:cNvPr>
          <p:cNvSpPr>
            <a:spLocks noGrp="1"/>
          </p:cNvSpPr>
          <p:nvPr>
            <p:ph type="dt" sz="half" idx="16"/>
          </p:nvPr>
        </p:nvSpPr>
        <p:spPr/>
        <p:txBody>
          <a:bodyPr/>
          <a:lstStyle/>
          <a:p>
            <a:fld id="{0D3BF133-8228-407C-83D3-2DD99ECAA41D}" type="datetime4">
              <a:rPr lang="en-AU" smtClean="0"/>
              <a:t>23 October 2024</a:t>
            </a:fld>
            <a:endParaRPr lang="en-AU" dirty="0"/>
          </a:p>
        </p:txBody>
      </p:sp>
      <p:sp>
        <p:nvSpPr>
          <p:cNvPr id="16" name="Footer Placeholder 15">
            <a:extLst>
              <a:ext uri="{FF2B5EF4-FFF2-40B4-BE49-F238E27FC236}">
                <a16:creationId xmlns:a16="http://schemas.microsoft.com/office/drawing/2014/main" id="{8DEDE3B3-A610-48D7-88EE-0E1C79E5AA7A}"/>
              </a:ext>
            </a:extLst>
          </p:cNvPr>
          <p:cNvSpPr>
            <a:spLocks noGrp="1"/>
          </p:cNvSpPr>
          <p:nvPr>
            <p:ph type="ftr" sz="quarter" idx="17"/>
          </p:nvPr>
        </p:nvSpPr>
        <p:spPr/>
        <p:txBody>
          <a:bodyPr lIns="0"/>
          <a:lstStyle/>
          <a:p>
            <a:endParaRPr lang="en-AU" dirty="0"/>
          </a:p>
        </p:txBody>
      </p:sp>
      <p:sp>
        <p:nvSpPr>
          <p:cNvPr id="17" name="Slide Number Placeholder 16">
            <a:extLst>
              <a:ext uri="{FF2B5EF4-FFF2-40B4-BE49-F238E27FC236}">
                <a16:creationId xmlns:a16="http://schemas.microsoft.com/office/drawing/2014/main" id="{4A89A7FE-FD13-4B74-AED5-253EBC01FFA8}"/>
              </a:ext>
            </a:extLst>
          </p:cNvPr>
          <p:cNvSpPr>
            <a:spLocks noGrp="1"/>
          </p:cNvSpPr>
          <p:nvPr>
            <p:ph type="sldNum" sz="quarter" idx="18"/>
          </p:nvPr>
        </p:nvSpPr>
        <p:spPr/>
        <p:txBody>
          <a:bodyPr/>
          <a:lstStyle/>
          <a:p>
            <a:fld id="{35E8911E-9DE7-463F-981B-F1795CC06C30}" type="slidenum">
              <a:rPr lang="en-AU" smtClean="0"/>
              <a:pPr/>
              <a:t>‹#›</a:t>
            </a:fld>
            <a:endParaRPr lang="en-AU" dirty="0"/>
          </a:p>
        </p:txBody>
      </p:sp>
    </p:spTree>
    <p:extLst>
      <p:ext uri="{BB962C8B-B14F-4D97-AF65-F5344CB8AC3E}">
        <p14:creationId xmlns:p14="http://schemas.microsoft.com/office/powerpoint/2010/main" val="1997645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rape">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D6358-A7C7-4A5E-B5D0-F8285790065D}"/>
              </a:ext>
            </a:extLst>
          </p:cNvPr>
          <p:cNvSpPr>
            <a:spLocks noGrp="1"/>
          </p:cNvSpPr>
          <p:nvPr>
            <p:ph type="title"/>
          </p:nvPr>
        </p:nvSpPr>
        <p:spPr>
          <a:xfrm>
            <a:off x="839788" y="2575808"/>
            <a:ext cx="5297685" cy="1228724"/>
          </a:xfrm>
        </p:spPr>
        <p:txBody>
          <a:bodyPr anchor="t"/>
          <a:lstStyle/>
          <a:p>
            <a:r>
              <a:rPr lang="en-US" dirty="0"/>
              <a:t>Click to edit Master title style</a:t>
            </a:r>
            <a:endParaRPr lang="en-AU" dirty="0"/>
          </a:p>
        </p:txBody>
      </p:sp>
      <p:sp>
        <p:nvSpPr>
          <p:cNvPr id="15" name="Date Placeholder 14">
            <a:extLst>
              <a:ext uri="{FF2B5EF4-FFF2-40B4-BE49-F238E27FC236}">
                <a16:creationId xmlns:a16="http://schemas.microsoft.com/office/drawing/2014/main" id="{69CE4FC3-53E3-40A8-9A8E-24272DBFA80C}"/>
              </a:ext>
            </a:extLst>
          </p:cNvPr>
          <p:cNvSpPr>
            <a:spLocks noGrp="1"/>
          </p:cNvSpPr>
          <p:nvPr>
            <p:ph type="dt" sz="half" idx="16"/>
          </p:nvPr>
        </p:nvSpPr>
        <p:spPr/>
        <p:txBody>
          <a:bodyPr/>
          <a:lstStyle/>
          <a:p>
            <a:fld id="{61DCF7C8-D170-4693-8337-D437A222D1DE}" type="datetime4">
              <a:rPr lang="en-AU" smtClean="0"/>
              <a:t>23 October 2024</a:t>
            </a:fld>
            <a:endParaRPr lang="en-AU" dirty="0"/>
          </a:p>
        </p:txBody>
      </p:sp>
      <p:sp>
        <p:nvSpPr>
          <p:cNvPr id="16" name="Footer Placeholder 15">
            <a:extLst>
              <a:ext uri="{FF2B5EF4-FFF2-40B4-BE49-F238E27FC236}">
                <a16:creationId xmlns:a16="http://schemas.microsoft.com/office/drawing/2014/main" id="{8DEDE3B3-A610-48D7-88EE-0E1C79E5AA7A}"/>
              </a:ext>
            </a:extLst>
          </p:cNvPr>
          <p:cNvSpPr>
            <a:spLocks noGrp="1"/>
          </p:cNvSpPr>
          <p:nvPr>
            <p:ph type="ftr" sz="quarter" idx="17"/>
          </p:nvPr>
        </p:nvSpPr>
        <p:spPr/>
        <p:txBody>
          <a:bodyPr/>
          <a:lstStyle/>
          <a:p>
            <a:endParaRPr lang="en-AU" dirty="0"/>
          </a:p>
        </p:txBody>
      </p:sp>
      <p:sp>
        <p:nvSpPr>
          <p:cNvPr id="17" name="Slide Number Placeholder 16">
            <a:extLst>
              <a:ext uri="{FF2B5EF4-FFF2-40B4-BE49-F238E27FC236}">
                <a16:creationId xmlns:a16="http://schemas.microsoft.com/office/drawing/2014/main" id="{4A89A7FE-FD13-4B74-AED5-253EBC01FFA8}"/>
              </a:ext>
            </a:extLst>
          </p:cNvPr>
          <p:cNvSpPr>
            <a:spLocks noGrp="1"/>
          </p:cNvSpPr>
          <p:nvPr>
            <p:ph type="sldNum" sz="quarter" idx="18"/>
          </p:nvPr>
        </p:nvSpPr>
        <p:spPr/>
        <p:txBody>
          <a:bodyPr/>
          <a:lstStyle/>
          <a:p>
            <a:fld id="{35E8911E-9DE7-463F-981B-F1795CC06C30}" type="slidenum">
              <a:rPr lang="en-AU" smtClean="0"/>
              <a:pPr/>
              <a:t>‹#›</a:t>
            </a:fld>
            <a:endParaRPr lang="en-AU" dirty="0"/>
          </a:p>
        </p:txBody>
      </p:sp>
    </p:spTree>
    <p:extLst>
      <p:ext uri="{BB962C8B-B14F-4D97-AF65-F5344CB8AC3E}">
        <p14:creationId xmlns:p14="http://schemas.microsoft.com/office/powerpoint/2010/main" val="3107013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oon">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D6358-A7C7-4A5E-B5D0-F8285790065D}"/>
              </a:ext>
            </a:extLst>
          </p:cNvPr>
          <p:cNvSpPr>
            <a:spLocks noGrp="1"/>
          </p:cNvSpPr>
          <p:nvPr>
            <p:ph type="title"/>
          </p:nvPr>
        </p:nvSpPr>
        <p:spPr>
          <a:xfrm>
            <a:off x="839788" y="2575808"/>
            <a:ext cx="5297685" cy="1228724"/>
          </a:xfrm>
        </p:spPr>
        <p:txBody>
          <a:bodyPr anchor="t"/>
          <a:lstStyle/>
          <a:p>
            <a:r>
              <a:rPr lang="en-US" dirty="0"/>
              <a:t>Click to edit Master title style</a:t>
            </a:r>
            <a:endParaRPr lang="en-AU" dirty="0"/>
          </a:p>
        </p:txBody>
      </p:sp>
      <p:sp>
        <p:nvSpPr>
          <p:cNvPr id="15" name="Date Placeholder 14">
            <a:extLst>
              <a:ext uri="{FF2B5EF4-FFF2-40B4-BE49-F238E27FC236}">
                <a16:creationId xmlns:a16="http://schemas.microsoft.com/office/drawing/2014/main" id="{69CE4FC3-53E3-40A8-9A8E-24272DBFA80C}"/>
              </a:ext>
            </a:extLst>
          </p:cNvPr>
          <p:cNvSpPr>
            <a:spLocks noGrp="1"/>
          </p:cNvSpPr>
          <p:nvPr>
            <p:ph type="dt" sz="half" idx="16"/>
          </p:nvPr>
        </p:nvSpPr>
        <p:spPr/>
        <p:txBody>
          <a:bodyPr/>
          <a:lstStyle/>
          <a:p>
            <a:fld id="{E2843E0E-62E6-4917-AB91-9A97254B6D2A}" type="datetime4">
              <a:rPr lang="en-AU" smtClean="0"/>
              <a:t>23 October 2024</a:t>
            </a:fld>
            <a:endParaRPr lang="en-AU" dirty="0"/>
          </a:p>
        </p:txBody>
      </p:sp>
      <p:sp>
        <p:nvSpPr>
          <p:cNvPr id="16" name="Footer Placeholder 15">
            <a:extLst>
              <a:ext uri="{FF2B5EF4-FFF2-40B4-BE49-F238E27FC236}">
                <a16:creationId xmlns:a16="http://schemas.microsoft.com/office/drawing/2014/main" id="{8DEDE3B3-A610-48D7-88EE-0E1C79E5AA7A}"/>
              </a:ext>
            </a:extLst>
          </p:cNvPr>
          <p:cNvSpPr>
            <a:spLocks noGrp="1"/>
          </p:cNvSpPr>
          <p:nvPr>
            <p:ph type="ftr" sz="quarter" idx="17"/>
          </p:nvPr>
        </p:nvSpPr>
        <p:spPr/>
        <p:txBody>
          <a:bodyPr/>
          <a:lstStyle/>
          <a:p>
            <a:endParaRPr lang="en-AU" dirty="0"/>
          </a:p>
        </p:txBody>
      </p:sp>
      <p:sp>
        <p:nvSpPr>
          <p:cNvPr id="17" name="Slide Number Placeholder 16">
            <a:extLst>
              <a:ext uri="{FF2B5EF4-FFF2-40B4-BE49-F238E27FC236}">
                <a16:creationId xmlns:a16="http://schemas.microsoft.com/office/drawing/2014/main" id="{4A89A7FE-FD13-4B74-AED5-253EBC01FFA8}"/>
              </a:ext>
            </a:extLst>
          </p:cNvPr>
          <p:cNvSpPr>
            <a:spLocks noGrp="1"/>
          </p:cNvSpPr>
          <p:nvPr>
            <p:ph type="sldNum" sz="quarter" idx="18"/>
          </p:nvPr>
        </p:nvSpPr>
        <p:spPr/>
        <p:txBody>
          <a:bodyPr/>
          <a:lstStyle/>
          <a:p>
            <a:fld id="{35E8911E-9DE7-463F-981B-F1795CC06C30}" type="slidenum">
              <a:rPr lang="en-AU" smtClean="0"/>
              <a:pPr/>
              <a:t>‹#›</a:t>
            </a:fld>
            <a:endParaRPr lang="en-AU" dirty="0"/>
          </a:p>
        </p:txBody>
      </p:sp>
    </p:spTree>
    <p:extLst>
      <p:ext uri="{BB962C8B-B14F-4D97-AF65-F5344CB8AC3E}">
        <p14:creationId xmlns:p14="http://schemas.microsoft.com/office/powerpoint/2010/main" val="1047640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rang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D6358-A7C7-4A5E-B5D0-F8285790065D}"/>
              </a:ext>
            </a:extLst>
          </p:cNvPr>
          <p:cNvSpPr>
            <a:spLocks noGrp="1"/>
          </p:cNvSpPr>
          <p:nvPr>
            <p:ph type="title"/>
          </p:nvPr>
        </p:nvSpPr>
        <p:spPr>
          <a:xfrm>
            <a:off x="839788" y="2575808"/>
            <a:ext cx="5297685" cy="1228724"/>
          </a:xfrm>
        </p:spPr>
        <p:txBody>
          <a:bodyPr anchor="t"/>
          <a:lstStyle/>
          <a:p>
            <a:r>
              <a:rPr lang="en-US" dirty="0"/>
              <a:t>Click to edit Master title style</a:t>
            </a:r>
            <a:endParaRPr lang="en-AU" dirty="0"/>
          </a:p>
        </p:txBody>
      </p:sp>
      <p:sp>
        <p:nvSpPr>
          <p:cNvPr id="15" name="Date Placeholder 14">
            <a:extLst>
              <a:ext uri="{FF2B5EF4-FFF2-40B4-BE49-F238E27FC236}">
                <a16:creationId xmlns:a16="http://schemas.microsoft.com/office/drawing/2014/main" id="{69CE4FC3-53E3-40A8-9A8E-24272DBFA80C}"/>
              </a:ext>
            </a:extLst>
          </p:cNvPr>
          <p:cNvSpPr>
            <a:spLocks noGrp="1"/>
          </p:cNvSpPr>
          <p:nvPr>
            <p:ph type="dt" sz="half" idx="16"/>
          </p:nvPr>
        </p:nvSpPr>
        <p:spPr/>
        <p:txBody>
          <a:bodyPr/>
          <a:lstStyle/>
          <a:p>
            <a:fld id="{A24C04C5-60DE-4CB6-8568-6504E5708F5E}" type="datetime4">
              <a:rPr lang="en-AU" smtClean="0"/>
              <a:t>23 October 2024</a:t>
            </a:fld>
            <a:endParaRPr lang="en-AU" dirty="0"/>
          </a:p>
        </p:txBody>
      </p:sp>
      <p:sp>
        <p:nvSpPr>
          <p:cNvPr id="16" name="Footer Placeholder 15">
            <a:extLst>
              <a:ext uri="{FF2B5EF4-FFF2-40B4-BE49-F238E27FC236}">
                <a16:creationId xmlns:a16="http://schemas.microsoft.com/office/drawing/2014/main" id="{8DEDE3B3-A610-48D7-88EE-0E1C79E5AA7A}"/>
              </a:ext>
            </a:extLst>
          </p:cNvPr>
          <p:cNvSpPr>
            <a:spLocks noGrp="1"/>
          </p:cNvSpPr>
          <p:nvPr>
            <p:ph type="ftr" sz="quarter" idx="17"/>
          </p:nvPr>
        </p:nvSpPr>
        <p:spPr/>
        <p:txBody>
          <a:bodyPr lIns="0"/>
          <a:lstStyle/>
          <a:p>
            <a:endParaRPr lang="en-AU" dirty="0"/>
          </a:p>
        </p:txBody>
      </p:sp>
      <p:sp>
        <p:nvSpPr>
          <p:cNvPr id="17" name="Slide Number Placeholder 16">
            <a:extLst>
              <a:ext uri="{FF2B5EF4-FFF2-40B4-BE49-F238E27FC236}">
                <a16:creationId xmlns:a16="http://schemas.microsoft.com/office/drawing/2014/main" id="{4A89A7FE-FD13-4B74-AED5-253EBC01FFA8}"/>
              </a:ext>
            </a:extLst>
          </p:cNvPr>
          <p:cNvSpPr>
            <a:spLocks noGrp="1"/>
          </p:cNvSpPr>
          <p:nvPr>
            <p:ph type="sldNum" sz="quarter" idx="18"/>
          </p:nvPr>
        </p:nvSpPr>
        <p:spPr/>
        <p:txBody>
          <a:bodyPr/>
          <a:lstStyle/>
          <a:p>
            <a:fld id="{35E8911E-9DE7-463F-981B-F1795CC06C30}" type="slidenum">
              <a:rPr lang="en-AU" smtClean="0"/>
              <a:pPr/>
              <a:t>‹#›</a:t>
            </a:fld>
            <a:endParaRPr lang="en-AU" dirty="0"/>
          </a:p>
        </p:txBody>
      </p:sp>
    </p:spTree>
    <p:extLst>
      <p:ext uri="{BB962C8B-B14F-4D97-AF65-F5344CB8AC3E}">
        <p14:creationId xmlns:p14="http://schemas.microsoft.com/office/powerpoint/2010/main" val="2449133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rick Re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D6358-A7C7-4A5E-B5D0-F8285790065D}"/>
              </a:ext>
            </a:extLst>
          </p:cNvPr>
          <p:cNvSpPr>
            <a:spLocks noGrp="1"/>
          </p:cNvSpPr>
          <p:nvPr>
            <p:ph type="title"/>
          </p:nvPr>
        </p:nvSpPr>
        <p:spPr>
          <a:xfrm>
            <a:off x="839788" y="2575808"/>
            <a:ext cx="5297685" cy="1228724"/>
          </a:xfrm>
        </p:spPr>
        <p:txBody>
          <a:bodyPr anchor="t"/>
          <a:lstStyle/>
          <a:p>
            <a:r>
              <a:rPr lang="en-US" dirty="0"/>
              <a:t>Click to edit Master title style</a:t>
            </a:r>
            <a:endParaRPr lang="en-AU" dirty="0"/>
          </a:p>
        </p:txBody>
      </p:sp>
      <p:sp>
        <p:nvSpPr>
          <p:cNvPr id="15" name="Date Placeholder 14">
            <a:extLst>
              <a:ext uri="{FF2B5EF4-FFF2-40B4-BE49-F238E27FC236}">
                <a16:creationId xmlns:a16="http://schemas.microsoft.com/office/drawing/2014/main" id="{69CE4FC3-53E3-40A8-9A8E-24272DBFA80C}"/>
              </a:ext>
            </a:extLst>
          </p:cNvPr>
          <p:cNvSpPr>
            <a:spLocks noGrp="1"/>
          </p:cNvSpPr>
          <p:nvPr>
            <p:ph type="dt" sz="half" idx="16"/>
          </p:nvPr>
        </p:nvSpPr>
        <p:spPr/>
        <p:txBody>
          <a:bodyPr/>
          <a:lstStyle/>
          <a:p>
            <a:fld id="{E688CB22-C079-4898-8676-FE75EB356FE6}" type="datetime4">
              <a:rPr lang="en-AU" smtClean="0"/>
              <a:t>23 October 2024</a:t>
            </a:fld>
            <a:endParaRPr lang="en-AU" dirty="0"/>
          </a:p>
        </p:txBody>
      </p:sp>
      <p:sp>
        <p:nvSpPr>
          <p:cNvPr id="16" name="Footer Placeholder 15">
            <a:extLst>
              <a:ext uri="{FF2B5EF4-FFF2-40B4-BE49-F238E27FC236}">
                <a16:creationId xmlns:a16="http://schemas.microsoft.com/office/drawing/2014/main" id="{8DEDE3B3-A610-48D7-88EE-0E1C79E5AA7A}"/>
              </a:ext>
            </a:extLst>
          </p:cNvPr>
          <p:cNvSpPr>
            <a:spLocks noGrp="1"/>
          </p:cNvSpPr>
          <p:nvPr>
            <p:ph type="ftr" sz="quarter" idx="17"/>
          </p:nvPr>
        </p:nvSpPr>
        <p:spPr/>
        <p:txBody>
          <a:bodyPr/>
          <a:lstStyle/>
          <a:p>
            <a:endParaRPr lang="en-AU" dirty="0"/>
          </a:p>
        </p:txBody>
      </p:sp>
      <p:sp>
        <p:nvSpPr>
          <p:cNvPr id="17" name="Slide Number Placeholder 16">
            <a:extLst>
              <a:ext uri="{FF2B5EF4-FFF2-40B4-BE49-F238E27FC236}">
                <a16:creationId xmlns:a16="http://schemas.microsoft.com/office/drawing/2014/main" id="{4A89A7FE-FD13-4B74-AED5-253EBC01FFA8}"/>
              </a:ext>
            </a:extLst>
          </p:cNvPr>
          <p:cNvSpPr>
            <a:spLocks noGrp="1"/>
          </p:cNvSpPr>
          <p:nvPr>
            <p:ph type="sldNum" sz="quarter" idx="18"/>
          </p:nvPr>
        </p:nvSpPr>
        <p:spPr/>
        <p:txBody>
          <a:bodyPr/>
          <a:lstStyle/>
          <a:p>
            <a:fld id="{35E8911E-9DE7-463F-981B-F1795CC06C30}" type="slidenum">
              <a:rPr lang="en-AU" smtClean="0"/>
              <a:pPr/>
              <a:t>‹#›</a:t>
            </a:fld>
            <a:endParaRPr lang="en-AU" dirty="0"/>
          </a:p>
        </p:txBody>
      </p:sp>
    </p:spTree>
    <p:extLst>
      <p:ext uri="{BB962C8B-B14F-4D97-AF65-F5344CB8AC3E}">
        <p14:creationId xmlns:p14="http://schemas.microsoft.com/office/powerpoint/2010/main" val="40006443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alm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D6358-A7C7-4A5E-B5D0-F8285790065D}"/>
              </a:ext>
            </a:extLst>
          </p:cNvPr>
          <p:cNvSpPr>
            <a:spLocks noGrp="1"/>
          </p:cNvSpPr>
          <p:nvPr>
            <p:ph type="title"/>
          </p:nvPr>
        </p:nvSpPr>
        <p:spPr>
          <a:xfrm>
            <a:off x="839788" y="2575808"/>
            <a:ext cx="5297685" cy="1228724"/>
          </a:xfrm>
        </p:spPr>
        <p:txBody>
          <a:bodyPr anchor="t"/>
          <a:lstStyle>
            <a:lvl1pPr>
              <a:defRPr>
                <a:solidFill>
                  <a:schemeClr val="tx1"/>
                </a:solidFill>
              </a:defRPr>
            </a:lvl1pPr>
          </a:lstStyle>
          <a:p>
            <a:r>
              <a:rPr lang="en-US" dirty="0"/>
              <a:t>Click to edit Master title style</a:t>
            </a:r>
            <a:endParaRPr lang="en-AU" dirty="0"/>
          </a:p>
        </p:txBody>
      </p:sp>
      <p:sp>
        <p:nvSpPr>
          <p:cNvPr id="15" name="Date Placeholder 14">
            <a:extLst>
              <a:ext uri="{FF2B5EF4-FFF2-40B4-BE49-F238E27FC236}">
                <a16:creationId xmlns:a16="http://schemas.microsoft.com/office/drawing/2014/main" id="{69CE4FC3-53E3-40A8-9A8E-24272DBFA80C}"/>
              </a:ext>
            </a:extLst>
          </p:cNvPr>
          <p:cNvSpPr>
            <a:spLocks noGrp="1"/>
          </p:cNvSpPr>
          <p:nvPr>
            <p:ph type="dt" sz="half" idx="16"/>
          </p:nvPr>
        </p:nvSpPr>
        <p:spPr/>
        <p:txBody>
          <a:bodyPr/>
          <a:lstStyle>
            <a:lvl1pPr>
              <a:defRPr>
                <a:solidFill>
                  <a:schemeClr val="tx1"/>
                </a:solidFill>
              </a:defRPr>
            </a:lvl1pPr>
          </a:lstStyle>
          <a:p>
            <a:fld id="{05238849-9BDA-49AD-8DB0-F66548E43C1B}" type="datetime4">
              <a:rPr lang="en-AU" smtClean="0"/>
              <a:t>23 October 2024</a:t>
            </a:fld>
            <a:endParaRPr lang="en-AU" dirty="0"/>
          </a:p>
        </p:txBody>
      </p:sp>
      <p:sp>
        <p:nvSpPr>
          <p:cNvPr id="16" name="Footer Placeholder 15">
            <a:extLst>
              <a:ext uri="{FF2B5EF4-FFF2-40B4-BE49-F238E27FC236}">
                <a16:creationId xmlns:a16="http://schemas.microsoft.com/office/drawing/2014/main" id="{8DEDE3B3-A610-48D7-88EE-0E1C79E5AA7A}"/>
              </a:ext>
            </a:extLst>
          </p:cNvPr>
          <p:cNvSpPr>
            <a:spLocks noGrp="1"/>
          </p:cNvSpPr>
          <p:nvPr>
            <p:ph type="ftr" sz="quarter" idx="17"/>
          </p:nvPr>
        </p:nvSpPr>
        <p:spPr/>
        <p:txBody>
          <a:bodyPr lIns="0" tIns="0" rIns="0" bIns="0"/>
          <a:lstStyle>
            <a:lvl1pPr marL="144000" indent="-144000">
              <a:buFontTx/>
              <a:buBlip>
                <a:blip r:embed="rId2"/>
              </a:buBlip>
              <a:defRPr lang="en-AU" sz="1400" kern="1200" cap="all" spc="18" baseline="0" dirty="0" smtClean="0">
                <a:solidFill>
                  <a:schemeClr val="tx1"/>
                </a:solidFill>
                <a:latin typeface="+mn-lt"/>
                <a:ea typeface="+mn-ea"/>
                <a:cs typeface="+mn-cs"/>
              </a:defRPr>
            </a:lvl1pPr>
          </a:lstStyle>
          <a:p>
            <a:endParaRPr lang="en-AU" dirty="0"/>
          </a:p>
        </p:txBody>
      </p:sp>
      <p:sp>
        <p:nvSpPr>
          <p:cNvPr id="17" name="Slide Number Placeholder 16">
            <a:extLst>
              <a:ext uri="{FF2B5EF4-FFF2-40B4-BE49-F238E27FC236}">
                <a16:creationId xmlns:a16="http://schemas.microsoft.com/office/drawing/2014/main" id="{4A89A7FE-FD13-4B74-AED5-253EBC01FFA8}"/>
              </a:ext>
            </a:extLst>
          </p:cNvPr>
          <p:cNvSpPr>
            <a:spLocks noGrp="1"/>
          </p:cNvSpPr>
          <p:nvPr>
            <p:ph type="sldNum" sz="quarter" idx="18"/>
          </p:nvPr>
        </p:nvSpPr>
        <p:spPr/>
        <p:txBody>
          <a:bodyPr/>
          <a:lstStyle>
            <a:lvl1pPr>
              <a:defRPr>
                <a:solidFill>
                  <a:schemeClr val="tx1"/>
                </a:solidFill>
              </a:defRPr>
            </a:lvl1pPr>
          </a:lstStyle>
          <a:p>
            <a:fld id="{35E8911E-9DE7-463F-981B-F1795CC06C30}" type="slidenum">
              <a:rPr lang="en-AU" smtClean="0"/>
              <a:pPr/>
              <a:t>‹#›</a:t>
            </a:fld>
            <a:endParaRPr lang="en-AU" dirty="0"/>
          </a:p>
        </p:txBody>
      </p:sp>
    </p:spTree>
    <p:extLst>
      <p:ext uri="{BB962C8B-B14F-4D97-AF65-F5344CB8AC3E}">
        <p14:creationId xmlns:p14="http://schemas.microsoft.com/office/powerpoint/2010/main" val="3573829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ey">
    <p:bg>
      <p:bgPr>
        <a:solidFill>
          <a:srgbClr val="A7A8A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D6358-A7C7-4A5E-B5D0-F8285790065D}"/>
              </a:ext>
            </a:extLst>
          </p:cNvPr>
          <p:cNvSpPr>
            <a:spLocks noGrp="1"/>
          </p:cNvSpPr>
          <p:nvPr>
            <p:ph type="title"/>
          </p:nvPr>
        </p:nvSpPr>
        <p:spPr>
          <a:xfrm>
            <a:off x="839788" y="2575808"/>
            <a:ext cx="5297685" cy="1228724"/>
          </a:xfrm>
        </p:spPr>
        <p:txBody>
          <a:bodyPr anchor="t"/>
          <a:lstStyle>
            <a:lvl1pPr>
              <a:defRPr>
                <a:solidFill>
                  <a:schemeClr val="tx1"/>
                </a:solidFill>
              </a:defRPr>
            </a:lvl1pPr>
          </a:lstStyle>
          <a:p>
            <a:r>
              <a:rPr lang="en-US" dirty="0"/>
              <a:t>Click to edit Master title style</a:t>
            </a:r>
            <a:endParaRPr lang="en-AU" dirty="0"/>
          </a:p>
        </p:txBody>
      </p:sp>
      <p:sp>
        <p:nvSpPr>
          <p:cNvPr id="15" name="Date Placeholder 14">
            <a:extLst>
              <a:ext uri="{FF2B5EF4-FFF2-40B4-BE49-F238E27FC236}">
                <a16:creationId xmlns:a16="http://schemas.microsoft.com/office/drawing/2014/main" id="{69CE4FC3-53E3-40A8-9A8E-24272DBFA80C}"/>
              </a:ext>
            </a:extLst>
          </p:cNvPr>
          <p:cNvSpPr>
            <a:spLocks noGrp="1"/>
          </p:cNvSpPr>
          <p:nvPr>
            <p:ph type="dt" sz="half" idx="16"/>
          </p:nvPr>
        </p:nvSpPr>
        <p:spPr/>
        <p:txBody>
          <a:bodyPr/>
          <a:lstStyle>
            <a:lvl1pPr>
              <a:defRPr>
                <a:solidFill>
                  <a:schemeClr val="tx1"/>
                </a:solidFill>
              </a:defRPr>
            </a:lvl1pPr>
          </a:lstStyle>
          <a:p>
            <a:fld id="{42D766F5-96AC-4AF2-8A38-CFDCE14EBA61}" type="datetime4">
              <a:rPr lang="en-AU" smtClean="0"/>
              <a:t>23 October 2024</a:t>
            </a:fld>
            <a:endParaRPr lang="en-AU" dirty="0"/>
          </a:p>
        </p:txBody>
      </p:sp>
      <p:sp>
        <p:nvSpPr>
          <p:cNvPr id="16" name="Footer Placeholder 15">
            <a:extLst>
              <a:ext uri="{FF2B5EF4-FFF2-40B4-BE49-F238E27FC236}">
                <a16:creationId xmlns:a16="http://schemas.microsoft.com/office/drawing/2014/main" id="{8DEDE3B3-A610-48D7-88EE-0E1C79E5AA7A}"/>
              </a:ext>
            </a:extLst>
          </p:cNvPr>
          <p:cNvSpPr>
            <a:spLocks noGrp="1"/>
          </p:cNvSpPr>
          <p:nvPr>
            <p:ph type="ftr" sz="quarter" idx="17"/>
          </p:nvPr>
        </p:nvSpPr>
        <p:spPr/>
        <p:txBody>
          <a:bodyPr lIns="0"/>
          <a:lstStyle>
            <a:lvl1pPr marL="144000" indent="-144000">
              <a:buFontTx/>
              <a:buBlip>
                <a:blip r:embed="rId2"/>
              </a:buBlip>
              <a:defRPr lang="en-AU" sz="1400" kern="1200" cap="all" spc="18" baseline="0" dirty="0" smtClean="0">
                <a:solidFill>
                  <a:schemeClr val="tx1"/>
                </a:solidFill>
                <a:latin typeface="+mn-lt"/>
                <a:ea typeface="+mn-ea"/>
                <a:cs typeface="+mn-cs"/>
              </a:defRPr>
            </a:lvl1pPr>
          </a:lstStyle>
          <a:p>
            <a:endParaRPr lang="en-AU" dirty="0"/>
          </a:p>
        </p:txBody>
      </p:sp>
      <p:sp>
        <p:nvSpPr>
          <p:cNvPr id="17" name="Slide Number Placeholder 16">
            <a:extLst>
              <a:ext uri="{FF2B5EF4-FFF2-40B4-BE49-F238E27FC236}">
                <a16:creationId xmlns:a16="http://schemas.microsoft.com/office/drawing/2014/main" id="{4A89A7FE-FD13-4B74-AED5-253EBC01FFA8}"/>
              </a:ext>
            </a:extLst>
          </p:cNvPr>
          <p:cNvSpPr>
            <a:spLocks noGrp="1"/>
          </p:cNvSpPr>
          <p:nvPr>
            <p:ph type="sldNum" sz="quarter" idx="18"/>
          </p:nvPr>
        </p:nvSpPr>
        <p:spPr/>
        <p:txBody>
          <a:bodyPr/>
          <a:lstStyle>
            <a:lvl1pPr>
              <a:defRPr>
                <a:solidFill>
                  <a:schemeClr val="tx1"/>
                </a:solidFill>
              </a:defRPr>
            </a:lvl1pPr>
          </a:lstStyle>
          <a:p>
            <a:fld id="{35E8911E-9DE7-463F-981B-F1795CC06C30}" type="slidenum">
              <a:rPr lang="en-AU" smtClean="0"/>
              <a:pPr/>
              <a:t>‹#›</a:t>
            </a:fld>
            <a:endParaRPr lang="en-AU" dirty="0"/>
          </a:p>
        </p:txBody>
      </p:sp>
    </p:spTree>
    <p:extLst>
      <p:ext uri="{BB962C8B-B14F-4D97-AF65-F5344CB8AC3E}">
        <p14:creationId xmlns:p14="http://schemas.microsoft.com/office/powerpoint/2010/main" val="31532059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ingle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30920727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ingle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16" name="Content Placeholder 15">
            <a:extLst>
              <a:ext uri="{FF2B5EF4-FFF2-40B4-BE49-F238E27FC236}">
                <a16:creationId xmlns:a16="http://schemas.microsoft.com/office/drawing/2014/main" id="{EA58D13F-0442-41AB-9AAC-8F0DFBF94209}"/>
              </a:ext>
            </a:extLst>
          </p:cNvPr>
          <p:cNvSpPr>
            <a:spLocks noGrp="1"/>
          </p:cNvSpPr>
          <p:nvPr>
            <p:ph sz="quarter" idx="15"/>
          </p:nvPr>
        </p:nvSpPr>
        <p:spPr>
          <a:xfrm>
            <a:off x="839788" y="1718756"/>
            <a:ext cx="10539412" cy="4200907"/>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grpSp>
        <p:nvGrpSpPr>
          <p:cNvPr id="7" name="Group 6">
            <a:extLst>
              <a:ext uri="{FF2B5EF4-FFF2-40B4-BE49-F238E27FC236}">
                <a16:creationId xmlns:a16="http://schemas.microsoft.com/office/drawing/2014/main" id="{9A11CAD1-EFBE-4BBE-AA9E-1D75935A9961}"/>
              </a:ext>
            </a:extLst>
          </p:cNvPr>
          <p:cNvGrpSpPr/>
          <p:nvPr userDrawn="1"/>
        </p:nvGrpSpPr>
        <p:grpSpPr>
          <a:xfrm>
            <a:off x="0" y="538702"/>
            <a:ext cx="11379329" cy="5715817"/>
            <a:chOff x="0" y="538702"/>
            <a:chExt cx="11379329" cy="5715817"/>
          </a:xfrm>
        </p:grpSpPr>
        <p:sp>
          <p:nvSpPr>
            <p:cNvPr id="8" name="Signifier">
              <a:extLst>
                <a:ext uri="{FF2B5EF4-FFF2-40B4-BE49-F238E27FC236}">
                  <a16:creationId xmlns:a16="http://schemas.microsoft.com/office/drawing/2014/main" id="{964A838B-8496-436B-8941-F62DFE3F8179}"/>
                </a:ext>
              </a:extLst>
            </p:cNvPr>
            <p:cNvSpPr/>
            <p:nvPr userDrawn="1"/>
          </p:nvSpPr>
          <p:spPr>
            <a:xfrm>
              <a:off x="0" y="538702"/>
              <a:ext cx="608830" cy="1297374"/>
            </a:xfrm>
            <a:custGeom>
              <a:avLst/>
              <a:gdLst/>
              <a:ahLst/>
              <a:cxnLst/>
              <a:rect l="l" t="t" r="r" b="b"/>
              <a:pathLst>
                <a:path w="1003935" h="2139315">
                  <a:moveTo>
                    <a:pt x="0" y="0"/>
                  </a:moveTo>
                  <a:lnTo>
                    <a:pt x="0" y="780744"/>
                  </a:lnTo>
                  <a:lnTo>
                    <a:pt x="288929" y="1069693"/>
                  </a:lnTo>
                  <a:lnTo>
                    <a:pt x="0" y="1358622"/>
                  </a:lnTo>
                  <a:lnTo>
                    <a:pt x="0" y="2139213"/>
                  </a:lnTo>
                  <a:lnTo>
                    <a:pt x="959631" y="1179700"/>
                  </a:lnTo>
                  <a:lnTo>
                    <a:pt x="988797" y="1139322"/>
                  </a:lnTo>
                  <a:lnTo>
                    <a:pt x="1003381" y="1093506"/>
                  </a:lnTo>
                  <a:lnTo>
                    <a:pt x="1003382" y="1045877"/>
                  </a:lnTo>
                  <a:lnTo>
                    <a:pt x="988802" y="1000059"/>
                  </a:lnTo>
                  <a:lnTo>
                    <a:pt x="959641" y="959675"/>
                  </a:lnTo>
                  <a:lnTo>
                    <a:pt x="0" y="0"/>
                  </a:lnTo>
                  <a:close/>
                </a:path>
              </a:pathLst>
            </a:custGeom>
            <a:solidFill>
              <a:srgbClr val="FF8774"/>
            </a:solidFill>
          </p:spPr>
          <p:txBody>
            <a:bodyPr wrap="square" lIns="0" tIns="0" rIns="0" bIns="0" rtlCol="0"/>
            <a:lstStyle/>
            <a:p>
              <a:endParaRPr sz="662" dirty="0"/>
            </a:p>
          </p:txBody>
        </p:sp>
        <p:sp>
          <p:nvSpPr>
            <p:cNvPr id="9" name="object 23">
              <a:extLst>
                <a:ext uri="{FF2B5EF4-FFF2-40B4-BE49-F238E27FC236}">
                  <a16:creationId xmlns:a16="http://schemas.microsoft.com/office/drawing/2014/main" id="{FE7F134A-67FF-4AD2-B6CD-DD646BEDCCA4}"/>
                </a:ext>
              </a:extLst>
            </p:cNvPr>
            <p:cNvSpPr/>
            <p:nvPr/>
          </p:nvSpPr>
          <p:spPr>
            <a:xfrm>
              <a:off x="812801" y="603010"/>
              <a:ext cx="10566528" cy="12708"/>
            </a:xfrm>
            <a:custGeom>
              <a:avLst/>
              <a:gdLst/>
              <a:ahLst/>
              <a:cxnLst/>
              <a:rect l="l" t="t" r="r" b="b"/>
              <a:pathLst>
                <a:path w="17423765" h="20955">
                  <a:moveTo>
                    <a:pt x="0" y="20941"/>
                  </a:moveTo>
                  <a:lnTo>
                    <a:pt x="17423553" y="20941"/>
                  </a:lnTo>
                  <a:lnTo>
                    <a:pt x="17423553" y="0"/>
                  </a:lnTo>
                  <a:lnTo>
                    <a:pt x="0" y="0"/>
                  </a:lnTo>
                  <a:lnTo>
                    <a:pt x="0" y="20941"/>
                  </a:lnTo>
                  <a:close/>
                </a:path>
              </a:pathLst>
            </a:custGeom>
            <a:solidFill>
              <a:srgbClr val="FF8774"/>
            </a:solidFill>
          </p:spPr>
          <p:txBody>
            <a:bodyPr wrap="square" lIns="0" tIns="0" rIns="0" bIns="0" rtlCol="0"/>
            <a:lstStyle/>
            <a:p>
              <a:endParaRPr sz="662" dirty="0"/>
            </a:p>
          </p:txBody>
        </p:sp>
        <p:sp>
          <p:nvSpPr>
            <p:cNvPr id="10" name="object 26">
              <a:extLst>
                <a:ext uri="{FF2B5EF4-FFF2-40B4-BE49-F238E27FC236}">
                  <a16:creationId xmlns:a16="http://schemas.microsoft.com/office/drawing/2014/main" id="{ABC9B7F1-86F4-4876-9F5E-02716C977564}"/>
                </a:ext>
              </a:extLst>
            </p:cNvPr>
            <p:cNvSpPr/>
            <p:nvPr/>
          </p:nvSpPr>
          <p:spPr>
            <a:xfrm>
              <a:off x="812801" y="6241811"/>
              <a:ext cx="10566528" cy="12708"/>
            </a:xfrm>
            <a:custGeom>
              <a:avLst/>
              <a:gdLst/>
              <a:ahLst/>
              <a:cxnLst/>
              <a:rect l="l" t="t" r="r" b="b"/>
              <a:pathLst>
                <a:path w="17423765" h="20954">
                  <a:moveTo>
                    <a:pt x="0" y="20941"/>
                  </a:moveTo>
                  <a:lnTo>
                    <a:pt x="17423553" y="20941"/>
                  </a:lnTo>
                  <a:lnTo>
                    <a:pt x="17423553" y="0"/>
                  </a:lnTo>
                  <a:lnTo>
                    <a:pt x="0" y="0"/>
                  </a:lnTo>
                  <a:lnTo>
                    <a:pt x="0" y="20941"/>
                  </a:lnTo>
                  <a:close/>
                </a:path>
              </a:pathLst>
            </a:custGeom>
            <a:solidFill>
              <a:srgbClr val="FF8774"/>
            </a:solidFill>
          </p:spPr>
          <p:txBody>
            <a:bodyPr wrap="square" lIns="0" tIns="0" rIns="0" bIns="0" rtlCol="0"/>
            <a:lstStyle/>
            <a:p>
              <a:endParaRPr sz="662" dirty="0"/>
            </a:p>
          </p:txBody>
        </p:sp>
      </p:grpSp>
    </p:spTree>
    <p:extLst>
      <p:ext uri="{BB962C8B-B14F-4D97-AF65-F5344CB8AC3E}">
        <p14:creationId xmlns:p14="http://schemas.microsoft.com/office/powerpoint/2010/main" val="2705086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wo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2"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D9F80C4F-2C51-4174-864A-DDC5127D6CE2}"/>
              </a:ext>
            </a:extLst>
          </p:cNvPr>
          <p:cNvSpPr>
            <a:spLocks noGrp="1"/>
          </p:cNvSpPr>
          <p:nvPr>
            <p:ph type="body" sz="quarter" idx="15" hasCustomPrompt="1"/>
          </p:nvPr>
        </p:nvSpPr>
        <p:spPr>
          <a:xfrm>
            <a:off x="6262488" y="1710848"/>
            <a:ext cx="5116778" cy="1725836"/>
          </a:xfrm>
          <a:prstGeom prst="rect">
            <a:avLst/>
          </a:prstGeom>
          <a:solidFill>
            <a:schemeClr val="accent1"/>
          </a:solidFill>
        </p:spPr>
        <p:txBody>
          <a:bodyPr wrap="square" lIns="152400" tIns="152400" rIns="152400" bIns="152400">
            <a:noAutofit/>
          </a:bodyPr>
          <a:lstStyle>
            <a:lvl1pPr marL="144000" indent="-144000">
              <a:buFontTx/>
              <a:buBlip>
                <a:blip r:embed="rId2"/>
              </a:buBlip>
              <a:defRPr/>
            </a:lvl1pPr>
            <a:lvl5pPr>
              <a:defRPr/>
            </a:lvl5pPr>
            <a:lvl6pPr>
              <a:defRPr/>
            </a:lvl6pPr>
          </a:lstStyle>
          <a:p>
            <a:pPr lvl="4"/>
            <a:r>
              <a:rPr lang="en-US" dirty="0"/>
              <a:t>Quote text to go here</a:t>
            </a:r>
          </a:p>
        </p:txBody>
      </p:sp>
      <p:grpSp>
        <p:nvGrpSpPr>
          <p:cNvPr id="8" name="Group 7">
            <a:extLst>
              <a:ext uri="{FF2B5EF4-FFF2-40B4-BE49-F238E27FC236}">
                <a16:creationId xmlns:a16="http://schemas.microsoft.com/office/drawing/2014/main" id="{9A11CAD1-EFBE-4BBE-AA9E-1D75935A9961}"/>
              </a:ext>
            </a:extLst>
          </p:cNvPr>
          <p:cNvGrpSpPr/>
          <p:nvPr userDrawn="1"/>
        </p:nvGrpSpPr>
        <p:grpSpPr>
          <a:xfrm>
            <a:off x="0" y="538702"/>
            <a:ext cx="11379329" cy="5715817"/>
            <a:chOff x="0" y="538702"/>
            <a:chExt cx="11379329" cy="5715817"/>
          </a:xfrm>
        </p:grpSpPr>
        <p:sp>
          <p:nvSpPr>
            <p:cNvPr id="10" name="Signifier">
              <a:extLst>
                <a:ext uri="{FF2B5EF4-FFF2-40B4-BE49-F238E27FC236}">
                  <a16:creationId xmlns:a16="http://schemas.microsoft.com/office/drawing/2014/main" id="{964A838B-8496-436B-8941-F62DFE3F8179}"/>
                </a:ext>
              </a:extLst>
            </p:cNvPr>
            <p:cNvSpPr/>
            <p:nvPr userDrawn="1"/>
          </p:nvSpPr>
          <p:spPr>
            <a:xfrm>
              <a:off x="0" y="538702"/>
              <a:ext cx="608830" cy="1297374"/>
            </a:xfrm>
            <a:custGeom>
              <a:avLst/>
              <a:gdLst/>
              <a:ahLst/>
              <a:cxnLst/>
              <a:rect l="l" t="t" r="r" b="b"/>
              <a:pathLst>
                <a:path w="1003935" h="2139315">
                  <a:moveTo>
                    <a:pt x="0" y="0"/>
                  </a:moveTo>
                  <a:lnTo>
                    <a:pt x="0" y="780744"/>
                  </a:lnTo>
                  <a:lnTo>
                    <a:pt x="288929" y="1069693"/>
                  </a:lnTo>
                  <a:lnTo>
                    <a:pt x="0" y="1358622"/>
                  </a:lnTo>
                  <a:lnTo>
                    <a:pt x="0" y="2139213"/>
                  </a:lnTo>
                  <a:lnTo>
                    <a:pt x="959631" y="1179700"/>
                  </a:lnTo>
                  <a:lnTo>
                    <a:pt x="988797" y="1139322"/>
                  </a:lnTo>
                  <a:lnTo>
                    <a:pt x="1003381" y="1093506"/>
                  </a:lnTo>
                  <a:lnTo>
                    <a:pt x="1003382" y="1045877"/>
                  </a:lnTo>
                  <a:lnTo>
                    <a:pt x="988802" y="1000059"/>
                  </a:lnTo>
                  <a:lnTo>
                    <a:pt x="959641" y="959675"/>
                  </a:lnTo>
                  <a:lnTo>
                    <a:pt x="0" y="0"/>
                  </a:lnTo>
                  <a:close/>
                </a:path>
              </a:pathLst>
            </a:custGeom>
            <a:solidFill>
              <a:srgbClr val="FF8774"/>
            </a:solidFill>
          </p:spPr>
          <p:txBody>
            <a:bodyPr wrap="square" lIns="0" tIns="0" rIns="0" bIns="0" rtlCol="0"/>
            <a:lstStyle/>
            <a:p>
              <a:endParaRPr sz="662" dirty="0"/>
            </a:p>
          </p:txBody>
        </p:sp>
        <p:sp>
          <p:nvSpPr>
            <p:cNvPr id="11" name="object 23">
              <a:extLst>
                <a:ext uri="{FF2B5EF4-FFF2-40B4-BE49-F238E27FC236}">
                  <a16:creationId xmlns:a16="http://schemas.microsoft.com/office/drawing/2014/main" id="{FE7F134A-67FF-4AD2-B6CD-DD646BEDCCA4}"/>
                </a:ext>
              </a:extLst>
            </p:cNvPr>
            <p:cNvSpPr/>
            <p:nvPr/>
          </p:nvSpPr>
          <p:spPr>
            <a:xfrm>
              <a:off x="812801" y="603010"/>
              <a:ext cx="10566528" cy="12708"/>
            </a:xfrm>
            <a:custGeom>
              <a:avLst/>
              <a:gdLst/>
              <a:ahLst/>
              <a:cxnLst/>
              <a:rect l="l" t="t" r="r" b="b"/>
              <a:pathLst>
                <a:path w="17423765" h="20955">
                  <a:moveTo>
                    <a:pt x="0" y="20941"/>
                  </a:moveTo>
                  <a:lnTo>
                    <a:pt x="17423553" y="20941"/>
                  </a:lnTo>
                  <a:lnTo>
                    <a:pt x="17423553" y="0"/>
                  </a:lnTo>
                  <a:lnTo>
                    <a:pt x="0" y="0"/>
                  </a:lnTo>
                  <a:lnTo>
                    <a:pt x="0" y="20941"/>
                  </a:lnTo>
                  <a:close/>
                </a:path>
              </a:pathLst>
            </a:custGeom>
            <a:solidFill>
              <a:srgbClr val="FF8774"/>
            </a:solidFill>
          </p:spPr>
          <p:txBody>
            <a:bodyPr wrap="square" lIns="0" tIns="0" rIns="0" bIns="0" rtlCol="0"/>
            <a:lstStyle/>
            <a:p>
              <a:endParaRPr sz="662" dirty="0"/>
            </a:p>
          </p:txBody>
        </p:sp>
        <p:sp>
          <p:nvSpPr>
            <p:cNvPr id="12" name="object 26">
              <a:extLst>
                <a:ext uri="{FF2B5EF4-FFF2-40B4-BE49-F238E27FC236}">
                  <a16:creationId xmlns:a16="http://schemas.microsoft.com/office/drawing/2014/main" id="{ABC9B7F1-86F4-4876-9F5E-02716C977564}"/>
                </a:ext>
              </a:extLst>
            </p:cNvPr>
            <p:cNvSpPr/>
            <p:nvPr/>
          </p:nvSpPr>
          <p:spPr>
            <a:xfrm>
              <a:off x="812801" y="6241811"/>
              <a:ext cx="10566528" cy="12708"/>
            </a:xfrm>
            <a:custGeom>
              <a:avLst/>
              <a:gdLst/>
              <a:ahLst/>
              <a:cxnLst/>
              <a:rect l="l" t="t" r="r" b="b"/>
              <a:pathLst>
                <a:path w="17423765" h="20954">
                  <a:moveTo>
                    <a:pt x="0" y="20941"/>
                  </a:moveTo>
                  <a:lnTo>
                    <a:pt x="17423553" y="20941"/>
                  </a:lnTo>
                  <a:lnTo>
                    <a:pt x="17423553" y="0"/>
                  </a:lnTo>
                  <a:lnTo>
                    <a:pt x="0" y="0"/>
                  </a:lnTo>
                  <a:lnTo>
                    <a:pt x="0" y="20941"/>
                  </a:lnTo>
                  <a:close/>
                </a:path>
              </a:pathLst>
            </a:custGeom>
            <a:solidFill>
              <a:srgbClr val="FF8774"/>
            </a:solidFill>
          </p:spPr>
          <p:txBody>
            <a:bodyPr wrap="square" lIns="0" tIns="0" rIns="0" bIns="0" rtlCol="0"/>
            <a:lstStyle/>
            <a:p>
              <a:endParaRPr sz="662" dirty="0"/>
            </a:p>
          </p:txBody>
        </p:sp>
      </p:grpSp>
    </p:spTree>
    <p:extLst>
      <p:ext uri="{BB962C8B-B14F-4D97-AF65-F5344CB8AC3E}">
        <p14:creationId xmlns:p14="http://schemas.microsoft.com/office/powerpoint/2010/main" val="4943735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p:txBody>
          <a:bodyPr/>
          <a:lstStyle/>
          <a:p>
            <a:r>
              <a:rPr lang="en-US" dirty="0"/>
              <a:t>Two column layout</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2"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055448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mp;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lvl1pPr marL="0">
              <a:defRPr/>
            </a:lvl1p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52562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12" name="Content Placeholder 11">
            <a:extLst>
              <a:ext uri="{FF2B5EF4-FFF2-40B4-BE49-F238E27FC236}">
                <a16:creationId xmlns:a16="http://schemas.microsoft.com/office/drawing/2014/main" id="{F1A1DA74-29F3-41AC-BBC6-590B5DDEEA91}"/>
              </a:ext>
            </a:extLst>
          </p:cNvPr>
          <p:cNvSpPr>
            <a:spLocks noGrp="1"/>
          </p:cNvSpPr>
          <p:nvPr>
            <p:ph sz="quarter" idx="15"/>
          </p:nvPr>
        </p:nvSpPr>
        <p:spPr>
          <a:xfrm>
            <a:off x="6096000" y="1703388"/>
            <a:ext cx="5283200" cy="4211637"/>
          </a:xfrm>
          <a:prstGeom prst="rect">
            <a:avLst/>
          </a:prstGeom>
          <a:solidFill>
            <a:srgbClr val="FFE8E4"/>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5820598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mp; Content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52562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12" name="Content Placeholder 11">
            <a:extLst>
              <a:ext uri="{FF2B5EF4-FFF2-40B4-BE49-F238E27FC236}">
                <a16:creationId xmlns:a16="http://schemas.microsoft.com/office/drawing/2014/main" id="{F1A1DA74-29F3-41AC-BBC6-590B5DDEEA91}"/>
              </a:ext>
            </a:extLst>
          </p:cNvPr>
          <p:cNvSpPr>
            <a:spLocks noGrp="1"/>
          </p:cNvSpPr>
          <p:nvPr>
            <p:ph sz="quarter" idx="15"/>
          </p:nvPr>
        </p:nvSpPr>
        <p:spPr>
          <a:xfrm>
            <a:off x="6096000" y="1703388"/>
            <a:ext cx="5283200" cy="4211637"/>
          </a:xfrm>
          <a:prstGeom prst="rect">
            <a:avLst/>
          </a:prstGeom>
          <a:solidFill>
            <a:srgbClr val="FFE8E4"/>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734446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 Image">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60F4E0-D8E9-46A9-8F7E-1C3C546D60AE}"/>
              </a:ext>
            </a:extLst>
          </p:cNvPr>
          <p:cNvSpPr/>
          <p:nvPr userDrawn="1"/>
        </p:nvSpPr>
        <p:spPr>
          <a:xfrm>
            <a:off x="809305" y="537882"/>
            <a:ext cx="11382696" cy="57803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endParaRPr lang="en-AU" dirty="0"/>
          </a:p>
        </p:txBody>
      </p:sp>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a:xfrm>
            <a:off x="839545" y="958193"/>
            <a:ext cx="3427661" cy="744971"/>
          </a:xfrm>
        </p:spPr>
        <p:txBody>
          <a:bodyPr/>
          <a:lstStyle>
            <a:lvl1pPr>
              <a:defRPr/>
            </a:lvl1pPr>
          </a:lstStyle>
          <a:p>
            <a:r>
              <a:rPr lang="en-US" dirty="0"/>
              <a:t>Heading one line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52562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31" name="Picture Placeholder 30">
            <a:extLst>
              <a:ext uri="{FF2B5EF4-FFF2-40B4-BE49-F238E27FC236}">
                <a16:creationId xmlns:a16="http://schemas.microsoft.com/office/drawing/2014/main" id="{46A6265F-71AA-4F67-96D7-4A5FFAAF4252}"/>
              </a:ext>
            </a:extLst>
          </p:cNvPr>
          <p:cNvSpPr>
            <a:spLocks noGrp="1" noChangeAspect="1"/>
          </p:cNvSpPr>
          <p:nvPr>
            <p:ph type="pic" sz="quarter" idx="14"/>
          </p:nvPr>
        </p:nvSpPr>
        <p:spPr>
          <a:xfrm>
            <a:off x="4381266" y="608669"/>
            <a:ext cx="8008547" cy="5638793"/>
          </a:xfrm>
          <a:custGeom>
            <a:avLst/>
            <a:gdLst>
              <a:gd name="connsiteX0" fmla="*/ 0 w 8008547"/>
              <a:gd name="connsiteY0" fmla="*/ 0 h 5638793"/>
              <a:gd name="connsiteX1" fmla="*/ 8008547 w 8008547"/>
              <a:gd name="connsiteY1" fmla="*/ 0 h 5638793"/>
              <a:gd name="connsiteX2" fmla="*/ 8008547 w 8008547"/>
              <a:gd name="connsiteY2" fmla="*/ 5638793 h 5638793"/>
              <a:gd name="connsiteX3" fmla="*/ 0 w 8008547"/>
              <a:gd name="connsiteY3" fmla="*/ 5638793 h 5638793"/>
              <a:gd name="connsiteX4" fmla="*/ 0 w 8008547"/>
              <a:gd name="connsiteY4" fmla="*/ 3462416 h 5638793"/>
              <a:gd name="connsiteX5" fmla="*/ 576325 w 8008547"/>
              <a:gd name="connsiteY5" fmla="*/ 2886162 h 5638793"/>
              <a:gd name="connsiteX6" fmla="*/ 594013 w 8008547"/>
              <a:gd name="connsiteY6" fmla="*/ 2861675 h 5638793"/>
              <a:gd name="connsiteX7" fmla="*/ 602857 w 8008547"/>
              <a:gd name="connsiteY7" fmla="*/ 2833890 h 5638793"/>
              <a:gd name="connsiteX8" fmla="*/ 602858 w 8008547"/>
              <a:gd name="connsiteY8" fmla="*/ 2805006 h 5638793"/>
              <a:gd name="connsiteX9" fmla="*/ 594016 w 8008547"/>
              <a:gd name="connsiteY9" fmla="*/ 2777220 h 5638793"/>
              <a:gd name="connsiteX10" fmla="*/ 576331 w 8008547"/>
              <a:gd name="connsiteY10" fmla="*/ 2752729 h 5638793"/>
              <a:gd name="connsiteX11" fmla="*/ 0 w 8008547"/>
              <a:gd name="connsiteY11" fmla="*/ 2176377 h 563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08547" h="5638793">
                <a:moveTo>
                  <a:pt x="0" y="0"/>
                </a:moveTo>
                <a:lnTo>
                  <a:pt x="8008547" y="0"/>
                </a:lnTo>
                <a:lnTo>
                  <a:pt x="8008547" y="5638793"/>
                </a:lnTo>
                <a:lnTo>
                  <a:pt x="0" y="5638793"/>
                </a:lnTo>
                <a:lnTo>
                  <a:pt x="0" y="3462416"/>
                </a:lnTo>
                <a:lnTo>
                  <a:pt x="576325" y="2886162"/>
                </a:lnTo>
                <a:lnTo>
                  <a:pt x="594013" y="2861675"/>
                </a:lnTo>
                <a:lnTo>
                  <a:pt x="602857" y="2833890"/>
                </a:lnTo>
                <a:cubicBezTo>
                  <a:pt x="602857" y="2824262"/>
                  <a:pt x="602858" y="2814633"/>
                  <a:pt x="602858" y="2805006"/>
                </a:cubicBezTo>
                <a:lnTo>
                  <a:pt x="594016" y="2777220"/>
                </a:lnTo>
                <a:lnTo>
                  <a:pt x="576331" y="2752729"/>
                </a:lnTo>
                <a:lnTo>
                  <a:pt x="0" y="2176377"/>
                </a:lnTo>
                <a:close/>
              </a:path>
            </a:pathLst>
          </a:custGeom>
          <a:solidFill>
            <a:srgbClr val="FFE8E4"/>
          </a:solidFill>
        </p:spPr>
        <p:txBody>
          <a:bodyPr wrap="square">
            <a:noAutofit/>
          </a:bodyPr>
          <a:lstStyle/>
          <a:p>
            <a:endParaRPr lang="en-AU" dirty="0"/>
          </a:p>
        </p:txBody>
      </p:sp>
    </p:spTree>
    <p:extLst>
      <p:ext uri="{BB962C8B-B14F-4D97-AF65-F5344CB8AC3E}">
        <p14:creationId xmlns:p14="http://schemas.microsoft.com/office/powerpoint/2010/main" val="18437923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D9F80C4F-2C51-4174-864A-DDC5127D6CE2}"/>
              </a:ext>
            </a:extLst>
          </p:cNvPr>
          <p:cNvSpPr>
            <a:spLocks noGrp="1"/>
          </p:cNvSpPr>
          <p:nvPr>
            <p:ph type="body" sz="quarter" idx="15" hasCustomPrompt="1"/>
          </p:nvPr>
        </p:nvSpPr>
        <p:spPr>
          <a:xfrm>
            <a:off x="4471974" y="1718532"/>
            <a:ext cx="3265848" cy="2089739"/>
          </a:xfrm>
          <a:prstGeom prst="rect">
            <a:avLst/>
          </a:prstGeom>
          <a:solidFill>
            <a:schemeClr val="accent1"/>
          </a:solidFill>
        </p:spPr>
        <p:txBody>
          <a:bodyPr wrap="square" lIns="152400" tIns="152400" rIns="152400" bIns="152400">
            <a:spAutoFit/>
          </a:bodyPr>
          <a:lstStyle>
            <a:lvl1pPr marL="144000" indent="-144000">
              <a:buFontTx/>
              <a:buBlip>
                <a:blip r:embed="rId2"/>
              </a:buBlip>
              <a:defRPr/>
            </a:lvl1pPr>
            <a:lvl5pPr>
              <a:defRPr b="0" i="0"/>
            </a:lvl5pPr>
            <a:lvl6pPr>
              <a:defRPr/>
            </a:lvl6pPr>
          </a:lstStyle>
          <a:p>
            <a:pPr lvl="4"/>
            <a:r>
              <a:rPr lang="en-US" dirty="0"/>
              <a:t>Quote text to go here</a:t>
            </a:r>
          </a:p>
          <a:p>
            <a:pPr lvl="4"/>
            <a:r>
              <a:rPr lang="en-US" dirty="0" err="1"/>
              <a:t>Ressi</a:t>
            </a:r>
            <a:r>
              <a:rPr lang="en-US" dirty="0"/>
              <a:t> con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reptumcon</a:t>
            </a:r>
            <a:r>
              <a:rPr lang="en-US" dirty="0"/>
              <a:t>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a:t>
            </a:r>
            <a:endParaRPr lang="en-US" dirty="0"/>
          </a:p>
        </p:txBody>
      </p:sp>
    </p:spTree>
    <p:extLst>
      <p:ext uri="{BB962C8B-B14F-4D97-AF65-F5344CB8AC3E}">
        <p14:creationId xmlns:p14="http://schemas.microsoft.com/office/powerpoint/2010/main" val="9988265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line Header - Three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a:xfrm>
            <a:off x="839545" y="958193"/>
            <a:ext cx="10539784" cy="1003957"/>
          </a:xfrm>
        </p:spPr>
        <p:txBody>
          <a:bodyPr/>
          <a:lstStyle>
            <a:lvl1pPr>
              <a:defRPr/>
            </a:lvl1pPr>
          </a:lstStyle>
          <a:p>
            <a:r>
              <a:rPr lang="en-US" dirty="0"/>
              <a:t>Two lines header on three column content</a:t>
            </a:r>
            <a:br>
              <a:rPr lang="en-US" dirty="0"/>
            </a:br>
            <a:r>
              <a:rPr lang="en-US" dirty="0"/>
              <a:t>with pullout box</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2241550"/>
            <a:ext cx="10539412" cy="3673624"/>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A39AEB64-DAD1-49F6-82AF-BAB676CE02A5}"/>
              </a:ext>
            </a:extLst>
          </p:cNvPr>
          <p:cNvSpPr>
            <a:spLocks noGrp="1"/>
          </p:cNvSpPr>
          <p:nvPr>
            <p:ph type="body" sz="quarter" idx="16" hasCustomPrompt="1"/>
          </p:nvPr>
        </p:nvSpPr>
        <p:spPr>
          <a:xfrm>
            <a:off x="4471974" y="2241550"/>
            <a:ext cx="3265848" cy="2089739"/>
          </a:xfrm>
          <a:prstGeom prst="rect">
            <a:avLst/>
          </a:prstGeom>
          <a:solidFill>
            <a:schemeClr val="accent1"/>
          </a:solidFill>
        </p:spPr>
        <p:txBody>
          <a:bodyPr wrap="square" lIns="152400" tIns="152400" rIns="152400" bIns="152400">
            <a:spAutoFit/>
          </a:bodyPr>
          <a:lstStyle>
            <a:lvl1pPr marL="144000" indent="-144000">
              <a:buFontTx/>
              <a:buBlip>
                <a:blip r:embed="rId2"/>
              </a:buBlip>
              <a:defRPr/>
            </a:lvl1pPr>
            <a:lvl5pPr>
              <a:defRPr b="0" i="0"/>
            </a:lvl5pPr>
            <a:lvl6pPr>
              <a:defRPr/>
            </a:lvl6pPr>
          </a:lstStyle>
          <a:p>
            <a:pPr lvl="4"/>
            <a:r>
              <a:rPr lang="en-US" dirty="0"/>
              <a:t>Quote text to go here</a:t>
            </a:r>
          </a:p>
          <a:p>
            <a:pPr lvl="4"/>
            <a:r>
              <a:rPr lang="en-US" dirty="0" err="1"/>
              <a:t>Ressi</a:t>
            </a:r>
            <a:r>
              <a:rPr lang="en-US" dirty="0"/>
              <a:t> con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reptumcon</a:t>
            </a:r>
            <a:r>
              <a:rPr lang="en-US" dirty="0"/>
              <a:t>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a:t>
            </a:r>
            <a:endParaRPr lang="en-US" dirty="0"/>
          </a:p>
        </p:txBody>
      </p:sp>
    </p:spTree>
    <p:extLst>
      <p:ext uri="{BB962C8B-B14F-4D97-AF65-F5344CB8AC3E}">
        <p14:creationId xmlns:p14="http://schemas.microsoft.com/office/powerpoint/2010/main" val="19756338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67804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Navy">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D6358-A7C7-4A5E-B5D0-F8285790065D}"/>
              </a:ext>
            </a:extLst>
          </p:cNvPr>
          <p:cNvSpPr>
            <a:spLocks noGrp="1"/>
          </p:cNvSpPr>
          <p:nvPr>
            <p:ph type="title"/>
          </p:nvPr>
        </p:nvSpPr>
        <p:spPr>
          <a:xfrm>
            <a:off x="839788" y="2575808"/>
            <a:ext cx="5297685" cy="1228724"/>
          </a:xfrm>
        </p:spPr>
        <p:txBody>
          <a:bodyPr anchor="t"/>
          <a:lstStyle/>
          <a:p>
            <a:r>
              <a:rPr lang="en-US" dirty="0"/>
              <a:t>Click to edit Master title style</a:t>
            </a:r>
            <a:endParaRPr lang="en-AU" dirty="0"/>
          </a:p>
        </p:txBody>
      </p:sp>
      <p:sp>
        <p:nvSpPr>
          <p:cNvPr id="15" name="Date Placeholder 14">
            <a:extLst>
              <a:ext uri="{FF2B5EF4-FFF2-40B4-BE49-F238E27FC236}">
                <a16:creationId xmlns:a16="http://schemas.microsoft.com/office/drawing/2014/main" id="{69CE4FC3-53E3-40A8-9A8E-24272DBFA80C}"/>
              </a:ext>
            </a:extLst>
          </p:cNvPr>
          <p:cNvSpPr>
            <a:spLocks noGrp="1"/>
          </p:cNvSpPr>
          <p:nvPr>
            <p:ph type="dt" sz="half" idx="16"/>
          </p:nvPr>
        </p:nvSpPr>
        <p:spPr/>
        <p:txBody>
          <a:bodyPr/>
          <a:lstStyle/>
          <a:p>
            <a:fld id="{0D3BF133-8228-407C-83D3-2DD99ECAA41D}" type="datetime4">
              <a:rPr lang="en-AU" smtClean="0"/>
              <a:t>23 October 2024</a:t>
            </a:fld>
            <a:endParaRPr lang="en-AU" dirty="0"/>
          </a:p>
        </p:txBody>
      </p:sp>
      <p:sp>
        <p:nvSpPr>
          <p:cNvPr id="16" name="Footer Placeholder 15">
            <a:extLst>
              <a:ext uri="{FF2B5EF4-FFF2-40B4-BE49-F238E27FC236}">
                <a16:creationId xmlns:a16="http://schemas.microsoft.com/office/drawing/2014/main" id="{8DEDE3B3-A610-48D7-88EE-0E1C79E5AA7A}"/>
              </a:ext>
            </a:extLst>
          </p:cNvPr>
          <p:cNvSpPr>
            <a:spLocks noGrp="1"/>
          </p:cNvSpPr>
          <p:nvPr>
            <p:ph type="ftr" sz="quarter" idx="17"/>
          </p:nvPr>
        </p:nvSpPr>
        <p:spPr/>
        <p:txBody>
          <a:bodyPr lIns="0"/>
          <a:lstStyle/>
          <a:p>
            <a:endParaRPr lang="en-AU" dirty="0"/>
          </a:p>
        </p:txBody>
      </p:sp>
      <p:sp>
        <p:nvSpPr>
          <p:cNvPr id="17" name="Slide Number Placeholder 16">
            <a:extLst>
              <a:ext uri="{FF2B5EF4-FFF2-40B4-BE49-F238E27FC236}">
                <a16:creationId xmlns:a16="http://schemas.microsoft.com/office/drawing/2014/main" id="{4A89A7FE-FD13-4B74-AED5-253EBC01FFA8}"/>
              </a:ext>
            </a:extLst>
          </p:cNvPr>
          <p:cNvSpPr>
            <a:spLocks noGrp="1"/>
          </p:cNvSpPr>
          <p:nvPr>
            <p:ph type="sldNum" sz="quarter" idx="18"/>
          </p:nvPr>
        </p:nvSpPr>
        <p:spPr/>
        <p:txBody>
          <a:bodyPr/>
          <a:lstStyle/>
          <a:p>
            <a:fld id="{35E8911E-9DE7-463F-981B-F1795CC06C30}" type="slidenum">
              <a:rPr lang="en-AU" smtClean="0"/>
              <a:pPr/>
              <a:t>‹#›</a:t>
            </a:fld>
            <a:endParaRPr lang="en-AU" dirty="0"/>
          </a:p>
        </p:txBody>
      </p:sp>
    </p:spTree>
    <p:extLst>
      <p:ext uri="{BB962C8B-B14F-4D97-AF65-F5344CB8AC3E}">
        <p14:creationId xmlns:p14="http://schemas.microsoft.com/office/powerpoint/2010/main" val="9094681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ingle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40016122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ingle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16" name="Content Placeholder 15">
            <a:extLst>
              <a:ext uri="{FF2B5EF4-FFF2-40B4-BE49-F238E27FC236}">
                <a16:creationId xmlns:a16="http://schemas.microsoft.com/office/drawing/2014/main" id="{EA58D13F-0442-41AB-9AAC-8F0DFBF94209}"/>
              </a:ext>
            </a:extLst>
          </p:cNvPr>
          <p:cNvSpPr>
            <a:spLocks noGrp="1"/>
          </p:cNvSpPr>
          <p:nvPr>
            <p:ph sz="quarter" idx="15"/>
          </p:nvPr>
        </p:nvSpPr>
        <p:spPr>
          <a:xfrm>
            <a:off x="839788" y="1718756"/>
            <a:ext cx="10539412" cy="4200907"/>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40527916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2"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8">
            <a:extLst>
              <a:ext uri="{FF2B5EF4-FFF2-40B4-BE49-F238E27FC236}">
                <a16:creationId xmlns:a16="http://schemas.microsoft.com/office/drawing/2014/main" id="{549D4DCA-19D3-471E-A721-8963E585ABBC}"/>
              </a:ext>
            </a:extLst>
          </p:cNvPr>
          <p:cNvSpPr>
            <a:spLocks noGrp="1"/>
          </p:cNvSpPr>
          <p:nvPr>
            <p:ph type="body" sz="quarter" idx="15" hasCustomPrompt="1"/>
          </p:nvPr>
        </p:nvSpPr>
        <p:spPr>
          <a:xfrm>
            <a:off x="6262488" y="1710848"/>
            <a:ext cx="5116778" cy="1725836"/>
          </a:xfrm>
          <a:prstGeom prst="rect">
            <a:avLst/>
          </a:prstGeom>
          <a:solidFill>
            <a:schemeClr val="tx2"/>
          </a:solidFill>
        </p:spPr>
        <p:txBody>
          <a:bodyPr wrap="square" lIns="152400" tIns="152400" rIns="152400" bIns="1524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4"/>
            <a:r>
              <a:rPr lang="en-US" dirty="0"/>
              <a:t>Quote text to go here</a:t>
            </a:r>
          </a:p>
        </p:txBody>
      </p:sp>
    </p:spTree>
    <p:extLst>
      <p:ext uri="{BB962C8B-B14F-4D97-AF65-F5344CB8AC3E}">
        <p14:creationId xmlns:p14="http://schemas.microsoft.com/office/powerpoint/2010/main" val="25487242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p:txBody>
          <a:bodyPr/>
          <a:lstStyle>
            <a:lvl1pPr>
              <a:defRPr/>
            </a:lvl1pPr>
          </a:lstStyle>
          <a:p>
            <a:r>
              <a:rPr lang="en-US" dirty="0"/>
              <a:t>Two column layout</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2"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53776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mp;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lvl1pPr marL="0">
              <a:defRPr/>
            </a:lvl1p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52562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12" name="Content Placeholder 11">
            <a:extLst>
              <a:ext uri="{FF2B5EF4-FFF2-40B4-BE49-F238E27FC236}">
                <a16:creationId xmlns:a16="http://schemas.microsoft.com/office/drawing/2014/main" id="{F1A1DA74-29F3-41AC-BBC6-590B5DDEEA91}"/>
              </a:ext>
            </a:extLst>
          </p:cNvPr>
          <p:cNvSpPr>
            <a:spLocks noGrp="1"/>
          </p:cNvSpPr>
          <p:nvPr>
            <p:ph sz="quarter" idx="15"/>
          </p:nvPr>
        </p:nvSpPr>
        <p:spPr>
          <a:xfrm>
            <a:off x="6096000" y="1703388"/>
            <a:ext cx="5283200" cy="4211637"/>
          </a:xfrm>
          <a:prstGeom prst="rect">
            <a:avLst/>
          </a:prstGeom>
          <a:solidFill>
            <a:srgbClr val="8694A9"/>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5686590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mp; Content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52562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12" name="Content Placeholder 11">
            <a:extLst>
              <a:ext uri="{FF2B5EF4-FFF2-40B4-BE49-F238E27FC236}">
                <a16:creationId xmlns:a16="http://schemas.microsoft.com/office/drawing/2014/main" id="{F1A1DA74-29F3-41AC-BBC6-590B5DDEEA91}"/>
              </a:ext>
            </a:extLst>
          </p:cNvPr>
          <p:cNvSpPr>
            <a:spLocks noGrp="1"/>
          </p:cNvSpPr>
          <p:nvPr>
            <p:ph sz="quarter" idx="15"/>
          </p:nvPr>
        </p:nvSpPr>
        <p:spPr>
          <a:xfrm>
            <a:off x="6096000" y="1703388"/>
            <a:ext cx="5283200" cy="4211637"/>
          </a:xfrm>
          <a:prstGeom prst="rect">
            <a:avLst/>
          </a:prstGeom>
          <a:solidFill>
            <a:srgbClr val="8694A9"/>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7869056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 Image">
    <p:bg>
      <p:bgPr>
        <a:solidFill>
          <a:schemeClr val="bg1">
            <a:alpha val="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60F4E0-D8E9-46A9-8F7E-1C3C546D60AE}"/>
              </a:ext>
            </a:extLst>
          </p:cNvPr>
          <p:cNvSpPr/>
          <p:nvPr userDrawn="1"/>
        </p:nvSpPr>
        <p:spPr>
          <a:xfrm>
            <a:off x="809305" y="537882"/>
            <a:ext cx="11382696" cy="57803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endParaRPr lang="en-AU" dirty="0"/>
          </a:p>
        </p:txBody>
      </p:sp>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a:xfrm>
            <a:off x="839545" y="958193"/>
            <a:ext cx="3427661" cy="744971"/>
          </a:xfrm>
        </p:spPr>
        <p:txBody>
          <a:bodyPr/>
          <a:lstStyle>
            <a:lvl1pPr>
              <a:defRPr/>
            </a:lvl1pPr>
          </a:lstStyle>
          <a:p>
            <a:r>
              <a:rPr lang="en-US" dirty="0"/>
              <a:t>Heading one line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3343666"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31" name="Picture Placeholder 30">
            <a:extLst>
              <a:ext uri="{FF2B5EF4-FFF2-40B4-BE49-F238E27FC236}">
                <a16:creationId xmlns:a16="http://schemas.microsoft.com/office/drawing/2014/main" id="{46A6265F-71AA-4F67-96D7-4A5FFAAF4252}"/>
              </a:ext>
            </a:extLst>
          </p:cNvPr>
          <p:cNvSpPr>
            <a:spLocks noGrp="1" noChangeAspect="1"/>
          </p:cNvSpPr>
          <p:nvPr>
            <p:ph type="pic" sz="quarter" idx="14"/>
          </p:nvPr>
        </p:nvSpPr>
        <p:spPr>
          <a:xfrm>
            <a:off x="4381266" y="608669"/>
            <a:ext cx="8008547" cy="5638793"/>
          </a:xfrm>
          <a:custGeom>
            <a:avLst/>
            <a:gdLst>
              <a:gd name="connsiteX0" fmla="*/ 0 w 8008547"/>
              <a:gd name="connsiteY0" fmla="*/ 0 h 5638793"/>
              <a:gd name="connsiteX1" fmla="*/ 8008547 w 8008547"/>
              <a:gd name="connsiteY1" fmla="*/ 0 h 5638793"/>
              <a:gd name="connsiteX2" fmla="*/ 8008547 w 8008547"/>
              <a:gd name="connsiteY2" fmla="*/ 5638793 h 5638793"/>
              <a:gd name="connsiteX3" fmla="*/ 0 w 8008547"/>
              <a:gd name="connsiteY3" fmla="*/ 5638793 h 5638793"/>
              <a:gd name="connsiteX4" fmla="*/ 0 w 8008547"/>
              <a:gd name="connsiteY4" fmla="*/ 3462416 h 5638793"/>
              <a:gd name="connsiteX5" fmla="*/ 576325 w 8008547"/>
              <a:gd name="connsiteY5" fmla="*/ 2886162 h 5638793"/>
              <a:gd name="connsiteX6" fmla="*/ 594013 w 8008547"/>
              <a:gd name="connsiteY6" fmla="*/ 2861675 h 5638793"/>
              <a:gd name="connsiteX7" fmla="*/ 602857 w 8008547"/>
              <a:gd name="connsiteY7" fmla="*/ 2833890 h 5638793"/>
              <a:gd name="connsiteX8" fmla="*/ 602858 w 8008547"/>
              <a:gd name="connsiteY8" fmla="*/ 2805006 h 5638793"/>
              <a:gd name="connsiteX9" fmla="*/ 594016 w 8008547"/>
              <a:gd name="connsiteY9" fmla="*/ 2777220 h 5638793"/>
              <a:gd name="connsiteX10" fmla="*/ 576331 w 8008547"/>
              <a:gd name="connsiteY10" fmla="*/ 2752729 h 5638793"/>
              <a:gd name="connsiteX11" fmla="*/ 0 w 8008547"/>
              <a:gd name="connsiteY11" fmla="*/ 2176377 h 563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08547" h="5638793">
                <a:moveTo>
                  <a:pt x="0" y="0"/>
                </a:moveTo>
                <a:lnTo>
                  <a:pt x="8008547" y="0"/>
                </a:lnTo>
                <a:lnTo>
                  <a:pt x="8008547" y="5638793"/>
                </a:lnTo>
                <a:lnTo>
                  <a:pt x="0" y="5638793"/>
                </a:lnTo>
                <a:lnTo>
                  <a:pt x="0" y="3462416"/>
                </a:lnTo>
                <a:lnTo>
                  <a:pt x="576325" y="2886162"/>
                </a:lnTo>
                <a:lnTo>
                  <a:pt x="594013" y="2861675"/>
                </a:lnTo>
                <a:lnTo>
                  <a:pt x="602857" y="2833890"/>
                </a:lnTo>
                <a:cubicBezTo>
                  <a:pt x="602857" y="2824262"/>
                  <a:pt x="602858" y="2814633"/>
                  <a:pt x="602858" y="2805006"/>
                </a:cubicBezTo>
                <a:lnTo>
                  <a:pt x="594016" y="2777220"/>
                </a:lnTo>
                <a:lnTo>
                  <a:pt x="576331" y="2752729"/>
                </a:lnTo>
                <a:lnTo>
                  <a:pt x="0" y="2176377"/>
                </a:lnTo>
                <a:close/>
              </a:path>
            </a:pathLst>
          </a:custGeom>
          <a:solidFill>
            <a:srgbClr val="8694A9"/>
          </a:solidFill>
        </p:spPr>
        <p:txBody>
          <a:bodyPr wrap="square">
            <a:noAutofit/>
          </a:bodyPr>
          <a:lstStyle/>
          <a:p>
            <a:endParaRPr lang="en-AU" dirty="0"/>
          </a:p>
        </p:txBody>
      </p:sp>
    </p:spTree>
    <p:extLst>
      <p:ext uri="{BB962C8B-B14F-4D97-AF65-F5344CB8AC3E}">
        <p14:creationId xmlns:p14="http://schemas.microsoft.com/office/powerpoint/2010/main" val="23146162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8">
            <a:extLst>
              <a:ext uri="{FF2B5EF4-FFF2-40B4-BE49-F238E27FC236}">
                <a16:creationId xmlns:a16="http://schemas.microsoft.com/office/drawing/2014/main" id="{84FA9A3E-5250-42E5-83B7-B613DE9D0222}"/>
              </a:ext>
            </a:extLst>
          </p:cNvPr>
          <p:cNvSpPr>
            <a:spLocks noGrp="1"/>
          </p:cNvSpPr>
          <p:nvPr>
            <p:ph type="body" sz="quarter" idx="15" hasCustomPrompt="1"/>
          </p:nvPr>
        </p:nvSpPr>
        <p:spPr>
          <a:xfrm>
            <a:off x="4471974" y="1718532"/>
            <a:ext cx="3265848" cy="2089739"/>
          </a:xfrm>
          <a:prstGeom prst="rect">
            <a:avLst/>
          </a:prstGeom>
          <a:solidFill>
            <a:schemeClr val="tx2"/>
          </a:solidFill>
        </p:spPr>
        <p:txBody>
          <a:bodyPr wrap="square" lIns="152400" tIns="152400" rIns="152400" bIns="152400">
            <a:spAutoFit/>
          </a:bodyPr>
          <a:lstStyle>
            <a:lvl1pPr marL="144000" indent="-144000">
              <a:buFontTx/>
              <a:buBlip>
                <a:blip r:embed="rId2"/>
              </a:buBlip>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b="0" i="0">
                <a:solidFill>
                  <a:schemeClr val="bg1"/>
                </a:solidFill>
              </a:defRPr>
            </a:lvl5pPr>
            <a:lvl6pPr>
              <a:defRPr/>
            </a:lvl6pPr>
          </a:lstStyle>
          <a:p>
            <a:pPr lvl="4"/>
            <a:r>
              <a:rPr lang="en-US" dirty="0"/>
              <a:t>Quote text to go here</a:t>
            </a:r>
          </a:p>
          <a:p>
            <a:pPr lvl="4"/>
            <a:r>
              <a:rPr lang="en-US" dirty="0" err="1"/>
              <a:t>Ressi</a:t>
            </a:r>
            <a:r>
              <a:rPr lang="en-US" dirty="0"/>
              <a:t> con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reptumcon</a:t>
            </a:r>
            <a:r>
              <a:rPr lang="en-US" dirty="0"/>
              <a:t>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a:t>
            </a:r>
            <a:endParaRPr lang="en-US" dirty="0"/>
          </a:p>
        </p:txBody>
      </p:sp>
    </p:spTree>
    <p:extLst>
      <p:ext uri="{BB962C8B-B14F-4D97-AF65-F5344CB8AC3E}">
        <p14:creationId xmlns:p14="http://schemas.microsoft.com/office/powerpoint/2010/main" val="33965009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line Header - Three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a:xfrm>
            <a:off x="839545" y="958193"/>
            <a:ext cx="10539784" cy="1003957"/>
          </a:xfrm>
        </p:spPr>
        <p:txBody>
          <a:bodyPr/>
          <a:lstStyle>
            <a:lvl1pPr>
              <a:defRPr/>
            </a:lvl1pPr>
          </a:lstStyle>
          <a:p>
            <a:r>
              <a:rPr lang="en-US" dirty="0"/>
              <a:t>Two lines header on three column content</a:t>
            </a:r>
            <a:br>
              <a:rPr lang="en-US" dirty="0"/>
            </a:br>
            <a:r>
              <a:rPr lang="en-US" dirty="0"/>
              <a:t>with pullout box</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2241550"/>
            <a:ext cx="10539412" cy="3673624"/>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8">
            <a:extLst>
              <a:ext uri="{FF2B5EF4-FFF2-40B4-BE49-F238E27FC236}">
                <a16:creationId xmlns:a16="http://schemas.microsoft.com/office/drawing/2014/main" id="{1C872DC2-A032-4EA2-8F93-61ECF9CE9711}"/>
              </a:ext>
            </a:extLst>
          </p:cNvPr>
          <p:cNvSpPr>
            <a:spLocks noGrp="1"/>
          </p:cNvSpPr>
          <p:nvPr>
            <p:ph type="body" sz="quarter" idx="15" hasCustomPrompt="1"/>
          </p:nvPr>
        </p:nvSpPr>
        <p:spPr>
          <a:xfrm>
            <a:off x="4471974" y="2241550"/>
            <a:ext cx="3265848" cy="2089739"/>
          </a:xfrm>
          <a:prstGeom prst="rect">
            <a:avLst/>
          </a:prstGeom>
          <a:solidFill>
            <a:schemeClr val="tx2"/>
          </a:solidFill>
        </p:spPr>
        <p:txBody>
          <a:bodyPr wrap="square" lIns="152400" tIns="152400" rIns="152400" bIns="152400">
            <a:spAutoFit/>
          </a:bodyPr>
          <a:lstStyle>
            <a:lvl1pPr marL="144000" indent="-144000">
              <a:buFontTx/>
              <a:buBlip>
                <a:blip r:embed="rId2"/>
              </a:buBlip>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b="0" i="0">
                <a:solidFill>
                  <a:schemeClr val="bg1"/>
                </a:solidFill>
              </a:defRPr>
            </a:lvl5pPr>
            <a:lvl6pPr>
              <a:defRPr/>
            </a:lvl6pPr>
          </a:lstStyle>
          <a:p>
            <a:pPr lvl="4"/>
            <a:r>
              <a:rPr lang="en-US" dirty="0"/>
              <a:t>Quote text to go here</a:t>
            </a:r>
          </a:p>
          <a:p>
            <a:pPr lvl="4"/>
            <a:r>
              <a:rPr lang="en-US" dirty="0" err="1"/>
              <a:t>Ressi</a:t>
            </a:r>
            <a:r>
              <a:rPr lang="en-US" dirty="0"/>
              <a:t> con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reptumcon</a:t>
            </a:r>
            <a:r>
              <a:rPr lang="en-US" dirty="0"/>
              <a:t>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a:t>
            </a:r>
            <a:endParaRPr lang="en-US" dirty="0"/>
          </a:p>
        </p:txBody>
      </p:sp>
    </p:spTree>
    <p:extLst>
      <p:ext uri="{BB962C8B-B14F-4D97-AF65-F5344CB8AC3E}">
        <p14:creationId xmlns:p14="http://schemas.microsoft.com/office/powerpoint/2010/main" val="7888373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ree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2776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ingle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28023909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ingle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16" name="Content Placeholder 15">
            <a:extLst>
              <a:ext uri="{FF2B5EF4-FFF2-40B4-BE49-F238E27FC236}">
                <a16:creationId xmlns:a16="http://schemas.microsoft.com/office/drawing/2014/main" id="{EA58D13F-0442-41AB-9AAC-8F0DFBF94209}"/>
              </a:ext>
            </a:extLst>
          </p:cNvPr>
          <p:cNvSpPr>
            <a:spLocks noGrp="1"/>
          </p:cNvSpPr>
          <p:nvPr>
            <p:ph sz="quarter" idx="15"/>
          </p:nvPr>
        </p:nvSpPr>
        <p:spPr>
          <a:xfrm>
            <a:off x="839788" y="1718756"/>
            <a:ext cx="10539412" cy="4200907"/>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5302469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wo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2"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8">
            <a:extLst>
              <a:ext uri="{FF2B5EF4-FFF2-40B4-BE49-F238E27FC236}">
                <a16:creationId xmlns:a16="http://schemas.microsoft.com/office/drawing/2014/main" id="{9B7D9CA0-1591-4AD6-95D6-B107994FDE83}"/>
              </a:ext>
            </a:extLst>
          </p:cNvPr>
          <p:cNvSpPr>
            <a:spLocks noGrp="1"/>
          </p:cNvSpPr>
          <p:nvPr>
            <p:ph type="body" sz="quarter" idx="15" hasCustomPrompt="1"/>
          </p:nvPr>
        </p:nvSpPr>
        <p:spPr>
          <a:xfrm>
            <a:off x="6262488" y="1710848"/>
            <a:ext cx="5116778" cy="1725836"/>
          </a:xfrm>
          <a:prstGeom prst="rect">
            <a:avLst/>
          </a:prstGeom>
          <a:solidFill>
            <a:schemeClr val="accent6"/>
          </a:solidFill>
        </p:spPr>
        <p:txBody>
          <a:bodyPr wrap="square" lIns="152400" tIns="152400" rIns="152400" bIns="152400">
            <a:noAutofit/>
          </a:bodyPr>
          <a:lstStyle>
            <a:lvl1pPr marL="144000" indent="-144000">
              <a:buFontTx/>
              <a:buBlip>
                <a:blip r:embed="rId2"/>
              </a:buBlip>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4"/>
            <a:r>
              <a:rPr lang="en-US" dirty="0"/>
              <a:t>Quote text to go here</a:t>
            </a:r>
          </a:p>
        </p:txBody>
      </p:sp>
    </p:spTree>
    <p:extLst>
      <p:ext uri="{BB962C8B-B14F-4D97-AF65-F5344CB8AC3E}">
        <p14:creationId xmlns:p14="http://schemas.microsoft.com/office/powerpoint/2010/main" val="147313818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p:txBody>
          <a:bodyPr/>
          <a:lstStyle/>
          <a:p>
            <a:r>
              <a:rPr lang="en-US" dirty="0"/>
              <a:t>Two column layout</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2"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679004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amp;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lvl1pPr marL="0">
              <a:defRPr/>
            </a:lvl1p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52562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12" name="Content Placeholder 11">
            <a:extLst>
              <a:ext uri="{FF2B5EF4-FFF2-40B4-BE49-F238E27FC236}">
                <a16:creationId xmlns:a16="http://schemas.microsoft.com/office/drawing/2014/main" id="{F1A1DA74-29F3-41AC-BBC6-590B5DDEEA91}"/>
              </a:ext>
            </a:extLst>
          </p:cNvPr>
          <p:cNvSpPr>
            <a:spLocks noGrp="1"/>
          </p:cNvSpPr>
          <p:nvPr>
            <p:ph sz="quarter" idx="15"/>
          </p:nvPr>
        </p:nvSpPr>
        <p:spPr>
          <a:xfrm>
            <a:off x="6096000" y="1703388"/>
            <a:ext cx="5283200" cy="4211637"/>
          </a:xfrm>
          <a:prstGeom prst="rect">
            <a:avLst/>
          </a:prstGeom>
          <a:solidFill>
            <a:schemeClr val="accent6">
              <a:lumMod val="20000"/>
              <a:lumOff val="80000"/>
            </a:schemeClr>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3799506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amp; Content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52562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12" name="Content Placeholder 11">
            <a:extLst>
              <a:ext uri="{FF2B5EF4-FFF2-40B4-BE49-F238E27FC236}">
                <a16:creationId xmlns:a16="http://schemas.microsoft.com/office/drawing/2014/main" id="{F1A1DA74-29F3-41AC-BBC6-590B5DDEEA91}"/>
              </a:ext>
            </a:extLst>
          </p:cNvPr>
          <p:cNvSpPr>
            <a:spLocks noGrp="1"/>
          </p:cNvSpPr>
          <p:nvPr>
            <p:ph sz="quarter" idx="15"/>
          </p:nvPr>
        </p:nvSpPr>
        <p:spPr>
          <a:xfrm>
            <a:off x="6096000" y="1703388"/>
            <a:ext cx="5283200" cy="4211637"/>
          </a:xfrm>
          <a:prstGeom prst="rect">
            <a:avLst/>
          </a:prstGeom>
          <a:solidFill>
            <a:schemeClr val="accent6">
              <a:lumMod val="20000"/>
              <a:lumOff val="80000"/>
            </a:schemeClr>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2759524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 Image">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60F4E0-D8E9-46A9-8F7E-1C3C546D60AE}"/>
              </a:ext>
            </a:extLst>
          </p:cNvPr>
          <p:cNvSpPr/>
          <p:nvPr userDrawn="1"/>
        </p:nvSpPr>
        <p:spPr>
          <a:xfrm>
            <a:off x="809305" y="537882"/>
            <a:ext cx="11382696" cy="57803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endParaRPr lang="en-AU" dirty="0"/>
          </a:p>
        </p:txBody>
      </p:sp>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a:xfrm>
            <a:off x="839545" y="958193"/>
            <a:ext cx="3427661" cy="744971"/>
          </a:xfrm>
        </p:spPr>
        <p:txBody>
          <a:bodyPr/>
          <a:lstStyle>
            <a:lvl1pPr>
              <a:defRPr/>
            </a:lvl1pPr>
          </a:lstStyle>
          <a:p>
            <a:r>
              <a:rPr lang="en-US" dirty="0"/>
              <a:t>Heading one line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3343666"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31" name="Picture Placeholder 30">
            <a:extLst>
              <a:ext uri="{FF2B5EF4-FFF2-40B4-BE49-F238E27FC236}">
                <a16:creationId xmlns:a16="http://schemas.microsoft.com/office/drawing/2014/main" id="{46A6265F-71AA-4F67-96D7-4A5FFAAF4252}"/>
              </a:ext>
            </a:extLst>
          </p:cNvPr>
          <p:cNvSpPr>
            <a:spLocks noGrp="1" noChangeAspect="1"/>
          </p:cNvSpPr>
          <p:nvPr>
            <p:ph type="pic" sz="quarter" idx="14"/>
          </p:nvPr>
        </p:nvSpPr>
        <p:spPr>
          <a:xfrm>
            <a:off x="4381266" y="608669"/>
            <a:ext cx="8008547" cy="5638793"/>
          </a:xfrm>
          <a:custGeom>
            <a:avLst/>
            <a:gdLst>
              <a:gd name="connsiteX0" fmla="*/ 0 w 8008547"/>
              <a:gd name="connsiteY0" fmla="*/ 0 h 5638793"/>
              <a:gd name="connsiteX1" fmla="*/ 8008547 w 8008547"/>
              <a:gd name="connsiteY1" fmla="*/ 0 h 5638793"/>
              <a:gd name="connsiteX2" fmla="*/ 8008547 w 8008547"/>
              <a:gd name="connsiteY2" fmla="*/ 5638793 h 5638793"/>
              <a:gd name="connsiteX3" fmla="*/ 0 w 8008547"/>
              <a:gd name="connsiteY3" fmla="*/ 5638793 h 5638793"/>
              <a:gd name="connsiteX4" fmla="*/ 0 w 8008547"/>
              <a:gd name="connsiteY4" fmla="*/ 3462416 h 5638793"/>
              <a:gd name="connsiteX5" fmla="*/ 576325 w 8008547"/>
              <a:gd name="connsiteY5" fmla="*/ 2886162 h 5638793"/>
              <a:gd name="connsiteX6" fmla="*/ 594013 w 8008547"/>
              <a:gd name="connsiteY6" fmla="*/ 2861675 h 5638793"/>
              <a:gd name="connsiteX7" fmla="*/ 602857 w 8008547"/>
              <a:gd name="connsiteY7" fmla="*/ 2833890 h 5638793"/>
              <a:gd name="connsiteX8" fmla="*/ 602858 w 8008547"/>
              <a:gd name="connsiteY8" fmla="*/ 2805006 h 5638793"/>
              <a:gd name="connsiteX9" fmla="*/ 594016 w 8008547"/>
              <a:gd name="connsiteY9" fmla="*/ 2777220 h 5638793"/>
              <a:gd name="connsiteX10" fmla="*/ 576331 w 8008547"/>
              <a:gd name="connsiteY10" fmla="*/ 2752729 h 5638793"/>
              <a:gd name="connsiteX11" fmla="*/ 0 w 8008547"/>
              <a:gd name="connsiteY11" fmla="*/ 2176377 h 563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08547" h="5638793">
                <a:moveTo>
                  <a:pt x="0" y="0"/>
                </a:moveTo>
                <a:lnTo>
                  <a:pt x="8008547" y="0"/>
                </a:lnTo>
                <a:lnTo>
                  <a:pt x="8008547" y="5638793"/>
                </a:lnTo>
                <a:lnTo>
                  <a:pt x="0" y="5638793"/>
                </a:lnTo>
                <a:lnTo>
                  <a:pt x="0" y="3462416"/>
                </a:lnTo>
                <a:lnTo>
                  <a:pt x="576325" y="2886162"/>
                </a:lnTo>
                <a:lnTo>
                  <a:pt x="594013" y="2861675"/>
                </a:lnTo>
                <a:lnTo>
                  <a:pt x="602857" y="2833890"/>
                </a:lnTo>
                <a:cubicBezTo>
                  <a:pt x="602857" y="2824262"/>
                  <a:pt x="602858" y="2814633"/>
                  <a:pt x="602858" y="2805006"/>
                </a:cubicBezTo>
                <a:lnTo>
                  <a:pt x="594016" y="2777220"/>
                </a:lnTo>
                <a:lnTo>
                  <a:pt x="576331" y="2752729"/>
                </a:lnTo>
                <a:lnTo>
                  <a:pt x="0" y="2176377"/>
                </a:lnTo>
                <a:close/>
              </a:path>
            </a:pathLst>
          </a:custGeom>
          <a:solidFill>
            <a:schemeClr val="accent6">
              <a:lumMod val="20000"/>
              <a:lumOff val="80000"/>
            </a:schemeClr>
          </a:solidFill>
        </p:spPr>
        <p:txBody>
          <a:bodyPr wrap="square">
            <a:noAutofit/>
          </a:bodyPr>
          <a:lstStyle/>
          <a:p>
            <a:endParaRPr lang="en-AU" dirty="0"/>
          </a:p>
        </p:txBody>
      </p:sp>
    </p:spTree>
    <p:extLst>
      <p:ext uri="{BB962C8B-B14F-4D97-AF65-F5344CB8AC3E}">
        <p14:creationId xmlns:p14="http://schemas.microsoft.com/office/powerpoint/2010/main" val="342251537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8">
            <a:extLst>
              <a:ext uri="{FF2B5EF4-FFF2-40B4-BE49-F238E27FC236}">
                <a16:creationId xmlns:a16="http://schemas.microsoft.com/office/drawing/2014/main" id="{B1453B94-A423-4C89-9598-231818E7A555}"/>
              </a:ext>
            </a:extLst>
          </p:cNvPr>
          <p:cNvSpPr>
            <a:spLocks noGrp="1"/>
          </p:cNvSpPr>
          <p:nvPr>
            <p:ph type="body" sz="quarter" idx="15" hasCustomPrompt="1"/>
          </p:nvPr>
        </p:nvSpPr>
        <p:spPr>
          <a:xfrm>
            <a:off x="4471974" y="1718532"/>
            <a:ext cx="3265848" cy="2089739"/>
          </a:xfrm>
          <a:prstGeom prst="rect">
            <a:avLst/>
          </a:prstGeom>
          <a:solidFill>
            <a:schemeClr val="accent6"/>
          </a:solidFill>
        </p:spPr>
        <p:txBody>
          <a:bodyPr wrap="square" lIns="152400" tIns="152400" rIns="152400" bIns="152400">
            <a:spAutoFit/>
          </a:bodyPr>
          <a:lstStyle>
            <a:lvl1pPr marL="144000" indent="-144000">
              <a:buFontTx/>
              <a:buBlip>
                <a:blip r:embed="rId2"/>
              </a:buBlip>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b="0" i="0">
                <a:solidFill>
                  <a:schemeClr val="bg1"/>
                </a:solidFill>
              </a:defRPr>
            </a:lvl5pPr>
            <a:lvl6pPr>
              <a:defRPr/>
            </a:lvl6pPr>
          </a:lstStyle>
          <a:p>
            <a:pPr lvl="4"/>
            <a:r>
              <a:rPr lang="en-US" dirty="0"/>
              <a:t>Quote text to go here</a:t>
            </a:r>
          </a:p>
          <a:p>
            <a:pPr lvl="4"/>
            <a:r>
              <a:rPr lang="en-US" dirty="0" err="1"/>
              <a:t>Ressi</a:t>
            </a:r>
            <a:r>
              <a:rPr lang="en-US" dirty="0"/>
              <a:t> con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reptumcon</a:t>
            </a:r>
            <a:r>
              <a:rPr lang="en-US" dirty="0"/>
              <a:t>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a:t>
            </a:r>
            <a:endParaRPr lang="en-US" dirty="0"/>
          </a:p>
        </p:txBody>
      </p:sp>
    </p:spTree>
    <p:extLst>
      <p:ext uri="{BB962C8B-B14F-4D97-AF65-F5344CB8AC3E}">
        <p14:creationId xmlns:p14="http://schemas.microsoft.com/office/powerpoint/2010/main" val="8369088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line Header - Three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a:xfrm>
            <a:off x="839545" y="958193"/>
            <a:ext cx="10539784" cy="1003957"/>
          </a:xfrm>
        </p:spPr>
        <p:txBody>
          <a:bodyPr/>
          <a:lstStyle>
            <a:lvl1pPr>
              <a:defRPr/>
            </a:lvl1pPr>
          </a:lstStyle>
          <a:p>
            <a:r>
              <a:rPr lang="en-US" dirty="0"/>
              <a:t>Two lines header on three column content</a:t>
            </a:r>
            <a:br>
              <a:rPr lang="en-US" dirty="0"/>
            </a:br>
            <a:r>
              <a:rPr lang="en-US" dirty="0"/>
              <a:t>with pullout box</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2241550"/>
            <a:ext cx="10539412" cy="3673624"/>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8">
            <a:extLst>
              <a:ext uri="{FF2B5EF4-FFF2-40B4-BE49-F238E27FC236}">
                <a16:creationId xmlns:a16="http://schemas.microsoft.com/office/drawing/2014/main" id="{1C872DC2-A032-4EA2-8F93-61ECF9CE9711}"/>
              </a:ext>
            </a:extLst>
          </p:cNvPr>
          <p:cNvSpPr>
            <a:spLocks noGrp="1"/>
          </p:cNvSpPr>
          <p:nvPr>
            <p:ph type="body" sz="quarter" idx="15" hasCustomPrompt="1"/>
          </p:nvPr>
        </p:nvSpPr>
        <p:spPr>
          <a:xfrm>
            <a:off x="4471974" y="2241550"/>
            <a:ext cx="3265848" cy="2089739"/>
          </a:xfrm>
          <a:prstGeom prst="rect">
            <a:avLst/>
          </a:prstGeom>
          <a:solidFill>
            <a:schemeClr val="accent6"/>
          </a:solidFill>
        </p:spPr>
        <p:txBody>
          <a:bodyPr wrap="square" lIns="152400" tIns="152400" rIns="152400" bIns="152400">
            <a:spAutoFit/>
          </a:bodyPr>
          <a:lstStyle>
            <a:lvl1pPr marL="144000" indent="-144000">
              <a:buFontTx/>
              <a:buBlip>
                <a:blip r:embed="rId2"/>
              </a:buBlip>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b="0" i="0">
                <a:solidFill>
                  <a:schemeClr val="bg1"/>
                </a:solidFill>
              </a:defRPr>
            </a:lvl5pPr>
            <a:lvl6pPr>
              <a:defRPr/>
            </a:lvl6pPr>
          </a:lstStyle>
          <a:p>
            <a:pPr lvl="4"/>
            <a:r>
              <a:rPr lang="en-US" dirty="0"/>
              <a:t>Quote text to go here</a:t>
            </a:r>
          </a:p>
          <a:p>
            <a:pPr lvl="4"/>
            <a:r>
              <a:rPr lang="en-US" dirty="0" err="1"/>
              <a:t>Ressi</a:t>
            </a:r>
            <a:r>
              <a:rPr lang="en-US" dirty="0"/>
              <a:t> con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reptumcon</a:t>
            </a:r>
            <a:r>
              <a:rPr lang="en-US" dirty="0"/>
              <a:t>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a:t>
            </a:r>
            <a:endParaRPr lang="en-US" dirty="0"/>
          </a:p>
        </p:txBody>
      </p:sp>
    </p:spTree>
    <p:extLst>
      <p:ext uri="{BB962C8B-B14F-4D97-AF65-F5344CB8AC3E}">
        <p14:creationId xmlns:p14="http://schemas.microsoft.com/office/powerpoint/2010/main" val="18743323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8903367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ingle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280985242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ingle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16" name="Content Placeholder 15">
            <a:extLst>
              <a:ext uri="{FF2B5EF4-FFF2-40B4-BE49-F238E27FC236}">
                <a16:creationId xmlns:a16="http://schemas.microsoft.com/office/drawing/2014/main" id="{EA58D13F-0442-41AB-9AAC-8F0DFBF94209}"/>
              </a:ext>
            </a:extLst>
          </p:cNvPr>
          <p:cNvSpPr>
            <a:spLocks noGrp="1"/>
          </p:cNvSpPr>
          <p:nvPr>
            <p:ph sz="quarter" idx="15"/>
          </p:nvPr>
        </p:nvSpPr>
        <p:spPr>
          <a:xfrm>
            <a:off x="839788" y="1718756"/>
            <a:ext cx="10539412" cy="4200907"/>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17236232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wo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2"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D9F80C4F-2C51-4174-864A-DDC5127D6CE2}"/>
              </a:ext>
            </a:extLst>
          </p:cNvPr>
          <p:cNvSpPr>
            <a:spLocks noGrp="1"/>
          </p:cNvSpPr>
          <p:nvPr>
            <p:ph type="body" sz="quarter" idx="15" hasCustomPrompt="1"/>
          </p:nvPr>
        </p:nvSpPr>
        <p:spPr>
          <a:xfrm>
            <a:off x="6262488" y="1710848"/>
            <a:ext cx="5116778" cy="1725836"/>
          </a:xfrm>
          <a:prstGeom prst="rect">
            <a:avLst/>
          </a:prstGeom>
          <a:solidFill>
            <a:schemeClr val="accent5"/>
          </a:solidFill>
        </p:spPr>
        <p:txBody>
          <a:bodyPr wrap="square" lIns="152400" tIns="152400" rIns="152400" bIns="1524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4"/>
            <a:r>
              <a:rPr lang="en-US" dirty="0"/>
              <a:t>Quote text to go here</a:t>
            </a:r>
          </a:p>
        </p:txBody>
      </p:sp>
    </p:spTree>
    <p:extLst>
      <p:ext uri="{BB962C8B-B14F-4D97-AF65-F5344CB8AC3E}">
        <p14:creationId xmlns:p14="http://schemas.microsoft.com/office/powerpoint/2010/main" val="9485911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p:txBody>
          <a:bodyPr/>
          <a:lstStyle/>
          <a:p>
            <a:r>
              <a:rPr lang="en-US" dirty="0"/>
              <a:t>Two column layout</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2"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2485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xt &amp;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lvl1pPr marL="0">
              <a:defRPr/>
            </a:lvl1p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52562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12" name="Content Placeholder 11">
            <a:extLst>
              <a:ext uri="{FF2B5EF4-FFF2-40B4-BE49-F238E27FC236}">
                <a16:creationId xmlns:a16="http://schemas.microsoft.com/office/drawing/2014/main" id="{F1A1DA74-29F3-41AC-BBC6-590B5DDEEA91}"/>
              </a:ext>
            </a:extLst>
          </p:cNvPr>
          <p:cNvSpPr>
            <a:spLocks noGrp="1"/>
          </p:cNvSpPr>
          <p:nvPr>
            <p:ph sz="quarter" idx="15"/>
          </p:nvPr>
        </p:nvSpPr>
        <p:spPr>
          <a:xfrm>
            <a:off x="6096000" y="1703388"/>
            <a:ext cx="5283200" cy="4211637"/>
          </a:xfrm>
          <a:prstGeom prst="rect">
            <a:avLst/>
          </a:prstGeom>
          <a:solidFill>
            <a:srgbClr val="DBD7DB"/>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7223559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xt &amp; Content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52562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12" name="Content Placeholder 11">
            <a:extLst>
              <a:ext uri="{FF2B5EF4-FFF2-40B4-BE49-F238E27FC236}">
                <a16:creationId xmlns:a16="http://schemas.microsoft.com/office/drawing/2014/main" id="{F1A1DA74-29F3-41AC-BBC6-590B5DDEEA91}"/>
              </a:ext>
            </a:extLst>
          </p:cNvPr>
          <p:cNvSpPr>
            <a:spLocks noGrp="1"/>
          </p:cNvSpPr>
          <p:nvPr>
            <p:ph sz="quarter" idx="15"/>
          </p:nvPr>
        </p:nvSpPr>
        <p:spPr>
          <a:xfrm>
            <a:off x="6096000" y="1703388"/>
            <a:ext cx="5283200" cy="4211637"/>
          </a:xfrm>
          <a:prstGeom prst="rect">
            <a:avLst/>
          </a:prstGeom>
          <a:solidFill>
            <a:srgbClr val="DBD7DB"/>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59567351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xt + Image">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60F4E0-D8E9-46A9-8F7E-1C3C546D60AE}"/>
              </a:ext>
            </a:extLst>
          </p:cNvPr>
          <p:cNvSpPr/>
          <p:nvPr userDrawn="1"/>
        </p:nvSpPr>
        <p:spPr>
          <a:xfrm>
            <a:off x="809305" y="537882"/>
            <a:ext cx="11382696" cy="57803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endParaRPr lang="en-AU" dirty="0"/>
          </a:p>
        </p:txBody>
      </p:sp>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a:xfrm>
            <a:off x="839545" y="958193"/>
            <a:ext cx="3427661" cy="744971"/>
          </a:xfrm>
        </p:spPr>
        <p:txBody>
          <a:bodyPr/>
          <a:lstStyle>
            <a:lvl1pPr>
              <a:defRPr/>
            </a:lvl1pPr>
          </a:lstStyle>
          <a:p>
            <a:r>
              <a:rPr lang="en-US" dirty="0"/>
              <a:t>Heading one line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3343666"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31" name="Picture Placeholder 30">
            <a:extLst>
              <a:ext uri="{FF2B5EF4-FFF2-40B4-BE49-F238E27FC236}">
                <a16:creationId xmlns:a16="http://schemas.microsoft.com/office/drawing/2014/main" id="{46A6265F-71AA-4F67-96D7-4A5FFAAF4252}"/>
              </a:ext>
            </a:extLst>
          </p:cNvPr>
          <p:cNvSpPr>
            <a:spLocks noGrp="1" noChangeAspect="1"/>
          </p:cNvSpPr>
          <p:nvPr>
            <p:ph type="pic" sz="quarter" idx="14"/>
          </p:nvPr>
        </p:nvSpPr>
        <p:spPr>
          <a:xfrm>
            <a:off x="4381266" y="608669"/>
            <a:ext cx="8008547" cy="5638793"/>
          </a:xfrm>
          <a:custGeom>
            <a:avLst/>
            <a:gdLst>
              <a:gd name="connsiteX0" fmla="*/ 0 w 8008547"/>
              <a:gd name="connsiteY0" fmla="*/ 0 h 5638793"/>
              <a:gd name="connsiteX1" fmla="*/ 8008547 w 8008547"/>
              <a:gd name="connsiteY1" fmla="*/ 0 h 5638793"/>
              <a:gd name="connsiteX2" fmla="*/ 8008547 w 8008547"/>
              <a:gd name="connsiteY2" fmla="*/ 5638793 h 5638793"/>
              <a:gd name="connsiteX3" fmla="*/ 0 w 8008547"/>
              <a:gd name="connsiteY3" fmla="*/ 5638793 h 5638793"/>
              <a:gd name="connsiteX4" fmla="*/ 0 w 8008547"/>
              <a:gd name="connsiteY4" fmla="*/ 3462416 h 5638793"/>
              <a:gd name="connsiteX5" fmla="*/ 576325 w 8008547"/>
              <a:gd name="connsiteY5" fmla="*/ 2886162 h 5638793"/>
              <a:gd name="connsiteX6" fmla="*/ 594013 w 8008547"/>
              <a:gd name="connsiteY6" fmla="*/ 2861675 h 5638793"/>
              <a:gd name="connsiteX7" fmla="*/ 602857 w 8008547"/>
              <a:gd name="connsiteY7" fmla="*/ 2833890 h 5638793"/>
              <a:gd name="connsiteX8" fmla="*/ 602858 w 8008547"/>
              <a:gd name="connsiteY8" fmla="*/ 2805006 h 5638793"/>
              <a:gd name="connsiteX9" fmla="*/ 594016 w 8008547"/>
              <a:gd name="connsiteY9" fmla="*/ 2777220 h 5638793"/>
              <a:gd name="connsiteX10" fmla="*/ 576331 w 8008547"/>
              <a:gd name="connsiteY10" fmla="*/ 2752729 h 5638793"/>
              <a:gd name="connsiteX11" fmla="*/ 0 w 8008547"/>
              <a:gd name="connsiteY11" fmla="*/ 2176377 h 563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08547" h="5638793">
                <a:moveTo>
                  <a:pt x="0" y="0"/>
                </a:moveTo>
                <a:lnTo>
                  <a:pt x="8008547" y="0"/>
                </a:lnTo>
                <a:lnTo>
                  <a:pt x="8008547" y="5638793"/>
                </a:lnTo>
                <a:lnTo>
                  <a:pt x="0" y="5638793"/>
                </a:lnTo>
                <a:lnTo>
                  <a:pt x="0" y="3462416"/>
                </a:lnTo>
                <a:lnTo>
                  <a:pt x="576325" y="2886162"/>
                </a:lnTo>
                <a:lnTo>
                  <a:pt x="594013" y="2861675"/>
                </a:lnTo>
                <a:lnTo>
                  <a:pt x="602857" y="2833890"/>
                </a:lnTo>
                <a:cubicBezTo>
                  <a:pt x="602857" y="2824262"/>
                  <a:pt x="602858" y="2814633"/>
                  <a:pt x="602858" y="2805006"/>
                </a:cubicBezTo>
                <a:lnTo>
                  <a:pt x="594016" y="2777220"/>
                </a:lnTo>
                <a:lnTo>
                  <a:pt x="576331" y="2752729"/>
                </a:lnTo>
                <a:lnTo>
                  <a:pt x="0" y="2176377"/>
                </a:lnTo>
                <a:close/>
              </a:path>
            </a:pathLst>
          </a:custGeom>
          <a:solidFill>
            <a:srgbClr val="DBD7DB"/>
          </a:solidFill>
        </p:spPr>
        <p:txBody>
          <a:bodyPr wrap="square">
            <a:noAutofit/>
          </a:bodyPr>
          <a:lstStyle/>
          <a:p>
            <a:endParaRPr lang="en-AU" dirty="0"/>
          </a:p>
        </p:txBody>
      </p:sp>
    </p:spTree>
    <p:extLst>
      <p:ext uri="{BB962C8B-B14F-4D97-AF65-F5344CB8AC3E}">
        <p14:creationId xmlns:p14="http://schemas.microsoft.com/office/powerpoint/2010/main" val="343978949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hree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8">
            <a:extLst>
              <a:ext uri="{FF2B5EF4-FFF2-40B4-BE49-F238E27FC236}">
                <a16:creationId xmlns:a16="http://schemas.microsoft.com/office/drawing/2014/main" id="{26CDB702-B35E-4D76-9592-3B0B5B05752C}"/>
              </a:ext>
            </a:extLst>
          </p:cNvPr>
          <p:cNvSpPr>
            <a:spLocks noGrp="1"/>
          </p:cNvSpPr>
          <p:nvPr>
            <p:ph type="body" sz="quarter" idx="15" hasCustomPrompt="1"/>
          </p:nvPr>
        </p:nvSpPr>
        <p:spPr>
          <a:xfrm>
            <a:off x="4471974" y="1718532"/>
            <a:ext cx="3265848" cy="2089739"/>
          </a:xfrm>
          <a:prstGeom prst="rect">
            <a:avLst/>
          </a:prstGeom>
          <a:solidFill>
            <a:schemeClr val="accent5"/>
          </a:solidFill>
        </p:spPr>
        <p:txBody>
          <a:bodyPr wrap="square" lIns="152400" tIns="152400" rIns="152400" bIns="152400">
            <a:spAutoFit/>
          </a:bodyPr>
          <a:lstStyle>
            <a:lvl1pPr marL="144000" indent="-144000">
              <a:buFontTx/>
              <a:buBlip>
                <a:blip r:embed="rId2"/>
              </a:buBlip>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b="0" i="0">
                <a:solidFill>
                  <a:schemeClr val="bg1"/>
                </a:solidFill>
              </a:defRPr>
            </a:lvl5pPr>
            <a:lvl6pPr>
              <a:defRPr/>
            </a:lvl6pPr>
          </a:lstStyle>
          <a:p>
            <a:pPr lvl="4"/>
            <a:r>
              <a:rPr lang="en-US" dirty="0"/>
              <a:t>Quote text to go here</a:t>
            </a:r>
          </a:p>
          <a:p>
            <a:pPr lvl="4"/>
            <a:r>
              <a:rPr lang="en-US" dirty="0" err="1"/>
              <a:t>Ressi</a:t>
            </a:r>
            <a:r>
              <a:rPr lang="en-US" dirty="0"/>
              <a:t> con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reptumcon</a:t>
            </a:r>
            <a:r>
              <a:rPr lang="en-US" dirty="0"/>
              <a:t>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a:t>
            </a:r>
            <a:endParaRPr lang="en-US" dirty="0"/>
          </a:p>
        </p:txBody>
      </p:sp>
    </p:spTree>
    <p:extLst>
      <p:ext uri="{BB962C8B-B14F-4D97-AF65-F5344CB8AC3E}">
        <p14:creationId xmlns:p14="http://schemas.microsoft.com/office/powerpoint/2010/main" val="38792901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woline Header - Three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a:xfrm>
            <a:off x="839545" y="958193"/>
            <a:ext cx="10539784" cy="1003957"/>
          </a:xfrm>
        </p:spPr>
        <p:txBody>
          <a:bodyPr/>
          <a:lstStyle>
            <a:lvl1pPr>
              <a:defRPr/>
            </a:lvl1pPr>
          </a:lstStyle>
          <a:p>
            <a:r>
              <a:rPr lang="en-US" dirty="0"/>
              <a:t>Two lines header on three column content</a:t>
            </a:r>
            <a:br>
              <a:rPr lang="en-US" dirty="0"/>
            </a:br>
            <a:r>
              <a:rPr lang="en-US" dirty="0"/>
              <a:t>with pullout box</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2241550"/>
            <a:ext cx="10539412" cy="3673624"/>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8">
            <a:extLst>
              <a:ext uri="{FF2B5EF4-FFF2-40B4-BE49-F238E27FC236}">
                <a16:creationId xmlns:a16="http://schemas.microsoft.com/office/drawing/2014/main" id="{1C872DC2-A032-4EA2-8F93-61ECF9CE9711}"/>
              </a:ext>
            </a:extLst>
          </p:cNvPr>
          <p:cNvSpPr>
            <a:spLocks noGrp="1"/>
          </p:cNvSpPr>
          <p:nvPr>
            <p:ph type="body" sz="quarter" idx="15" hasCustomPrompt="1"/>
          </p:nvPr>
        </p:nvSpPr>
        <p:spPr>
          <a:xfrm>
            <a:off x="4471974" y="2241550"/>
            <a:ext cx="3265848" cy="2089739"/>
          </a:xfrm>
          <a:prstGeom prst="rect">
            <a:avLst/>
          </a:prstGeom>
          <a:solidFill>
            <a:schemeClr val="accent5"/>
          </a:solidFill>
        </p:spPr>
        <p:txBody>
          <a:bodyPr wrap="square" lIns="152400" tIns="152400" rIns="152400" bIns="152400">
            <a:spAutoFit/>
          </a:bodyPr>
          <a:lstStyle>
            <a:lvl1pPr marL="144000" indent="-144000">
              <a:buFontTx/>
              <a:buBlip>
                <a:blip r:embed="rId2"/>
              </a:buBlip>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b="0" i="0">
                <a:solidFill>
                  <a:schemeClr val="bg1"/>
                </a:solidFill>
              </a:defRPr>
            </a:lvl5pPr>
            <a:lvl6pPr>
              <a:defRPr/>
            </a:lvl6pPr>
          </a:lstStyle>
          <a:p>
            <a:pPr lvl="4"/>
            <a:r>
              <a:rPr lang="en-US" dirty="0"/>
              <a:t>Quote text to go here</a:t>
            </a:r>
          </a:p>
          <a:p>
            <a:pPr lvl="4"/>
            <a:r>
              <a:rPr lang="en-US" dirty="0" err="1"/>
              <a:t>Ressi</a:t>
            </a:r>
            <a:r>
              <a:rPr lang="en-US" dirty="0"/>
              <a:t> con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reptumcon</a:t>
            </a:r>
            <a:r>
              <a:rPr lang="en-US" dirty="0"/>
              <a:t>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a:t>
            </a:r>
            <a:endParaRPr lang="en-US" dirty="0"/>
          </a:p>
        </p:txBody>
      </p:sp>
    </p:spTree>
    <p:extLst>
      <p:ext uri="{BB962C8B-B14F-4D97-AF65-F5344CB8AC3E}">
        <p14:creationId xmlns:p14="http://schemas.microsoft.com/office/powerpoint/2010/main" val="283481137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hree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1952112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ingle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16900238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ingle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16" name="Content Placeholder 15">
            <a:extLst>
              <a:ext uri="{FF2B5EF4-FFF2-40B4-BE49-F238E27FC236}">
                <a16:creationId xmlns:a16="http://schemas.microsoft.com/office/drawing/2014/main" id="{EA58D13F-0442-41AB-9AAC-8F0DFBF94209}"/>
              </a:ext>
            </a:extLst>
          </p:cNvPr>
          <p:cNvSpPr>
            <a:spLocks noGrp="1"/>
          </p:cNvSpPr>
          <p:nvPr>
            <p:ph sz="quarter" idx="15"/>
          </p:nvPr>
        </p:nvSpPr>
        <p:spPr>
          <a:xfrm>
            <a:off x="839788" y="1718756"/>
            <a:ext cx="10539412" cy="4200907"/>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184018557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2"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8">
            <a:extLst>
              <a:ext uri="{FF2B5EF4-FFF2-40B4-BE49-F238E27FC236}">
                <a16:creationId xmlns:a16="http://schemas.microsoft.com/office/drawing/2014/main" id="{6657A061-FE55-4BD1-9F0A-419DA86508BB}"/>
              </a:ext>
            </a:extLst>
          </p:cNvPr>
          <p:cNvSpPr>
            <a:spLocks noGrp="1"/>
          </p:cNvSpPr>
          <p:nvPr>
            <p:ph type="body" sz="quarter" idx="15" hasCustomPrompt="1"/>
          </p:nvPr>
        </p:nvSpPr>
        <p:spPr>
          <a:xfrm>
            <a:off x="6262488" y="1710848"/>
            <a:ext cx="5116778" cy="1725836"/>
          </a:xfrm>
          <a:prstGeom prst="rect">
            <a:avLst/>
          </a:prstGeom>
          <a:solidFill>
            <a:schemeClr val="accent4"/>
          </a:solidFill>
        </p:spPr>
        <p:txBody>
          <a:bodyPr wrap="square" lIns="152400" tIns="152400" rIns="152400" bIns="152400">
            <a:noAutofit/>
          </a:bodyPr>
          <a:lstStyle>
            <a:lvl1pPr marL="144000" indent="-144000">
              <a:buFontTx/>
              <a:buBlip>
                <a:blip r:embed="rId2"/>
              </a:buBlip>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4"/>
            <a:r>
              <a:rPr lang="en-US" dirty="0"/>
              <a:t>Quote text to go here</a:t>
            </a:r>
          </a:p>
        </p:txBody>
      </p:sp>
    </p:spTree>
    <p:extLst>
      <p:ext uri="{BB962C8B-B14F-4D97-AF65-F5344CB8AC3E}">
        <p14:creationId xmlns:p14="http://schemas.microsoft.com/office/powerpoint/2010/main" val="216414360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wo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p:txBody>
          <a:bodyPr/>
          <a:lstStyle/>
          <a:p>
            <a:r>
              <a:rPr lang="en-US" dirty="0"/>
              <a:t>Two column layout</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2"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921057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amp;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lvl1pPr marL="0">
              <a:defRPr/>
            </a:lvl1p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52562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12" name="Content Placeholder 11">
            <a:extLst>
              <a:ext uri="{FF2B5EF4-FFF2-40B4-BE49-F238E27FC236}">
                <a16:creationId xmlns:a16="http://schemas.microsoft.com/office/drawing/2014/main" id="{F1A1DA74-29F3-41AC-BBC6-590B5DDEEA91}"/>
              </a:ext>
            </a:extLst>
          </p:cNvPr>
          <p:cNvSpPr>
            <a:spLocks noGrp="1"/>
          </p:cNvSpPr>
          <p:nvPr>
            <p:ph sz="quarter" idx="15"/>
          </p:nvPr>
        </p:nvSpPr>
        <p:spPr>
          <a:xfrm>
            <a:off x="6096000" y="1703388"/>
            <a:ext cx="5283200" cy="4211637"/>
          </a:xfrm>
          <a:prstGeom prst="rect">
            <a:avLst/>
          </a:prstGeom>
          <a:solidFill>
            <a:srgbClr val="E2D4D8"/>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23437736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amp; Content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52562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12" name="Content Placeholder 11">
            <a:extLst>
              <a:ext uri="{FF2B5EF4-FFF2-40B4-BE49-F238E27FC236}">
                <a16:creationId xmlns:a16="http://schemas.microsoft.com/office/drawing/2014/main" id="{F1A1DA74-29F3-41AC-BBC6-590B5DDEEA91}"/>
              </a:ext>
            </a:extLst>
          </p:cNvPr>
          <p:cNvSpPr>
            <a:spLocks noGrp="1"/>
          </p:cNvSpPr>
          <p:nvPr>
            <p:ph sz="quarter" idx="15"/>
          </p:nvPr>
        </p:nvSpPr>
        <p:spPr>
          <a:xfrm>
            <a:off x="6096000" y="1703388"/>
            <a:ext cx="5283200" cy="4211637"/>
          </a:xfrm>
          <a:prstGeom prst="rect">
            <a:avLst/>
          </a:prstGeom>
          <a:solidFill>
            <a:srgbClr val="E2D4D8"/>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4549675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 Image">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60F4E0-D8E9-46A9-8F7E-1C3C546D60AE}"/>
              </a:ext>
            </a:extLst>
          </p:cNvPr>
          <p:cNvSpPr/>
          <p:nvPr userDrawn="1"/>
        </p:nvSpPr>
        <p:spPr>
          <a:xfrm>
            <a:off x="809305" y="537882"/>
            <a:ext cx="11382696" cy="57803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endParaRPr lang="en-AU" dirty="0"/>
          </a:p>
        </p:txBody>
      </p:sp>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a:xfrm>
            <a:off x="839545" y="958193"/>
            <a:ext cx="3427661" cy="744971"/>
          </a:xfrm>
        </p:spPr>
        <p:txBody>
          <a:bodyPr/>
          <a:lstStyle>
            <a:lvl1pPr>
              <a:defRPr/>
            </a:lvl1pPr>
          </a:lstStyle>
          <a:p>
            <a:r>
              <a:rPr lang="en-US" dirty="0"/>
              <a:t>Heading one line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3343666"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31" name="Picture Placeholder 30">
            <a:extLst>
              <a:ext uri="{FF2B5EF4-FFF2-40B4-BE49-F238E27FC236}">
                <a16:creationId xmlns:a16="http://schemas.microsoft.com/office/drawing/2014/main" id="{46A6265F-71AA-4F67-96D7-4A5FFAAF4252}"/>
              </a:ext>
            </a:extLst>
          </p:cNvPr>
          <p:cNvSpPr>
            <a:spLocks noGrp="1" noChangeAspect="1"/>
          </p:cNvSpPr>
          <p:nvPr>
            <p:ph type="pic" sz="quarter" idx="14"/>
          </p:nvPr>
        </p:nvSpPr>
        <p:spPr>
          <a:xfrm>
            <a:off x="4381266" y="608669"/>
            <a:ext cx="8008547" cy="5638793"/>
          </a:xfrm>
          <a:custGeom>
            <a:avLst/>
            <a:gdLst>
              <a:gd name="connsiteX0" fmla="*/ 0 w 8008547"/>
              <a:gd name="connsiteY0" fmla="*/ 0 h 5638793"/>
              <a:gd name="connsiteX1" fmla="*/ 8008547 w 8008547"/>
              <a:gd name="connsiteY1" fmla="*/ 0 h 5638793"/>
              <a:gd name="connsiteX2" fmla="*/ 8008547 w 8008547"/>
              <a:gd name="connsiteY2" fmla="*/ 5638793 h 5638793"/>
              <a:gd name="connsiteX3" fmla="*/ 0 w 8008547"/>
              <a:gd name="connsiteY3" fmla="*/ 5638793 h 5638793"/>
              <a:gd name="connsiteX4" fmla="*/ 0 w 8008547"/>
              <a:gd name="connsiteY4" fmla="*/ 3462416 h 5638793"/>
              <a:gd name="connsiteX5" fmla="*/ 576325 w 8008547"/>
              <a:gd name="connsiteY5" fmla="*/ 2886162 h 5638793"/>
              <a:gd name="connsiteX6" fmla="*/ 594013 w 8008547"/>
              <a:gd name="connsiteY6" fmla="*/ 2861675 h 5638793"/>
              <a:gd name="connsiteX7" fmla="*/ 602857 w 8008547"/>
              <a:gd name="connsiteY7" fmla="*/ 2833890 h 5638793"/>
              <a:gd name="connsiteX8" fmla="*/ 602858 w 8008547"/>
              <a:gd name="connsiteY8" fmla="*/ 2805006 h 5638793"/>
              <a:gd name="connsiteX9" fmla="*/ 594016 w 8008547"/>
              <a:gd name="connsiteY9" fmla="*/ 2777220 h 5638793"/>
              <a:gd name="connsiteX10" fmla="*/ 576331 w 8008547"/>
              <a:gd name="connsiteY10" fmla="*/ 2752729 h 5638793"/>
              <a:gd name="connsiteX11" fmla="*/ 0 w 8008547"/>
              <a:gd name="connsiteY11" fmla="*/ 2176377 h 563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08547" h="5638793">
                <a:moveTo>
                  <a:pt x="0" y="0"/>
                </a:moveTo>
                <a:lnTo>
                  <a:pt x="8008547" y="0"/>
                </a:lnTo>
                <a:lnTo>
                  <a:pt x="8008547" y="5638793"/>
                </a:lnTo>
                <a:lnTo>
                  <a:pt x="0" y="5638793"/>
                </a:lnTo>
                <a:lnTo>
                  <a:pt x="0" y="3462416"/>
                </a:lnTo>
                <a:lnTo>
                  <a:pt x="576325" y="2886162"/>
                </a:lnTo>
                <a:lnTo>
                  <a:pt x="594013" y="2861675"/>
                </a:lnTo>
                <a:lnTo>
                  <a:pt x="602857" y="2833890"/>
                </a:lnTo>
                <a:cubicBezTo>
                  <a:pt x="602857" y="2824262"/>
                  <a:pt x="602858" y="2814633"/>
                  <a:pt x="602858" y="2805006"/>
                </a:cubicBezTo>
                <a:lnTo>
                  <a:pt x="594016" y="2777220"/>
                </a:lnTo>
                <a:lnTo>
                  <a:pt x="576331" y="2752729"/>
                </a:lnTo>
                <a:lnTo>
                  <a:pt x="0" y="2176377"/>
                </a:lnTo>
                <a:close/>
              </a:path>
            </a:pathLst>
          </a:custGeom>
          <a:solidFill>
            <a:srgbClr val="E2D4D8"/>
          </a:solidFill>
        </p:spPr>
        <p:txBody>
          <a:bodyPr wrap="square">
            <a:noAutofit/>
          </a:bodyPr>
          <a:lstStyle/>
          <a:p>
            <a:endParaRPr lang="en-AU" dirty="0"/>
          </a:p>
        </p:txBody>
      </p:sp>
    </p:spTree>
    <p:extLst>
      <p:ext uri="{BB962C8B-B14F-4D97-AF65-F5344CB8AC3E}">
        <p14:creationId xmlns:p14="http://schemas.microsoft.com/office/powerpoint/2010/main" val="393266318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hree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8">
            <a:extLst>
              <a:ext uri="{FF2B5EF4-FFF2-40B4-BE49-F238E27FC236}">
                <a16:creationId xmlns:a16="http://schemas.microsoft.com/office/drawing/2014/main" id="{1D645D57-3EA3-4EEF-AA38-34FAD0E197BF}"/>
              </a:ext>
            </a:extLst>
          </p:cNvPr>
          <p:cNvSpPr>
            <a:spLocks noGrp="1"/>
          </p:cNvSpPr>
          <p:nvPr>
            <p:ph type="body" sz="quarter" idx="15" hasCustomPrompt="1"/>
          </p:nvPr>
        </p:nvSpPr>
        <p:spPr>
          <a:xfrm>
            <a:off x="4471974" y="1718532"/>
            <a:ext cx="3265848" cy="2089739"/>
          </a:xfrm>
          <a:prstGeom prst="rect">
            <a:avLst/>
          </a:prstGeom>
          <a:solidFill>
            <a:schemeClr val="accent4"/>
          </a:solidFill>
        </p:spPr>
        <p:txBody>
          <a:bodyPr wrap="square" lIns="152400" tIns="152400" rIns="152400" bIns="152400">
            <a:spAutoFit/>
          </a:bodyPr>
          <a:lstStyle>
            <a:lvl1pPr marL="144000" indent="-144000">
              <a:buFontTx/>
              <a:buBlip>
                <a:blip r:embed="rId2"/>
              </a:buBlip>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b="0" i="0">
                <a:solidFill>
                  <a:schemeClr val="bg1"/>
                </a:solidFill>
              </a:defRPr>
            </a:lvl5pPr>
            <a:lvl6pPr>
              <a:defRPr/>
            </a:lvl6pPr>
          </a:lstStyle>
          <a:p>
            <a:pPr lvl="4"/>
            <a:r>
              <a:rPr lang="en-US" dirty="0"/>
              <a:t>Quote text to go here</a:t>
            </a:r>
          </a:p>
          <a:p>
            <a:pPr lvl="4"/>
            <a:r>
              <a:rPr lang="en-US" dirty="0" err="1"/>
              <a:t>Ressi</a:t>
            </a:r>
            <a:r>
              <a:rPr lang="en-US" dirty="0"/>
              <a:t> con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reptumcon</a:t>
            </a:r>
            <a:r>
              <a:rPr lang="en-US" dirty="0"/>
              <a:t>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a:t>
            </a:r>
            <a:endParaRPr lang="en-US" dirty="0"/>
          </a:p>
        </p:txBody>
      </p:sp>
    </p:spTree>
    <p:extLst>
      <p:ext uri="{BB962C8B-B14F-4D97-AF65-F5344CB8AC3E}">
        <p14:creationId xmlns:p14="http://schemas.microsoft.com/office/powerpoint/2010/main" val="281499032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woline Header - Three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a:xfrm>
            <a:off x="839545" y="958193"/>
            <a:ext cx="10539784" cy="1003957"/>
          </a:xfrm>
        </p:spPr>
        <p:txBody>
          <a:bodyPr/>
          <a:lstStyle>
            <a:lvl1pPr>
              <a:defRPr/>
            </a:lvl1pPr>
          </a:lstStyle>
          <a:p>
            <a:r>
              <a:rPr lang="en-US" dirty="0"/>
              <a:t>Two lines header on three column content</a:t>
            </a:r>
            <a:br>
              <a:rPr lang="en-US" dirty="0"/>
            </a:br>
            <a:r>
              <a:rPr lang="en-US" dirty="0"/>
              <a:t>with pullout box</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2241550"/>
            <a:ext cx="10539412" cy="3673624"/>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8">
            <a:extLst>
              <a:ext uri="{FF2B5EF4-FFF2-40B4-BE49-F238E27FC236}">
                <a16:creationId xmlns:a16="http://schemas.microsoft.com/office/drawing/2014/main" id="{1C872DC2-A032-4EA2-8F93-61ECF9CE9711}"/>
              </a:ext>
            </a:extLst>
          </p:cNvPr>
          <p:cNvSpPr>
            <a:spLocks noGrp="1"/>
          </p:cNvSpPr>
          <p:nvPr>
            <p:ph type="body" sz="quarter" idx="15" hasCustomPrompt="1"/>
          </p:nvPr>
        </p:nvSpPr>
        <p:spPr>
          <a:xfrm>
            <a:off x="4471974" y="2241550"/>
            <a:ext cx="3265848" cy="2089739"/>
          </a:xfrm>
          <a:prstGeom prst="rect">
            <a:avLst/>
          </a:prstGeom>
          <a:solidFill>
            <a:schemeClr val="accent4"/>
          </a:solidFill>
        </p:spPr>
        <p:txBody>
          <a:bodyPr wrap="square" lIns="152400" tIns="152400" rIns="152400" bIns="152400">
            <a:spAutoFit/>
          </a:bodyPr>
          <a:lstStyle>
            <a:lvl1pPr marL="144000" indent="-144000">
              <a:buFontTx/>
              <a:buBlip>
                <a:blip r:embed="rId2"/>
              </a:buBlip>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b="0" i="0">
                <a:solidFill>
                  <a:schemeClr val="bg1"/>
                </a:solidFill>
              </a:defRPr>
            </a:lvl5pPr>
            <a:lvl6pPr>
              <a:defRPr/>
            </a:lvl6pPr>
          </a:lstStyle>
          <a:p>
            <a:pPr lvl="4"/>
            <a:r>
              <a:rPr lang="en-US" dirty="0"/>
              <a:t>Quote text to go here</a:t>
            </a:r>
          </a:p>
          <a:p>
            <a:pPr lvl="4"/>
            <a:r>
              <a:rPr lang="en-US" dirty="0" err="1"/>
              <a:t>Ressi</a:t>
            </a:r>
            <a:r>
              <a:rPr lang="en-US" dirty="0"/>
              <a:t> con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reptumcon</a:t>
            </a:r>
            <a:r>
              <a:rPr lang="en-US" dirty="0"/>
              <a:t>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a:t>
            </a:r>
            <a:endParaRPr lang="en-US" dirty="0"/>
          </a:p>
        </p:txBody>
      </p:sp>
    </p:spTree>
    <p:extLst>
      <p:ext uri="{BB962C8B-B14F-4D97-AF65-F5344CB8AC3E}">
        <p14:creationId xmlns:p14="http://schemas.microsoft.com/office/powerpoint/2010/main" val="416903919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hree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6972900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ingle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132956390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ingle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16" name="Content Placeholder 15">
            <a:extLst>
              <a:ext uri="{FF2B5EF4-FFF2-40B4-BE49-F238E27FC236}">
                <a16:creationId xmlns:a16="http://schemas.microsoft.com/office/drawing/2014/main" id="{EA58D13F-0442-41AB-9AAC-8F0DFBF94209}"/>
              </a:ext>
            </a:extLst>
          </p:cNvPr>
          <p:cNvSpPr>
            <a:spLocks noGrp="1"/>
          </p:cNvSpPr>
          <p:nvPr>
            <p:ph sz="quarter" idx="15"/>
          </p:nvPr>
        </p:nvSpPr>
        <p:spPr>
          <a:xfrm>
            <a:off x="839788" y="1718756"/>
            <a:ext cx="10539412" cy="4200907"/>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31230837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wo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2"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D9F80C4F-2C51-4174-864A-DDC5127D6CE2}"/>
              </a:ext>
            </a:extLst>
          </p:cNvPr>
          <p:cNvSpPr>
            <a:spLocks noGrp="1"/>
          </p:cNvSpPr>
          <p:nvPr>
            <p:ph type="body" sz="quarter" idx="15" hasCustomPrompt="1"/>
          </p:nvPr>
        </p:nvSpPr>
        <p:spPr>
          <a:xfrm>
            <a:off x="6262488" y="1710848"/>
            <a:ext cx="5116778" cy="1725836"/>
          </a:xfrm>
          <a:prstGeom prst="rect">
            <a:avLst/>
          </a:prstGeom>
          <a:solidFill>
            <a:schemeClr val="accent3"/>
          </a:solidFill>
        </p:spPr>
        <p:txBody>
          <a:bodyPr wrap="square" lIns="152400" tIns="152400" rIns="152400" bIns="152400">
            <a:noAutofit/>
          </a:bodyPr>
          <a:lstStyle>
            <a:lvl1pPr marL="144000" indent="-144000">
              <a:buFontTx/>
              <a:buBlip>
                <a:blip r:embed="rId2"/>
              </a:buBlip>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4"/>
            <a:r>
              <a:rPr lang="en-US" dirty="0"/>
              <a:t>Quote text to go here</a:t>
            </a:r>
          </a:p>
        </p:txBody>
      </p:sp>
    </p:spTree>
    <p:extLst>
      <p:ext uri="{BB962C8B-B14F-4D97-AF65-F5344CB8AC3E}">
        <p14:creationId xmlns:p14="http://schemas.microsoft.com/office/powerpoint/2010/main" val="294781237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wo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p:txBody>
          <a:bodyPr/>
          <a:lstStyle/>
          <a:p>
            <a:r>
              <a:rPr lang="en-US" dirty="0"/>
              <a:t>Two column layout</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2"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879406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amp;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lvl1pPr marL="0">
              <a:defRPr/>
            </a:lvl1p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52562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12" name="Content Placeholder 11">
            <a:extLst>
              <a:ext uri="{FF2B5EF4-FFF2-40B4-BE49-F238E27FC236}">
                <a16:creationId xmlns:a16="http://schemas.microsoft.com/office/drawing/2014/main" id="{F1A1DA74-29F3-41AC-BBC6-590B5DDEEA91}"/>
              </a:ext>
            </a:extLst>
          </p:cNvPr>
          <p:cNvSpPr>
            <a:spLocks noGrp="1"/>
          </p:cNvSpPr>
          <p:nvPr>
            <p:ph sz="quarter" idx="15"/>
          </p:nvPr>
        </p:nvSpPr>
        <p:spPr>
          <a:xfrm>
            <a:off x="6096000" y="1703388"/>
            <a:ext cx="5283200" cy="4211637"/>
          </a:xfrm>
          <a:prstGeom prst="rect">
            <a:avLst/>
          </a:prstGeom>
          <a:solidFill>
            <a:srgbClr val="EAD1D2"/>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54299619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amp; Content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52562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12" name="Content Placeholder 11">
            <a:extLst>
              <a:ext uri="{FF2B5EF4-FFF2-40B4-BE49-F238E27FC236}">
                <a16:creationId xmlns:a16="http://schemas.microsoft.com/office/drawing/2014/main" id="{F1A1DA74-29F3-41AC-BBC6-590B5DDEEA91}"/>
              </a:ext>
            </a:extLst>
          </p:cNvPr>
          <p:cNvSpPr>
            <a:spLocks noGrp="1"/>
          </p:cNvSpPr>
          <p:nvPr>
            <p:ph sz="quarter" idx="15"/>
          </p:nvPr>
        </p:nvSpPr>
        <p:spPr>
          <a:xfrm>
            <a:off x="6096000" y="1703388"/>
            <a:ext cx="5283200" cy="4211637"/>
          </a:xfrm>
          <a:prstGeom prst="rect">
            <a:avLst/>
          </a:prstGeom>
          <a:solidFill>
            <a:srgbClr val="EAD1D2"/>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61906728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 Image">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60F4E0-D8E9-46A9-8F7E-1C3C546D60AE}"/>
              </a:ext>
            </a:extLst>
          </p:cNvPr>
          <p:cNvSpPr/>
          <p:nvPr userDrawn="1"/>
        </p:nvSpPr>
        <p:spPr>
          <a:xfrm>
            <a:off x="809305" y="537882"/>
            <a:ext cx="11382696" cy="57803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endParaRPr lang="en-AU" dirty="0"/>
          </a:p>
        </p:txBody>
      </p:sp>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a:xfrm>
            <a:off x="839545" y="958193"/>
            <a:ext cx="3427661" cy="744971"/>
          </a:xfrm>
        </p:spPr>
        <p:txBody>
          <a:bodyPr/>
          <a:lstStyle>
            <a:lvl1pPr>
              <a:defRPr/>
            </a:lvl1pPr>
          </a:lstStyle>
          <a:p>
            <a:r>
              <a:rPr lang="en-US" dirty="0"/>
              <a:t>Heading one line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3343666"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31" name="Picture Placeholder 30">
            <a:extLst>
              <a:ext uri="{FF2B5EF4-FFF2-40B4-BE49-F238E27FC236}">
                <a16:creationId xmlns:a16="http://schemas.microsoft.com/office/drawing/2014/main" id="{46A6265F-71AA-4F67-96D7-4A5FFAAF4252}"/>
              </a:ext>
            </a:extLst>
          </p:cNvPr>
          <p:cNvSpPr>
            <a:spLocks noGrp="1" noChangeAspect="1"/>
          </p:cNvSpPr>
          <p:nvPr>
            <p:ph type="pic" sz="quarter" idx="14"/>
          </p:nvPr>
        </p:nvSpPr>
        <p:spPr>
          <a:xfrm>
            <a:off x="4381266" y="608669"/>
            <a:ext cx="8008547" cy="5638793"/>
          </a:xfrm>
          <a:custGeom>
            <a:avLst/>
            <a:gdLst>
              <a:gd name="connsiteX0" fmla="*/ 0 w 8008547"/>
              <a:gd name="connsiteY0" fmla="*/ 0 h 5638793"/>
              <a:gd name="connsiteX1" fmla="*/ 8008547 w 8008547"/>
              <a:gd name="connsiteY1" fmla="*/ 0 h 5638793"/>
              <a:gd name="connsiteX2" fmla="*/ 8008547 w 8008547"/>
              <a:gd name="connsiteY2" fmla="*/ 5638793 h 5638793"/>
              <a:gd name="connsiteX3" fmla="*/ 0 w 8008547"/>
              <a:gd name="connsiteY3" fmla="*/ 5638793 h 5638793"/>
              <a:gd name="connsiteX4" fmla="*/ 0 w 8008547"/>
              <a:gd name="connsiteY4" fmla="*/ 3462416 h 5638793"/>
              <a:gd name="connsiteX5" fmla="*/ 576325 w 8008547"/>
              <a:gd name="connsiteY5" fmla="*/ 2886162 h 5638793"/>
              <a:gd name="connsiteX6" fmla="*/ 594013 w 8008547"/>
              <a:gd name="connsiteY6" fmla="*/ 2861675 h 5638793"/>
              <a:gd name="connsiteX7" fmla="*/ 602857 w 8008547"/>
              <a:gd name="connsiteY7" fmla="*/ 2833890 h 5638793"/>
              <a:gd name="connsiteX8" fmla="*/ 602858 w 8008547"/>
              <a:gd name="connsiteY8" fmla="*/ 2805006 h 5638793"/>
              <a:gd name="connsiteX9" fmla="*/ 594016 w 8008547"/>
              <a:gd name="connsiteY9" fmla="*/ 2777220 h 5638793"/>
              <a:gd name="connsiteX10" fmla="*/ 576331 w 8008547"/>
              <a:gd name="connsiteY10" fmla="*/ 2752729 h 5638793"/>
              <a:gd name="connsiteX11" fmla="*/ 0 w 8008547"/>
              <a:gd name="connsiteY11" fmla="*/ 2176377 h 563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08547" h="5638793">
                <a:moveTo>
                  <a:pt x="0" y="0"/>
                </a:moveTo>
                <a:lnTo>
                  <a:pt x="8008547" y="0"/>
                </a:lnTo>
                <a:lnTo>
                  <a:pt x="8008547" y="5638793"/>
                </a:lnTo>
                <a:lnTo>
                  <a:pt x="0" y="5638793"/>
                </a:lnTo>
                <a:lnTo>
                  <a:pt x="0" y="3462416"/>
                </a:lnTo>
                <a:lnTo>
                  <a:pt x="576325" y="2886162"/>
                </a:lnTo>
                <a:lnTo>
                  <a:pt x="594013" y="2861675"/>
                </a:lnTo>
                <a:lnTo>
                  <a:pt x="602857" y="2833890"/>
                </a:lnTo>
                <a:cubicBezTo>
                  <a:pt x="602857" y="2824262"/>
                  <a:pt x="602858" y="2814633"/>
                  <a:pt x="602858" y="2805006"/>
                </a:cubicBezTo>
                <a:lnTo>
                  <a:pt x="594016" y="2777220"/>
                </a:lnTo>
                <a:lnTo>
                  <a:pt x="576331" y="2752729"/>
                </a:lnTo>
                <a:lnTo>
                  <a:pt x="0" y="2176377"/>
                </a:lnTo>
                <a:close/>
              </a:path>
            </a:pathLst>
          </a:custGeom>
          <a:solidFill>
            <a:srgbClr val="EAD1D2"/>
          </a:solidFill>
        </p:spPr>
        <p:txBody>
          <a:bodyPr wrap="square">
            <a:noAutofit/>
          </a:bodyPr>
          <a:lstStyle/>
          <a:p>
            <a:endParaRPr lang="en-AU" dirty="0"/>
          </a:p>
        </p:txBody>
      </p:sp>
    </p:spTree>
    <p:extLst>
      <p:ext uri="{BB962C8B-B14F-4D97-AF65-F5344CB8AC3E}">
        <p14:creationId xmlns:p14="http://schemas.microsoft.com/office/powerpoint/2010/main" val="378675142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hree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8">
            <a:extLst>
              <a:ext uri="{FF2B5EF4-FFF2-40B4-BE49-F238E27FC236}">
                <a16:creationId xmlns:a16="http://schemas.microsoft.com/office/drawing/2014/main" id="{970CBD3A-F570-4DD1-9DB6-4A050F72E41D}"/>
              </a:ext>
            </a:extLst>
          </p:cNvPr>
          <p:cNvSpPr>
            <a:spLocks noGrp="1"/>
          </p:cNvSpPr>
          <p:nvPr>
            <p:ph type="body" sz="quarter" idx="15" hasCustomPrompt="1"/>
          </p:nvPr>
        </p:nvSpPr>
        <p:spPr>
          <a:xfrm>
            <a:off x="4471974" y="1718532"/>
            <a:ext cx="3265848" cy="2089739"/>
          </a:xfrm>
          <a:prstGeom prst="rect">
            <a:avLst/>
          </a:prstGeom>
          <a:solidFill>
            <a:schemeClr val="accent3"/>
          </a:solidFill>
        </p:spPr>
        <p:txBody>
          <a:bodyPr wrap="square" lIns="152400" tIns="152400" rIns="152400" bIns="152400">
            <a:spAutoFit/>
          </a:bodyPr>
          <a:lstStyle>
            <a:lvl1pPr marL="144000" indent="-144000">
              <a:buFontTx/>
              <a:buBlip>
                <a:blip r:embed="rId2"/>
              </a:buBlip>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b="0" i="0">
                <a:solidFill>
                  <a:schemeClr val="bg1"/>
                </a:solidFill>
              </a:defRPr>
            </a:lvl5pPr>
            <a:lvl6pPr>
              <a:defRPr/>
            </a:lvl6pPr>
          </a:lstStyle>
          <a:p>
            <a:pPr lvl="4"/>
            <a:r>
              <a:rPr lang="en-US" dirty="0"/>
              <a:t>Quote text to go here</a:t>
            </a:r>
          </a:p>
          <a:p>
            <a:pPr lvl="4"/>
            <a:r>
              <a:rPr lang="en-US" dirty="0" err="1"/>
              <a:t>Ressi</a:t>
            </a:r>
            <a:r>
              <a:rPr lang="en-US" dirty="0"/>
              <a:t> con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reptumcon</a:t>
            </a:r>
            <a:r>
              <a:rPr lang="en-US" dirty="0"/>
              <a:t>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a:t>
            </a:r>
            <a:endParaRPr lang="en-US" dirty="0"/>
          </a:p>
        </p:txBody>
      </p:sp>
    </p:spTree>
    <p:extLst>
      <p:ext uri="{BB962C8B-B14F-4D97-AF65-F5344CB8AC3E}">
        <p14:creationId xmlns:p14="http://schemas.microsoft.com/office/powerpoint/2010/main" val="373337667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woline Header - Three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a:xfrm>
            <a:off x="839545" y="958193"/>
            <a:ext cx="10539784" cy="1003957"/>
          </a:xfrm>
        </p:spPr>
        <p:txBody>
          <a:bodyPr/>
          <a:lstStyle>
            <a:lvl1pPr>
              <a:defRPr/>
            </a:lvl1pPr>
          </a:lstStyle>
          <a:p>
            <a:r>
              <a:rPr lang="en-US" dirty="0"/>
              <a:t>Two lines header on three column content</a:t>
            </a:r>
            <a:br>
              <a:rPr lang="en-US" dirty="0"/>
            </a:br>
            <a:r>
              <a:rPr lang="en-US" dirty="0"/>
              <a:t>with pullout box</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2241550"/>
            <a:ext cx="10539412" cy="3673624"/>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8">
            <a:extLst>
              <a:ext uri="{FF2B5EF4-FFF2-40B4-BE49-F238E27FC236}">
                <a16:creationId xmlns:a16="http://schemas.microsoft.com/office/drawing/2014/main" id="{1C872DC2-A032-4EA2-8F93-61ECF9CE9711}"/>
              </a:ext>
            </a:extLst>
          </p:cNvPr>
          <p:cNvSpPr>
            <a:spLocks noGrp="1"/>
          </p:cNvSpPr>
          <p:nvPr>
            <p:ph type="body" sz="quarter" idx="15" hasCustomPrompt="1"/>
          </p:nvPr>
        </p:nvSpPr>
        <p:spPr>
          <a:xfrm>
            <a:off x="4471974" y="2241550"/>
            <a:ext cx="3265848" cy="2089739"/>
          </a:xfrm>
          <a:prstGeom prst="rect">
            <a:avLst/>
          </a:prstGeom>
          <a:solidFill>
            <a:schemeClr val="accent3"/>
          </a:solidFill>
        </p:spPr>
        <p:txBody>
          <a:bodyPr wrap="square" lIns="152400" tIns="152400" rIns="152400" bIns="152400">
            <a:spAutoFit/>
          </a:bodyPr>
          <a:lstStyle>
            <a:lvl1pPr marL="144000" indent="-144000">
              <a:buFontTx/>
              <a:buBlip>
                <a:blip r:embed="rId2"/>
              </a:buBlip>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b="0" i="0">
                <a:solidFill>
                  <a:schemeClr val="bg1"/>
                </a:solidFill>
              </a:defRPr>
            </a:lvl5pPr>
            <a:lvl6pPr>
              <a:defRPr/>
            </a:lvl6pPr>
          </a:lstStyle>
          <a:p>
            <a:pPr lvl="4"/>
            <a:r>
              <a:rPr lang="en-US" dirty="0"/>
              <a:t>Quote text to go here</a:t>
            </a:r>
          </a:p>
          <a:p>
            <a:pPr lvl="4"/>
            <a:r>
              <a:rPr lang="en-US" dirty="0" err="1"/>
              <a:t>Ressi</a:t>
            </a:r>
            <a:r>
              <a:rPr lang="en-US" dirty="0"/>
              <a:t> con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reptumcon</a:t>
            </a:r>
            <a:r>
              <a:rPr lang="en-US" dirty="0"/>
              <a:t>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a:t>
            </a:r>
            <a:endParaRPr lang="en-US" dirty="0"/>
          </a:p>
        </p:txBody>
      </p:sp>
    </p:spTree>
    <p:extLst>
      <p:ext uri="{BB962C8B-B14F-4D97-AF65-F5344CB8AC3E}">
        <p14:creationId xmlns:p14="http://schemas.microsoft.com/office/powerpoint/2010/main" val="174560182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hree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6776147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ingle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5898901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ingle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16" name="Content Placeholder 15">
            <a:extLst>
              <a:ext uri="{FF2B5EF4-FFF2-40B4-BE49-F238E27FC236}">
                <a16:creationId xmlns:a16="http://schemas.microsoft.com/office/drawing/2014/main" id="{EA58D13F-0442-41AB-9AAC-8F0DFBF94209}"/>
              </a:ext>
            </a:extLst>
          </p:cNvPr>
          <p:cNvSpPr>
            <a:spLocks noGrp="1"/>
          </p:cNvSpPr>
          <p:nvPr>
            <p:ph sz="quarter" idx="15"/>
          </p:nvPr>
        </p:nvSpPr>
        <p:spPr>
          <a:xfrm>
            <a:off x="839788" y="1718756"/>
            <a:ext cx="10539412" cy="4200907"/>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200634671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wo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2"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8">
            <a:extLst>
              <a:ext uri="{FF2B5EF4-FFF2-40B4-BE49-F238E27FC236}">
                <a16:creationId xmlns:a16="http://schemas.microsoft.com/office/drawing/2014/main" id="{0DFC32AF-97DF-4074-B60E-A94A118C4B54}"/>
              </a:ext>
            </a:extLst>
          </p:cNvPr>
          <p:cNvSpPr>
            <a:spLocks noGrp="1"/>
          </p:cNvSpPr>
          <p:nvPr>
            <p:ph type="body" sz="quarter" idx="15" hasCustomPrompt="1"/>
          </p:nvPr>
        </p:nvSpPr>
        <p:spPr>
          <a:xfrm>
            <a:off x="6262488" y="1710848"/>
            <a:ext cx="5116778" cy="1725836"/>
          </a:xfrm>
          <a:prstGeom prst="rect">
            <a:avLst/>
          </a:prstGeom>
          <a:solidFill>
            <a:schemeClr val="accent2"/>
          </a:solidFill>
        </p:spPr>
        <p:txBody>
          <a:bodyPr wrap="square" lIns="152400" tIns="152400" rIns="152400" bIns="152400">
            <a:noAutofit/>
          </a:bodyPr>
          <a:lstStyle>
            <a:lvl1pPr marL="144000" indent="-144000">
              <a:buFontTx/>
              <a:buBlip>
                <a:blip r:embed="rId2"/>
              </a:buBlip>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4"/>
            <a:r>
              <a:rPr lang="en-US" dirty="0"/>
              <a:t>Quote text to go here</a:t>
            </a:r>
          </a:p>
        </p:txBody>
      </p:sp>
    </p:spTree>
    <p:extLst>
      <p:ext uri="{BB962C8B-B14F-4D97-AF65-F5344CB8AC3E}">
        <p14:creationId xmlns:p14="http://schemas.microsoft.com/office/powerpoint/2010/main" val="239767846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wo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p:txBody>
          <a:bodyPr/>
          <a:lstStyle/>
          <a:p>
            <a:r>
              <a:rPr lang="en-US" dirty="0"/>
              <a:t>Two column layout</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2"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7070111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ext &amp;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lvl1pPr marL="0">
              <a:defRPr/>
            </a:lvl1p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52562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12" name="Content Placeholder 11">
            <a:extLst>
              <a:ext uri="{FF2B5EF4-FFF2-40B4-BE49-F238E27FC236}">
                <a16:creationId xmlns:a16="http://schemas.microsoft.com/office/drawing/2014/main" id="{F1A1DA74-29F3-41AC-BBC6-590B5DDEEA91}"/>
              </a:ext>
            </a:extLst>
          </p:cNvPr>
          <p:cNvSpPr>
            <a:spLocks noGrp="1"/>
          </p:cNvSpPr>
          <p:nvPr>
            <p:ph sz="quarter" idx="15"/>
          </p:nvPr>
        </p:nvSpPr>
        <p:spPr>
          <a:xfrm>
            <a:off x="6096000" y="1703388"/>
            <a:ext cx="5283200" cy="4211637"/>
          </a:xfrm>
          <a:prstGeom prst="rect">
            <a:avLst/>
          </a:prstGeom>
          <a:solidFill>
            <a:srgbClr val="F2DACC"/>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46700903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ext &amp; Content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5256212"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12" name="Content Placeholder 11">
            <a:extLst>
              <a:ext uri="{FF2B5EF4-FFF2-40B4-BE49-F238E27FC236}">
                <a16:creationId xmlns:a16="http://schemas.microsoft.com/office/drawing/2014/main" id="{F1A1DA74-29F3-41AC-BBC6-590B5DDEEA91}"/>
              </a:ext>
            </a:extLst>
          </p:cNvPr>
          <p:cNvSpPr>
            <a:spLocks noGrp="1"/>
          </p:cNvSpPr>
          <p:nvPr>
            <p:ph sz="quarter" idx="15"/>
          </p:nvPr>
        </p:nvSpPr>
        <p:spPr>
          <a:xfrm>
            <a:off x="6096000" y="1703388"/>
            <a:ext cx="5283200" cy="4211637"/>
          </a:xfrm>
          <a:prstGeom prst="rect">
            <a:avLst/>
          </a:prstGeom>
          <a:solidFill>
            <a:srgbClr val="F2DACC"/>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67847698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ext + Image">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60F4E0-D8E9-46A9-8F7E-1C3C546D60AE}"/>
              </a:ext>
            </a:extLst>
          </p:cNvPr>
          <p:cNvSpPr/>
          <p:nvPr userDrawn="1"/>
        </p:nvSpPr>
        <p:spPr>
          <a:xfrm>
            <a:off x="809305" y="537882"/>
            <a:ext cx="11382696" cy="57803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endParaRPr lang="en-AU" dirty="0"/>
          </a:p>
        </p:txBody>
      </p:sp>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a:xfrm>
            <a:off x="839545" y="958193"/>
            <a:ext cx="3427661" cy="744971"/>
          </a:xfrm>
        </p:spPr>
        <p:txBody>
          <a:bodyPr/>
          <a:lstStyle>
            <a:lvl1pPr>
              <a:defRPr/>
            </a:lvl1pPr>
          </a:lstStyle>
          <a:p>
            <a:r>
              <a:rPr lang="en-US" dirty="0"/>
              <a:t>Heading one line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3343666" cy="419641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31" name="Picture Placeholder 30">
            <a:extLst>
              <a:ext uri="{FF2B5EF4-FFF2-40B4-BE49-F238E27FC236}">
                <a16:creationId xmlns:a16="http://schemas.microsoft.com/office/drawing/2014/main" id="{46A6265F-71AA-4F67-96D7-4A5FFAAF4252}"/>
              </a:ext>
            </a:extLst>
          </p:cNvPr>
          <p:cNvSpPr>
            <a:spLocks noGrp="1" noChangeAspect="1"/>
          </p:cNvSpPr>
          <p:nvPr>
            <p:ph type="pic" sz="quarter" idx="14"/>
          </p:nvPr>
        </p:nvSpPr>
        <p:spPr>
          <a:xfrm>
            <a:off x="4381266" y="608669"/>
            <a:ext cx="8008547" cy="5638793"/>
          </a:xfrm>
          <a:custGeom>
            <a:avLst/>
            <a:gdLst>
              <a:gd name="connsiteX0" fmla="*/ 0 w 8008547"/>
              <a:gd name="connsiteY0" fmla="*/ 0 h 5638793"/>
              <a:gd name="connsiteX1" fmla="*/ 8008547 w 8008547"/>
              <a:gd name="connsiteY1" fmla="*/ 0 h 5638793"/>
              <a:gd name="connsiteX2" fmla="*/ 8008547 w 8008547"/>
              <a:gd name="connsiteY2" fmla="*/ 5638793 h 5638793"/>
              <a:gd name="connsiteX3" fmla="*/ 0 w 8008547"/>
              <a:gd name="connsiteY3" fmla="*/ 5638793 h 5638793"/>
              <a:gd name="connsiteX4" fmla="*/ 0 w 8008547"/>
              <a:gd name="connsiteY4" fmla="*/ 3462416 h 5638793"/>
              <a:gd name="connsiteX5" fmla="*/ 576325 w 8008547"/>
              <a:gd name="connsiteY5" fmla="*/ 2886162 h 5638793"/>
              <a:gd name="connsiteX6" fmla="*/ 594013 w 8008547"/>
              <a:gd name="connsiteY6" fmla="*/ 2861675 h 5638793"/>
              <a:gd name="connsiteX7" fmla="*/ 602857 w 8008547"/>
              <a:gd name="connsiteY7" fmla="*/ 2833890 h 5638793"/>
              <a:gd name="connsiteX8" fmla="*/ 602858 w 8008547"/>
              <a:gd name="connsiteY8" fmla="*/ 2805006 h 5638793"/>
              <a:gd name="connsiteX9" fmla="*/ 594016 w 8008547"/>
              <a:gd name="connsiteY9" fmla="*/ 2777220 h 5638793"/>
              <a:gd name="connsiteX10" fmla="*/ 576331 w 8008547"/>
              <a:gd name="connsiteY10" fmla="*/ 2752729 h 5638793"/>
              <a:gd name="connsiteX11" fmla="*/ 0 w 8008547"/>
              <a:gd name="connsiteY11" fmla="*/ 2176377 h 563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08547" h="5638793">
                <a:moveTo>
                  <a:pt x="0" y="0"/>
                </a:moveTo>
                <a:lnTo>
                  <a:pt x="8008547" y="0"/>
                </a:lnTo>
                <a:lnTo>
                  <a:pt x="8008547" y="5638793"/>
                </a:lnTo>
                <a:lnTo>
                  <a:pt x="0" y="5638793"/>
                </a:lnTo>
                <a:lnTo>
                  <a:pt x="0" y="3462416"/>
                </a:lnTo>
                <a:lnTo>
                  <a:pt x="576325" y="2886162"/>
                </a:lnTo>
                <a:lnTo>
                  <a:pt x="594013" y="2861675"/>
                </a:lnTo>
                <a:lnTo>
                  <a:pt x="602857" y="2833890"/>
                </a:lnTo>
                <a:cubicBezTo>
                  <a:pt x="602857" y="2824262"/>
                  <a:pt x="602858" y="2814633"/>
                  <a:pt x="602858" y="2805006"/>
                </a:cubicBezTo>
                <a:lnTo>
                  <a:pt x="594016" y="2777220"/>
                </a:lnTo>
                <a:lnTo>
                  <a:pt x="576331" y="2752729"/>
                </a:lnTo>
                <a:lnTo>
                  <a:pt x="0" y="2176377"/>
                </a:lnTo>
                <a:close/>
              </a:path>
            </a:pathLst>
          </a:custGeom>
          <a:solidFill>
            <a:srgbClr val="F2DACC"/>
          </a:solidFill>
        </p:spPr>
        <p:txBody>
          <a:bodyPr wrap="square">
            <a:noAutofit/>
          </a:bodyPr>
          <a:lstStyle/>
          <a:p>
            <a:endParaRPr lang="en-AU" dirty="0"/>
          </a:p>
        </p:txBody>
      </p:sp>
    </p:spTree>
    <p:extLst>
      <p:ext uri="{BB962C8B-B14F-4D97-AF65-F5344CB8AC3E}">
        <p14:creationId xmlns:p14="http://schemas.microsoft.com/office/powerpoint/2010/main" val="14865895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hree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8">
            <a:extLst>
              <a:ext uri="{FF2B5EF4-FFF2-40B4-BE49-F238E27FC236}">
                <a16:creationId xmlns:a16="http://schemas.microsoft.com/office/drawing/2014/main" id="{1C872DC2-A032-4EA2-8F93-61ECF9CE9711}"/>
              </a:ext>
            </a:extLst>
          </p:cNvPr>
          <p:cNvSpPr>
            <a:spLocks noGrp="1"/>
          </p:cNvSpPr>
          <p:nvPr>
            <p:ph type="body" sz="quarter" idx="15" hasCustomPrompt="1"/>
          </p:nvPr>
        </p:nvSpPr>
        <p:spPr>
          <a:xfrm>
            <a:off x="4471974" y="1718532"/>
            <a:ext cx="3265848" cy="2089739"/>
          </a:xfrm>
          <a:prstGeom prst="rect">
            <a:avLst/>
          </a:prstGeom>
          <a:solidFill>
            <a:schemeClr val="accent2"/>
          </a:solidFill>
        </p:spPr>
        <p:txBody>
          <a:bodyPr wrap="square" lIns="152400" tIns="152400" rIns="152400" bIns="152400">
            <a:spAutoFit/>
          </a:bodyPr>
          <a:lstStyle>
            <a:lvl1pPr marL="144000" indent="-144000">
              <a:buFontTx/>
              <a:buBlip>
                <a:blip r:embed="rId2"/>
              </a:buBlip>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b="0" i="0">
                <a:solidFill>
                  <a:schemeClr val="bg1"/>
                </a:solidFill>
              </a:defRPr>
            </a:lvl5pPr>
            <a:lvl6pPr>
              <a:defRPr/>
            </a:lvl6pPr>
          </a:lstStyle>
          <a:p>
            <a:pPr lvl="4"/>
            <a:r>
              <a:rPr lang="en-US" dirty="0"/>
              <a:t>Quote text to go here</a:t>
            </a:r>
          </a:p>
          <a:p>
            <a:pPr lvl="4"/>
            <a:r>
              <a:rPr lang="en-US" dirty="0" err="1"/>
              <a:t>Ressi</a:t>
            </a:r>
            <a:r>
              <a:rPr lang="en-US" dirty="0"/>
              <a:t> con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reptumcon</a:t>
            </a:r>
            <a:r>
              <a:rPr lang="en-US" dirty="0"/>
              <a:t>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a:t>
            </a:r>
            <a:endParaRPr lang="en-US" dirty="0"/>
          </a:p>
        </p:txBody>
      </p:sp>
    </p:spTree>
    <p:extLst>
      <p:ext uri="{BB962C8B-B14F-4D97-AF65-F5344CB8AC3E}">
        <p14:creationId xmlns:p14="http://schemas.microsoft.com/office/powerpoint/2010/main" val="35640474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woline Header - ThreeColumn +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a:xfrm>
            <a:off x="839545" y="958193"/>
            <a:ext cx="10539784" cy="1003957"/>
          </a:xfrm>
        </p:spPr>
        <p:txBody>
          <a:bodyPr/>
          <a:lstStyle>
            <a:lvl1pPr>
              <a:defRPr/>
            </a:lvl1pPr>
          </a:lstStyle>
          <a:p>
            <a:r>
              <a:rPr lang="en-US" dirty="0"/>
              <a:t>Two lines header on three column content</a:t>
            </a:r>
            <a:br>
              <a:rPr lang="en-US" dirty="0"/>
            </a:br>
            <a:r>
              <a:rPr lang="en-US" dirty="0"/>
              <a:t>with pullout box</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2241550"/>
            <a:ext cx="10539412" cy="3673624"/>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8">
            <a:extLst>
              <a:ext uri="{FF2B5EF4-FFF2-40B4-BE49-F238E27FC236}">
                <a16:creationId xmlns:a16="http://schemas.microsoft.com/office/drawing/2014/main" id="{1C872DC2-A032-4EA2-8F93-61ECF9CE9711}"/>
              </a:ext>
            </a:extLst>
          </p:cNvPr>
          <p:cNvSpPr>
            <a:spLocks noGrp="1"/>
          </p:cNvSpPr>
          <p:nvPr>
            <p:ph type="body" sz="quarter" idx="15" hasCustomPrompt="1"/>
          </p:nvPr>
        </p:nvSpPr>
        <p:spPr>
          <a:xfrm>
            <a:off x="4471974" y="2241550"/>
            <a:ext cx="3265848" cy="2089739"/>
          </a:xfrm>
          <a:prstGeom prst="rect">
            <a:avLst/>
          </a:prstGeom>
          <a:solidFill>
            <a:schemeClr val="accent2"/>
          </a:solidFill>
        </p:spPr>
        <p:txBody>
          <a:bodyPr wrap="square" lIns="152400" tIns="152400" rIns="152400" bIns="152400">
            <a:spAutoFit/>
          </a:bodyPr>
          <a:lstStyle>
            <a:lvl1pPr marL="144000" indent="-144000">
              <a:buFontTx/>
              <a:buBlip>
                <a:blip r:embed="rId2"/>
              </a:buBlip>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b="0" i="0">
                <a:solidFill>
                  <a:schemeClr val="bg1"/>
                </a:solidFill>
              </a:defRPr>
            </a:lvl5pPr>
            <a:lvl6pPr>
              <a:defRPr/>
            </a:lvl6pPr>
          </a:lstStyle>
          <a:p>
            <a:pPr lvl="4"/>
            <a:r>
              <a:rPr lang="en-US" dirty="0"/>
              <a:t>Quote text to go here</a:t>
            </a:r>
          </a:p>
          <a:p>
            <a:pPr lvl="4"/>
            <a:r>
              <a:rPr lang="en-US" dirty="0" err="1"/>
              <a:t>Ressi</a:t>
            </a:r>
            <a:r>
              <a:rPr lang="en-US" dirty="0"/>
              <a:t> con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reptumcon</a:t>
            </a:r>
            <a:r>
              <a:rPr lang="en-US" dirty="0"/>
              <a:t> </a:t>
            </a:r>
            <a:r>
              <a:rPr lang="en-US" dirty="0" err="1"/>
              <a:t>recusapit</a:t>
            </a:r>
            <a:r>
              <a:rPr lang="en-US" dirty="0"/>
              <a:t> </a:t>
            </a:r>
            <a:r>
              <a:rPr lang="en-US" dirty="0" err="1"/>
              <a:t>platem</a:t>
            </a:r>
            <a:r>
              <a:rPr lang="en-US" dirty="0"/>
              <a:t> </a:t>
            </a:r>
            <a:r>
              <a:rPr lang="en-US" dirty="0" err="1"/>
              <a:t>quis</a:t>
            </a:r>
            <a:r>
              <a:rPr lang="en-US" dirty="0"/>
              <a:t> et </a:t>
            </a:r>
            <a:r>
              <a:rPr lang="en-US" dirty="0" err="1"/>
              <a:t>hilictiur</a:t>
            </a:r>
            <a:r>
              <a:rPr lang="en-US" dirty="0"/>
              <a:t>, </a:t>
            </a:r>
            <a:r>
              <a:rPr lang="en-US" dirty="0" err="1"/>
              <a:t>te</a:t>
            </a:r>
            <a:r>
              <a:rPr lang="en-US" dirty="0"/>
              <a:t> </a:t>
            </a:r>
            <a:r>
              <a:rPr lang="en-US" dirty="0" err="1"/>
              <a:t>pratibus</a:t>
            </a:r>
            <a:r>
              <a:rPr lang="en-US" dirty="0"/>
              <a:t> </a:t>
            </a:r>
            <a:r>
              <a:rPr lang="en-US" dirty="0" err="1"/>
              <a:t>dolorem</a:t>
            </a:r>
            <a:r>
              <a:rPr lang="en-US" dirty="0"/>
              <a:t> </a:t>
            </a:r>
            <a:r>
              <a:rPr lang="en-US" dirty="0" err="1"/>
              <a:t>accullute</a:t>
            </a:r>
            <a:r>
              <a:rPr lang="en-US" dirty="0"/>
              <a:t> es </a:t>
            </a:r>
            <a:r>
              <a:rPr lang="en-US" dirty="0" err="1"/>
              <a:t>si</a:t>
            </a:r>
            <a:r>
              <a:rPr lang="en-US" dirty="0"/>
              <a:t> rem </a:t>
            </a:r>
            <a:r>
              <a:rPr lang="en-US" dirty="0" err="1"/>
              <a:t>reptum</a:t>
            </a:r>
            <a:endParaRPr lang="en-US" dirty="0"/>
          </a:p>
        </p:txBody>
      </p:sp>
    </p:spTree>
    <p:extLst>
      <p:ext uri="{BB962C8B-B14F-4D97-AF65-F5344CB8AC3E}">
        <p14:creationId xmlns:p14="http://schemas.microsoft.com/office/powerpoint/2010/main" val="40773250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hreeColumn - Si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718755"/>
            <a:ext cx="10539412" cy="4196419"/>
          </a:xfrm>
          <a:prstGeom prst="rect">
            <a:avLst/>
          </a:prstGeom>
        </p:spPr>
        <p:txBody>
          <a:bodyPr numCol="3" spcCol="304800"/>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8053297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almon">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DB26AB9-FA2C-470C-BC6A-8F93160FEBDF}"/>
              </a:ext>
            </a:extLst>
          </p:cNvPr>
          <p:cNvSpPr>
            <a:spLocks noGrp="1"/>
          </p:cNvSpPr>
          <p:nvPr>
            <p:ph type="pic" sz="quarter" idx="15" hasCustomPrompt="1"/>
          </p:nvPr>
        </p:nvSpPr>
        <p:spPr>
          <a:xfrm>
            <a:off x="0" y="0"/>
            <a:ext cx="12192000" cy="6858000"/>
          </a:xfrm>
          <a:solidFill>
            <a:srgbClr val="FFE8E4"/>
          </a:solidFill>
        </p:spPr>
        <p:txBody>
          <a:bodyPr/>
          <a:lstStyle>
            <a:lvl1pPr>
              <a:defRPr>
                <a:solidFill>
                  <a:schemeClr val="tx1"/>
                </a:solidFill>
              </a:defRPr>
            </a:lvl1pPr>
          </a:lstStyle>
          <a:p>
            <a:r>
              <a:rPr lang="en-US" dirty="0"/>
              <a:t>Insert picture</a:t>
            </a:r>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005841"/>
            <a:ext cx="3214052" cy="4838699"/>
          </a:xfrm>
          <a:prstGeom prst="rect">
            <a:avLst/>
          </a:prstGeom>
          <a:solidFill>
            <a:schemeClr val="accent1"/>
          </a:solidFill>
          <a:ln>
            <a:noFill/>
          </a:ln>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8" name="Content Placeholder 7">
            <a:extLst>
              <a:ext uri="{FF2B5EF4-FFF2-40B4-BE49-F238E27FC236}">
                <a16:creationId xmlns:a16="http://schemas.microsoft.com/office/drawing/2014/main" id="{F4A12B04-E393-4DCC-9166-7EF7BED4CE1D}"/>
              </a:ext>
            </a:extLst>
          </p:cNvPr>
          <p:cNvSpPr>
            <a:spLocks noGrp="1"/>
          </p:cNvSpPr>
          <p:nvPr>
            <p:ph sz="quarter" idx="14"/>
          </p:nvPr>
        </p:nvSpPr>
        <p:spPr>
          <a:xfrm rot="2700000">
            <a:off x="3575883" y="2948619"/>
            <a:ext cx="952420" cy="961491"/>
          </a:xfrm>
          <a:custGeom>
            <a:avLst/>
            <a:gdLst>
              <a:gd name="connsiteX0" fmla="*/ 0 w 1127179"/>
              <a:gd name="connsiteY0" fmla="*/ 126023 h 1124001"/>
              <a:gd name="connsiteX1" fmla="*/ 126023 w 1127179"/>
              <a:gd name="connsiteY1" fmla="*/ 0 h 1124001"/>
              <a:gd name="connsiteX2" fmla="*/ 1001156 w 1127179"/>
              <a:gd name="connsiteY2" fmla="*/ 0 h 1124001"/>
              <a:gd name="connsiteX3" fmla="*/ 1127179 w 1127179"/>
              <a:gd name="connsiteY3" fmla="*/ 126023 h 1124001"/>
              <a:gd name="connsiteX4" fmla="*/ 1127179 w 1127179"/>
              <a:gd name="connsiteY4" fmla="*/ 997978 h 1124001"/>
              <a:gd name="connsiteX5" fmla="*/ 1001156 w 1127179"/>
              <a:gd name="connsiteY5" fmla="*/ 1124001 h 1124001"/>
              <a:gd name="connsiteX6" fmla="*/ 126023 w 1127179"/>
              <a:gd name="connsiteY6" fmla="*/ 1124001 h 1124001"/>
              <a:gd name="connsiteX7" fmla="*/ 0 w 1127179"/>
              <a:gd name="connsiteY7" fmla="*/ 997978 h 1124001"/>
              <a:gd name="connsiteX8" fmla="*/ 0 w 1127179"/>
              <a:gd name="connsiteY8" fmla="*/ 126023 h 1124001"/>
              <a:gd name="connsiteX0" fmla="*/ 0 w 1127179"/>
              <a:gd name="connsiteY0" fmla="*/ 126023 h 1124001"/>
              <a:gd name="connsiteX1" fmla="*/ 126023 w 1127179"/>
              <a:gd name="connsiteY1" fmla="*/ 0 h 1124001"/>
              <a:gd name="connsiteX2" fmla="*/ 174779 w 1127179"/>
              <a:gd name="connsiteY2" fmla="*/ 3410 h 1124001"/>
              <a:gd name="connsiteX3" fmla="*/ 1001156 w 1127179"/>
              <a:gd name="connsiteY3" fmla="*/ 0 h 1124001"/>
              <a:gd name="connsiteX4" fmla="*/ 1127179 w 1127179"/>
              <a:gd name="connsiteY4" fmla="*/ 126023 h 1124001"/>
              <a:gd name="connsiteX5" fmla="*/ 1127179 w 1127179"/>
              <a:gd name="connsiteY5" fmla="*/ 997978 h 1124001"/>
              <a:gd name="connsiteX6" fmla="*/ 1001156 w 1127179"/>
              <a:gd name="connsiteY6" fmla="*/ 1124001 h 1124001"/>
              <a:gd name="connsiteX7" fmla="*/ 126023 w 1127179"/>
              <a:gd name="connsiteY7" fmla="*/ 1124001 h 1124001"/>
              <a:gd name="connsiteX8" fmla="*/ 0 w 1127179"/>
              <a:gd name="connsiteY8" fmla="*/ 997978 h 1124001"/>
              <a:gd name="connsiteX9" fmla="*/ 0 w 1127179"/>
              <a:gd name="connsiteY9"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127179 w 1127808"/>
              <a:gd name="connsiteY6" fmla="*/ 997978 h 1124001"/>
              <a:gd name="connsiteX7" fmla="*/ 1001156 w 1127808"/>
              <a:gd name="connsiteY7" fmla="*/ 1124001 h 1124001"/>
              <a:gd name="connsiteX8" fmla="*/ 126023 w 1127808"/>
              <a:gd name="connsiteY8" fmla="*/ 1124001 h 1124001"/>
              <a:gd name="connsiteX9" fmla="*/ 0 w 1127808"/>
              <a:gd name="connsiteY9" fmla="*/ 997978 h 1124001"/>
              <a:gd name="connsiteX10" fmla="*/ 0 w 1127808"/>
              <a:gd name="connsiteY10"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001156 w 1127808"/>
              <a:gd name="connsiteY6" fmla="*/ 1124001 h 1124001"/>
              <a:gd name="connsiteX7" fmla="*/ 126023 w 1127808"/>
              <a:gd name="connsiteY7" fmla="*/ 1124001 h 1124001"/>
              <a:gd name="connsiteX8" fmla="*/ 0 w 1127808"/>
              <a:gd name="connsiteY8" fmla="*/ 997978 h 1124001"/>
              <a:gd name="connsiteX9" fmla="*/ 0 w 1127808"/>
              <a:gd name="connsiteY9"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26023 w 1127808"/>
              <a:gd name="connsiteY6" fmla="*/ 1124001 h 1124001"/>
              <a:gd name="connsiteX7" fmla="*/ 0 w 1127808"/>
              <a:gd name="connsiteY7" fmla="*/ 997978 h 1124001"/>
              <a:gd name="connsiteX8" fmla="*/ 0 w 1127808"/>
              <a:gd name="connsiteY8" fmla="*/ 126023 h 1124001"/>
              <a:gd name="connsiteX0" fmla="*/ 0 w 1127808"/>
              <a:gd name="connsiteY0" fmla="*/ 126023 h 1082383"/>
              <a:gd name="connsiteX1" fmla="*/ 126023 w 1127808"/>
              <a:gd name="connsiteY1" fmla="*/ 0 h 1082383"/>
              <a:gd name="connsiteX2" fmla="*/ 174779 w 1127808"/>
              <a:gd name="connsiteY2" fmla="*/ 3410 h 1082383"/>
              <a:gd name="connsiteX3" fmla="*/ 1001156 w 1127808"/>
              <a:gd name="connsiteY3" fmla="*/ 0 h 1082383"/>
              <a:gd name="connsiteX4" fmla="*/ 1127179 w 1127808"/>
              <a:gd name="connsiteY4" fmla="*/ 126023 h 1082383"/>
              <a:gd name="connsiteX5" fmla="*/ 1127808 w 1127808"/>
              <a:gd name="connsiteY5" fmla="*/ 949705 h 1082383"/>
              <a:gd name="connsiteX6" fmla="*/ 0 w 1127808"/>
              <a:gd name="connsiteY6" fmla="*/ 997978 h 1082383"/>
              <a:gd name="connsiteX7" fmla="*/ 0 w 1127808"/>
              <a:gd name="connsiteY7" fmla="*/ 126023 h 1082383"/>
              <a:gd name="connsiteX0" fmla="*/ 0 w 1127808"/>
              <a:gd name="connsiteY0" fmla="*/ 126023 h 949705"/>
              <a:gd name="connsiteX1" fmla="*/ 126023 w 1127808"/>
              <a:gd name="connsiteY1" fmla="*/ 0 h 949705"/>
              <a:gd name="connsiteX2" fmla="*/ 174779 w 1127808"/>
              <a:gd name="connsiteY2" fmla="*/ 3410 h 949705"/>
              <a:gd name="connsiteX3" fmla="*/ 1001156 w 1127808"/>
              <a:gd name="connsiteY3" fmla="*/ 0 h 949705"/>
              <a:gd name="connsiteX4" fmla="*/ 1127179 w 1127808"/>
              <a:gd name="connsiteY4" fmla="*/ 126023 h 949705"/>
              <a:gd name="connsiteX5" fmla="*/ 1127808 w 1127808"/>
              <a:gd name="connsiteY5" fmla="*/ 949705 h 949705"/>
              <a:gd name="connsiteX6" fmla="*/ 0 w 1127808"/>
              <a:gd name="connsiteY6" fmla="*/ 126023 h 949705"/>
              <a:gd name="connsiteX0" fmla="*/ 1001785 w 1001785"/>
              <a:gd name="connsiteY0" fmla="*/ 949705 h 949705"/>
              <a:gd name="connsiteX1" fmla="*/ 0 w 1001785"/>
              <a:gd name="connsiteY1" fmla="*/ 0 h 949705"/>
              <a:gd name="connsiteX2" fmla="*/ 48756 w 1001785"/>
              <a:gd name="connsiteY2" fmla="*/ 3410 h 949705"/>
              <a:gd name="connsiteX3" fmla="*/ 875133 w 1001785"/>
              <a:gd name="connsiteY3" fmla="*/ 0 h 949705"/>
              <a:gd name="connsiteX4" fmla="*/ 1001156 w 1001785"/>
              <a:gd name="connsiteY4" fmla="*/ 126023 h 949705"/>
              <a:gd name="connsiteX5" fmla="*/ 1001785 w 1001785"/>
              <a:gd name="connsiteY5"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1345 w 952420"/>
              <a:gd name="connsiteY0" fmla="*/ 961491 h 961491"/>
              <a:gd name="connsiteX1" fmla="*/ 0 w 952420"/>
              <a:gd name="connsiteY1" fmla="*/ 3410 h 961491"/>
              <a:gd name="connsiteX2" fmla="*/ 826377 w 952420"/>
              <a:gd name="connsiteY2" fmla="*/ 0 h 961491"/>
              <a:gd name="connsiteX3" fmla="*/ 952400 w 952420"/>
              <a:gd name="connsiteY3" fmla="*/ 126023 h 961491"/>
              <a:gd name="connsiteX4" fmla="*/ 951345 w 952420"/>
              <a:gd name="connsiteY4" fmla="*/ 961491 h 961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420" h="961491">
                <a:moveTo>
                  <a:pt x="951345" y="961491"/>
                </a:moveTo>
                <a:cubicBezTo>
                  <a:pt x="947522" y="957893"/>
                  <a:pt x="903" y="3417"/>
                  <a:pt x="0" y="3410"/>
                </a:cubicBezTo>
                <a:lnTo>
                  <a:pt x="826377" y="0"/>
                </a:lnTo>
                <a:cubicBezTo>
                  <a:pt x="895978" y="0"/>
                  <a:pt x="952400" y="56422"/>
                  <a:pt x="952400" y="126023"/>
                </a:cubicBezTo>
                <a:cubicBezTo>
                  <a:pt x="952610" y="400584"/>
                  <a:pt x="951135" y="686930"/>
                  <a:pt x="951345" y="961491"/>
                </a:cubicBezTo>
                <a:close/>
              </a:path>
            </a:pathLst>
          </a:custGeom>
          <a:solidFill>
            <a:schemeClr val="accent1"/>
          </a:solid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06741703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Navy">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DB26AB9-FA2C-470C-BC6A-8F93160FEBDF}"/>
              </a:ext>
            </a:extLst>
          </p:cNvPr>
          <p:cNvSpPr>
            <a:spLocks noGrp="1"/>
          </p:cNvSpPr>
          <p:nvPr>
            <p:ph type="pic" sz="quarter" idx="15" hasCustomPrompt="1"/>
          </p:nvPr>
        </p:nvSpPr>
        <p:spPr>
          <a:xfrm>
            <a:off x="0" y="0"/>
            <a:ext cx="12192000" cy="6858000"/>
          </a:xfrm>
          <a:solidFill>
            <a:srgbClr val="C5CBD5"/>
          </a:solidFill>
        </p:spPr>
        <p:txBody>
          <a:bodyPr/>
          <a:lstStyle>
            <a:lvl1pPr>
              <a:defRPr>
                <a:solidFill>
                  <a:schemeClr val="tx1"/>
                </a:solidFill>
              </a:defRPr>
            </a:lvl1pPr>
          </a:lstStyle>
          <a:p>
            <a:r>
              <a:rPr lang="en-US" dirty="0"/>
              <a:t>Insert picture</a:t>
            </a:r>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005841"/>
            <a:ext cx="3214052" cy="4838699"/>
          </a:xfrm>
          <a:prstGeom prst="rect">
            <a:avLst/>
          </a:prstGeom>
          <a:solidFill>
            <a:schemeClr val="tx2"/>
          </a:solidFill>
          <a:ln>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8" name="Content Placeholder 7">
            <a:extLst>
              <a:ext uri="{FF2B5EF4-FFF2-40B4-BE49-F238E27FC236}">
                <a16:creationId xmlns:a16="http://schemas.microsoft.com/office/drawing/2014/main" id="{F4A12B04-E393-4DCC-9166-7EF7BED4CE1D}"/>
              </a:ext>
            </a:extLst>
          </p:cNvPr>
          <p:cNvSpPr>
            <a:spLocks noGrp="1"/>
          </p:cNvSpPr>
          <p:nvPr>
            <p:ph sz="quarter" idx="14"/>
          </p:nvPr>
        </p:nvSpPr>
        <p:spPr>
          <a:xfrm rot="2700000">
            <a:off x="3575883" y="2948619"/>
            <a:ext cx="952420" cy="961491"/>
          </a:xfrm>
          <a:custGeom>
            <a:avLst/>
            <a:gdLst>
              <a:gd name="connsiteX0" fmla="*/ 0 w 1127179"/>
              <a:gd name="connsiteY0" fmla="*/ 126023 h 1124001"/>
              <a:gd name="connsiteX1" fmla="*/ 126023 w 1127179"/>
              <a:gd name="connsiteY1" fmla="*/ 0 h 1124001"/>
              <a:gd name="connsiteX2" fmla="*/ 1001156 w 1127179"/>
              <a:gd name="connsiteY2" fmla="*/ 0 h 1124001"/>
              <a:gd name="connsiteX3" fmla="*/ 1127179 w 1127179"/>
              <a:gd name="connsiteY3" fmla="*/ 126023 h 1124001"/>
              <a:gd name="connsiteX4" fmla="*/ 1127179 w 1127179"/>
              <a:gd name="connsiteY4" fmla="*/ 997978 h 1124001"/>
              <a:gd name="connsiteX5" fmla="*/ 1001156 w 1127179"/>
              <a:gd name="connsiteY5" fmla="*/ 1124001 h 1124001"/>
              <a:gd name="connsiteX6" fmla="*/ 126023 w 1127179"/>
              <a:gd name="connsiteY6" fmla="*/ 1124001 h 1124001"/>
              <a:gd name="connsiteX7" fmla="*/ 0 w 1127179"/>
              <a:gd name="connsiteY7" fmla="*/ 997978 h 1124001"/>
              <a:gd name="connsiteX8" fmla="*/ 0 w 1127179"/>
              <a:gd name="connsiteY8" fmla="*/ 126023 h 1124001"/>
              <a:gd name="connsiteX0" fmla="*/ 0 w 1127179"/>
              <a:gd name="connsiteY0" fmla="*/ 126023 h 1124001"/>
              <a:gd name="connsiteX1" fmla="*/ 126023 w 1127179"/>
              <a:gd name="connsiteY1" fmla="*/ 0 h 1124001"/>
              <a:gd name="connsiteX2" fmla="*/ 174779 w 1127179"/>
              <a:gd name="connsiteY2" fmla="*/ 3410 h 1124001"/>
              <a:gd name="connsiteX3" fmla="*/ 1001156 w 1127179"/>
              <a:gd name="connsiteY3" fmla="*/ 0 h 1124001"/>
              <a:gd name="connsiteX4" fmla="*/ 1127179 w 1127179"/>
              <a:gd name="connsiteY4" fmla="*/ 126023 h 1124001"/>
              <a:gd name="connsiteX5" fmla="*/ 1127179 w 1127179"/>
              <a:gd name="connsiteY5" fmla="*/ 997978 h 1124001"/>
              <a:gd name="connsiteX6" fmla="*/ 1001156 w 1127179"/>
              <a:gd name="connsiteY6" fmla="*/ 1124001 h 1124001"/>
              <a:gd name="connsiteX7" fmla="*/ 126023 w 1127179"/>
              <a:gd name="connsiteY7" fmla="*/ 1124001 h 1124001"/>
              <a:gd name="connsiteX8" fmla="*/ 0 w 1127179"/>
              <a:gd name="connsiteY8" fmla="*/ 997978 h 1124001"/>
              <a:gd name="connsiteX9" fmla="*/ 0 w 1127179"/>
              <a:gd name="connsiteY9"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127179 w 1127808"/>
              <a:gd name="connsiteY6" fmla="*/ 997978 h 1124001"/>
              <a:gd name="connsiteX7" fmla="*/ 1001156 w 1127808"/>
              <a:gd name="connsiteY7" fmla="*/ 1124001 h 1124001"/>
              <a:gd name="connsiteX8" fmla="*/ 126023 w 1127808"/>
              <a:gd name="connsiteY8" fmla="*/ 1124001 h 1124001"/>
              <a:gd name="connsiteX9" fmla="*/ 0 w 1127808"/>
              <a:gd name="connsiteY9" fmla="*/ 997978 h 1124001"/>
              <a:gd name="connsiteX10" fmla="*/ 0 w 1127808"/>
              <a:gd name="connsiteY10"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001156 w 1127808"/>
              <a:gd name="connsiteY6" fmla="*/ 1124001 h 1124001"/>
              <a:gd name="connsiteX7" fmla="*/ 126023 w 1127808"/>
              <a:gd name="connsiteY7" fmla="*/ 1124001 h 1124001"/>
              <a:gd name="connsiteX8" fmla="*/ 0 w 1127808"/>
              <a:gd name="connsiteY8" fmla="*/ 997978 h 1124001"/>
              <a:gd name="connsiteX9" fmla="*/ 0 w 1127808"/>
              <a:gd name="connsiteY9"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26023 w 1127808"/>
              <a:gd name="connsiteY6" fmla="*/ 1124001 h 1124001"/>
              <a:gd name="connsiteX7" fmla="*/ 0 w 1127808"/>
              <a:gd name="connsiteY7" fmla="*/ 997978 h 1124001"/>
              <a:gd name="connsiteX8" fmla="*/ 0 w 1127808"/>
              <a:gd name="connsiteY8" fmla="*/ 126023 h 1124001"/>
              <a:gd name="connsiteX0" fmla="*/ 0 w 1127808"/>
              <a:gd name="connsiteY0" fmla="*/ 126023 h 1082383"/>
              <a:gd name="connsiteX1" fmla="*/ 126023 w 1127808"/>
              <a:gd name="connsiteY1" fmla="*/ 0 h 1082383"/>
              <a:gd name="connsiteX2" fmla="*/ 174779 w 1127808"/>
              <a:gd name="connsiteY2" fmla="*/ 3410 h 1082383"/>
              <a:gd name="connsiteX3" fmla="*/ 1001156 w 1127808"/>
              <a:gd name="connsiteY3" fmla="*/ 0 h 1082383"/>
              <a:gd name="connsiteX4" fmla="*/ 1127179 w 1127808"/>
              <a:gd name="connsiteY4" fmla="*/ 126023 h 1082383"/>
              <a:gd name="connsiteX5" fmla="*/ 1127808 w 1127808"/>
              <a:gd name="connsiteY5" fmla="*/ 949705 h 1082383"/>
              <a:gd name="connsiteX6" fmla="*/ 0 w 1127808"/>
              <a:gd name="connsiteY6" fmla="*/ 997978 h 1082383"/>
              <a:gd name="connsiteX7" fmla="*/ 0 w 1127808"/>
              <a:gd name="connsiteY7" fmla="*/ 126023 h 1082383"/>
              <a:gd name="connsiteX0" fmla="*/ 0 w 1127808"/>
              <a:gd name="connsiteY0" fmla="*/ 126023 h 949705"/>
              <a:gd name="connsiteX1" fmla="*/ 126023 w 1127808"/>
              <a:gd name="connsiteY1" fmla="*/ 0 h 949705"/>
              <a:gd name="connsiteX2" fmla="*/ 174779 w 1127808"/>
              <a:gd name="connsiteY2" fmla="*/ 3410 h 949705"/>
              <a:gd name="connsiteX3" fmla="*/ 1001156 w 1127808"/>
              <a:gd name="connsiteY3" fmla="*/ 0 h 949705"/>
              <a:gd name="connsiteX4" fmla="*/ 1127179 w 1127808"/>
              <a:gd name="connsiteY4" fmla="*/ 126023 h 949705"/>
              <a:gd name="connsiteX5" fmla="*/ 1127808 w 1127808"/>
              <a:gd name="connsiteY5" fmla="*/ 949705 h 949705"/>
              <a:gd name="connsiteX6" fmla="*/ 0 w 1127808"/>
              <a:gd name="connsiteY6" fmla="*/ 126023 h 949705"/>
              <a:gd name="connsiteX0" fmla="*/ 1001785 w 1001785"/>
              <a:gd name="connsiteY0" fmla="*/ 949705 h 949705"/>
              <a:gd name="connsiteX1" fmla="*/ 0 w 1001785"/>
              <a:gd name="connsiteY1" fmla="*/ 0 h 949705"/>
              <a:gd name="connsiteX2" fmla="*/ 48756 w 1001785"/>
              <a:gd name="connsiteY2" fmla="*/ 3410 h 949705"/>
              <a:gd name="connsiteX3" fmla="*/ 875133 w 1001785"/>
              <a:gd name="connsiteY3" fmla="*/ 0 h 949705"/>
              <a:gd name="connsiteX4" fmla="*/ 1001156 w 1001785"/>
              <a:gd name="connsiteY4" fmla="*/ 126023 h 949705"/>
              <a:gd name="connsiteX5" fmla="*/ 1001785 w 1001785"/>
              <a:gd name="connsiteY5"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1345 w 952420"/>
              <a:gd name="connsiteY0" fmla="*/ 961491 h 961491"/>
              <a:gd name="connsiteX1" fmla="*/ 0 w 952420"/>
              <a:gd name="connsiteY1" fmla="*/ 3410 h 961491"/>
              <a:gd name="connsiteX2" fmla="*/ 826377 w 952420"/>
              <a:gd name="connsiteY2" fmla="*/ 0 h 961491"/>
              <a:gd name="connsiteX3" fmla="*/ 952400 w 952420"/>
              <a:gd name="connsiteY3" fmla="*/ 126023 h 961491"/>
              <a:gd name="connsiteX4" fmla="*/ 951345 w 952420"/>
              <a:gd name="connsiteY4" fmla="*/ 961491 h 961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420" h="961491">
                <a:moveTo>
                  <a:pt x="951345" y="961491"/>
                </a:moveTo>
                <a:cubicBezTo>
                  <a:pt x="947522" y="957893"/>
                  <a:pt x="903" y="3417"/>
                  <a:pt x="0" y="3410"/>
                </a:cubicBezTo>
                <a:lnTo>
                  <a:pt x="826377" y="0"/>
                </a:lnTo>
                <a:cubicBezTo>
                  <a:pt x="895978" y="0"/>
                  <a:pt x="952400" y="56422"/>
                  <a:pt x="952400" y="126023"/>
                </a:cubicBezTo>
                <a:cubicBezTo>
                  <a:pt x="952610" y="400584"/>
                  <a:pt x="951135" y="686930"/>
                  <a:pt x="951345" y="961491"/>
                </a:cubicBezTo>
                <a:close/>
              </a:path>
            </a:pathLst>
          </a:custGeom>
          <a:solidFill>
            <a:schemeClr val="tx2"/>
          </a:solid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7484349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Grey">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DB26AB9-FA2C-470C-BC6A-8F93160FEBDF}"/>
              </a:ext>
            </a:extLst>
          </p:cNvPr>
          <p:cNvSpPr>
            <a:spLocks noGrp="1"/>
          </p:cNvSpPr>
          <p:nvPr>
            <p:ph type="pic" sz="quarter" idx="15" hasCustomPrompt="1"/>
          </p:nvPr>
        </p:nvSpPr>
        <p:spPr>
          <a:xfrm>
            <a:off x="0" y="0"/>
            <a:ext cx="12192000" cy="6858000"/>
          </a:xfrm>
          <a:solidFill>
            <a:schemeClr val="accent6">
              <a:lumMod val="20000"/>
              <a:lumOff val="80000"/>
            </a:schemeClr>
          </a:solidFill>
        </p:spPr>
        <p:txBody>
          <a:bodyPr/>
          <a:lstStyle>
            <a:lvl1pPr>
              <a:defRPr>
                <a:solidFill>
                  <a:schemeClr val="tx1"/>
                </a:solidFill>
              </a:defRPr>
            </a:lvl1pPr>
          </a:lstStyle>
          <a:p>
            <a:r>
              <a:rPr lang="en-US" dirty="0"/>
              <a:t>Insert picture</a:t>
            </a:r>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005841"/>
            <a:ext cx="3214052" cy="4838699"/>
          </a:xfrm>
          <a:prstGeom prst="rect">
            <a:avLst/>
          </a:prstGeom>
          <a:solidFill>
            <a:schemeClr val="accent6"/>
          </a:solidFill>
          <a:ln>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8" name="Content Placeholder 7">
            <a:extLst>
              <a:ext uri="{FF2B5EF4-FFF2-40B4-BE49-F238E27FC236}">
                <a16:creationId xmlns:a16="http://schemas.microsoft.com/office/drawing/2014/main" id="{F4A12B04-E393-4DCC-9166-7EF7BED4CE1D}"/>
              </a:ext>
            </a:extLst>
          </p:cNvPr>
          <p:cNvSpPr>
            <a:spLocks noGrp="1"/>
          </p:cNvSpPr>
          <p:nvPr>
            <p:ph sz="quarter" idx="14"/>
          </p:nvPr>
        </p:nvSpPr>
        <p:spPr>
          <a:xfrm rot="2700000">
            <a:off x="3575883" y="2948619"/>
            <a:ext cx="952420" cy="961491"/>
          </a:xfrm>
          <a:custGeom>
            <a:avLst/>
            <a:gdLst>
              <a:gd name="connsiteX0" fmla="*/ 0 w 1127179"/>
              <a:gd name="connsiteY0" fmla="*/ 126023 h 1124001"/>
              <a:gd name="connsiteX1" fmla="*/ 126023 w 1127179"/>
              <a:gd name="connsiteY1" fmla="*/ 0 h 1124001"/>
              <a:gd name="connsiteX2" fmla="*/ 1001156 w 1127179"/>
              <a:gd name="connsiteY2" fmla="*/ 0 h 1124001"/>
              <a:gd name="connsiteX3" fmla="*/ 1127179 w 1127179"/>
              <a:gd name="connsiteY3" fmla="*/ 126023 h 1124001"/>
              <a:gd name="connsiteX4" fmla="*/ 1127179 w 1127179"/>
              <a:gd name="connsiteY4" fmla="*/ 997978 h 1124001"/>
              <a:gd name="connsiteX5" fmla="*/ 1001156 w 1127179"/>
              <a:gd name="connsiteY5" fmla="*/ 1124001 h 1124001"/>
              <a:gd name="connsiteX6" fmla="*/ 126023 w 1127179"/>
              <a:gd name="connsiteY6" fmla="*/ 1124001 h 1124001"/>
              <a:gd name="connsiteX7" fmla="*/ 0 w 1127179"/>
              <a:gd name="connsiteY7" fmla="*/ 997978 h 1124001"/>
              <a:gd name="connsiteX8" fmla="*/ 0 w 1127179"/>
              <a:gd name="connsiteY8" fmla="*/ 126023 h 1124001"/>
              <a:gd name="connsiteX0" fmla="*/ 0 w 1127179"/>
              <a:gd name="connsiteY0" fmla="*/ 126023 h 1124001"/>
              <a:gd name="connsiteX1" fmla="*/ 126023 w 1127179"/>
              <a:gd name="connsiteY1" fmla="*/ 0 h 1124001"/>
              <a:gd name="connsiteX2" fmla="*/ 174779 w 1127179"/>
              <a:gd name="connsiteY2" fmla="*/ 3410 h 1124001"/>
              <a:gd name="connsiteX3" fmla="*/ 1001156 w 1127179"/>
              <a:gd name="connsiteY3" fmla="*/ 0 h 1124001"/>
              <a:gd name="connsiteX4" fmla="*/ 1127179 w 1127179"/>
              <a:gd name="connsiteY4" fmla="*/ 126023 h 1124001"/>
              <a:gd name="connsiteX5" fmla="*/ 1127179 w 1127179"/>
              <a:gd name="connsiteY5" fmla="*/ 997978 h 1124001"/>
              <a:gd name="connsiteX6" fmla="*/ 1001156 w 1127179"/>
              <a:gd name="connsiteY6" fmla="*/ 1124001 h 1124001"/>
              <a:gd name="connsiteX7" fmla="*/ 126023 w 1127179"/>
              <a:gd name="connsiteY7" fmla="*/ 1124001 h 1124001"/>
              <a:gd name="connsiteX8" fmla="*/ 0 w 1127179"/>
              <a:gd name="connsiteY8" fmla="*/ 997978 h 1124001"/>
              <a:gd name="connsiteX9" fmla="*/ 0 w 1127179"/>
              <a:gd name="connsiteY9"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127179 w 1127808"/>
              <a:gd name="connsiteY6" fmla="*/ 997978 h 1124001"/>
              <a:gd name="connsiteX7" fmla="*/ 1001156 w 1127808"/>
              <a:gd name="connsiteY7" fmla="*/ 1124001 h 1124001"/>
              <a:gd name="connsiteX8" fmla="*/ 126023 w 1127808"/>
              <a:gd name="connsiteY8" fmla="*/ 1124001 h 1124001"/>
              <a:gd name="connsiteX9" fmla="*/ 0 w 1127808"/>
              <a:gd name="connsiteY9" fmla="*/ 997978 h 1124001"/>
              <a:gd name="connsiteX10" fmla="*/ 0 w 1127808"/>
              <a:gd name="connsiteY10"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001156 w 1127808"/>
              <a:gd name="connsiteY6" fmla="*/ 1124001 h 1124001"/>
              <a:gd name="connsiteX7" fmla="*/ 126023 w 1127808"/>
              <a:gd name="connsiteY7" fmla="*/ 1124001 h 1124001"/>
              <a:gd name="connsiteX8" fmla="*/ 0 w 1127808"/>
              <a:gd name="connsiteY8" fmla="*/ 997978 h 1124001"/>
              <a:gd name="connsiteX9" fmla="*/ 0 w 1127808"/>
              <a:gd name="connsiteY9"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26023 w 1127808"/>
              <a:gd name="connsiteY6" fmla="*/ 1124001 h 1124001"/>
              <a:gd name="connsiteX7" fmla="*/ 0 w 1127808"/>
              <a:gd name="connsiteY7" fmla="*/ 997978 h 1124001"/>
              <a:gd name="connsiteX8" fmla="*/ 0 w 1127808"/>
              <a:gd name="connsiteY8" fmla="*/ 126023 h 1124001"/>
              <a:gd name="connsiteX0" fmla="*/ 0 w 1127808"/>
              <a:gd name="connsiteY0" fmla="*/ 126023 h 1082383"/>
              <a:gd name="connsiteX1" fmla="*/ 126023 w 1127808"/>
              <a:gd name="connsiteY1" fmla="*/ 0 h 1082383"/>
              <a:gd name="connsiteX2" fmla="*/ 174779 w 1127808"/>
              <a:gd name="connsiteY2" fmla="*/ 3410 h 1082383"/>
              <a:gd name="connsiteX3" fmla="*/ 1001156 w 1127808"/>
              <a:gd name="connsiteY3" fmla="*/ 0 h 1082383"/>
              <a:gd name="connsiteX4" fmla="*/ 1127179 w 1127808"/>
              <a:gd name="connsiteY4" fmla="*/ 126023 h 1082383"/>
              <a:gd name="connsiteX5" fmla="*/ 1127808 w 1127808"/>
              <a:gd name="connsiteY5" fmla="*/ 949705 h 1082383"/>
              <a:gd name="connsiteX6" fmla="*/ 0 w 1127808"/>
              <a:gd name="connsiteY6" fmla="*/ 997978 h 1082383"/>
              <a:gd name="connsiteX7" fmla="*/ 0 w 1127808"/>
              <a:gd name="connsiteY7" fmla="*/ 126023 h 1082383"/>
              <a:gd name="connsiteX0" fmla="*/ 0 w 1127808"/>
              <a:gd name="connsiteY0" fmla="*/ 126023 h 949705"/>
              <a:gd name="connsiteX1" fmla="*/ 126023 w 1127808"/>
              <a:gd name="connsiteY1" fmla="*/ 0 h 949705"/>
              <a:gd name="connsiteX2" fmla="*/ 174779 w 1127808"/>
              <a:gd name="connsiteY2" fmla="*/ 3410 h 949705"/>
              <a:gd name="connsiteX3" fmla="*/ 1001156 w 1127808"/>
              <a:gd name="connsiteY3" fmla="*/ 0 h 949705"/>
              <a:gd name="connsiteX4" fmla="*/ 1127179 w 1127808"/>
              <a:gd name="connsiteY4" fmla="*/ 126023 h 949705"/>
              <a:gd name="connsiteX5" fmla="*/ 1127808 w 1127808"/>
              <a:gd name="connsiteY5" fmla="*/ 949705 h 949705"/>
              <a:gd name="connsiteX6" fmla="*/ 0 w 1127808"/>
              <a:gd name="connsiteY6" fmla="*/ 126023 h 949705"/>
              <a:gd name="connsiteX0" fmla="*/ 1001785 w 1001785"/>
              <a:gd name="connsiteY0" fmla="*/ 949705 h 949705"/>
              <a:gd name="connsiteX1" fmla="*/ 0 w 1001785"/>
              <a:gd name="connsiteY1" fmla="*/ 0 h 949705"/>
              <a:gd name="connsiteX2" fmla="*/ 48756 w 1001785"/>
              <a:gd name="connsiteY2" fmla="*/ 3410 h 949705"/>
              <a:gd name="connsiteX3" fmla="*/ 875133 w 1001785"/>
              <a:gd name="connsiteY3" fmla="*/ 0 h 949705"/>
              <a:gd name="connsiteX4" fmla="*/ 1001156 w 1001785"/>
              <a:gd name="connsiteY4" fmla="*/ 126023 h 949705"/>
              <a:gd name="connsiteX5" fmla="*/ 1001785 w 1001785"/>
              <a:gd name="connsiteY5"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1345 w 952420"/>
              <a:gd name="connsiteY0" fmla="*/ 961491 h 961491"/>
              <a:gd name="connsiteX1" fmla="*/ 0 w 952420"/>
              <a:gd name="connsiteY1" fmla="*/ 3410 h 961491"/>
              <a:gd name="connsiteX2" fmla="*/ 826377 w 952420"/>
              <a:gd name="connsiteY2" fmla="*/ 0 h 961491"/>
              <a:gd name="connsiteX3" fmla="*/ 952400 w 952420"/>
              <a:gd name="connsiteY3" fmla="*/ 126023 h 961491"/>
              <a:gd name="connsiteX4" fmla="*/ 951345 w 952420"/>
              <a:gd name="connsiteY4" fmla="*/ 961491 h 961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420" h="961491">
                <a:moveTo>
                  <a:pt x="951345" y="961491"/>
                </a:moveTo>
                <a:cubicBezTo>
                  <a:pt x="947522" y="957893"/>
                  <a:pt x="903" y="3417"/>
                  <a:pt x="0" y="3410"/>
                </a:cubicBezTo>
                <a:lnTo>
                  <a:pt x="826377" y="0"/>
                </a:lnTo>
                <a:cubicBezTo>
                  <a:pt x="895978" y="0"/>
                  <a:pt x="952400" y="56422"/>
                  <a:pt x="952400" y="126023"/>
                </a:cubicBezTo>
                <a:cubicBezTo>
                  <a:pt x="952610" y="400584"/>
                  <a:pt x="951135" y="686930"/>
                  <a:pt x="951345" y="961491"/>
                </a:cubicBezTo>
                <a:close/>
              </a:path>
            </a:pathLst>
          </a:custGeom>
          <a:solidFill>
            <a:schemeClr val="accent6"/>
          </a:solid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33327430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Grap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DB26AB9-FA2C-470C-BC6A-8F93160FEBDF}"/>
              </a:ext>
            </a:extLst>
          </p:cNvPr>
          <p:cNvSpPr>
            <a:spLocks noGrp="1"/>
          </p:cNvSpPr>
          <p:nvPr>
            <p:ph type="pic" sz="quarter" idx="15" hasCustomPrompt="1"/>
          </p:nvPr>
        </p:nvSpPr>
        <p:spPr>
          <a:xfrm>
            <a:off x="0" y="0"/>
            <a:ext cx="12192000" cy="6858000"/>
          </a:xfrm>
          <a:solidFill>
            <a:srgbClr val="EAE2EA"/>
          </a:solidFill>
        </p:spPr>
        <p:txBody>
          <a:bodyPr/>
          <a:lstStyle>
            <a:lvl1pPr>
              <a:defRPr>
                <a:solidFill>
                  <a:schemeClr val="tx1"/>
                </a:solidFill>
              </a:defRPr>
            </a:lvl1pPr>
          </a:lstStyle>
          <a:p>
            <a:r>
              <a:rPr lang="en-US" dirty="0"/>
              <a:t>Insert picture</a:t>
            </a:r>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005841"/>
            <a:ext cx="3214052" cy="4838699"/>
          </a:xfrm>
          <a:prstGeom prst="rect">
            <a:avLst/>
          </a:prstGeom>
          <a:solidFill>
            <a:schemeClr val="accent5"/>
          </a:solidFill>
          <a:ln>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8" name="Content Placeholder 7">
            <a:extLst>
              <a:ext uri="{FF2B5EF4-FFF2-40B4-BE49-F238E27FC236}">
                <a16:creationId xmlns:a16="http://schemas.microsoft.com/office/drawing/2014/main" id="{F4A12B04-E393-4DCC-9166-7EF7BED4CE1D}"/>
              </a:ext>
            </a:extLst>
          </p:cNvPr>
          <p:cNvSpPr>
            <a:spLocks noGrp="1"/>
          </p:cNvSpPr>
          <p:nvPr>
            <p:ph sz="quarter" idx="14"/>
          </p:nvPr>
        </p:nvSpPr>
        <p:spPr>
          <a:xfrm rot="2700000">
            <a:off x="3575883" y="2948619"/>
            <a:ext cx="952420" cy="961491"/>
          </a:xfrm>
          <a:custGeom>
            <a:avLst/>
            <a:gdLst>
              <a:gd name="connsiteX0" fmla="*/ 0 w 1127179"/>
              <a:gd name="connsiteY0" fmla="*/ 126023 h 1124001"/>
              <a:gd name="connsiteX1" fmla="*/ 126023 w 1127179"/>
              <a:gd name="connsiteY1" fmla="*/ 0 h 1124001"/>
              <a:gd name="connsiteX2" fmla="*/ 1001156 w 1127179"/>
              <a:gd name="connsiteY2" fmla="*/ 0 h 1124001"/>
              <a:gd name="connsiteX3" fmla="*/ 1127179 w 1127179"/>
              <a:gd name="connsiteY3" fmla="*/ 126023 h 1124001"/>
              <a:gd name="connsiteX4" fmla="*/ 1127179 w 1127179"/>
              <a:gd name="connsiteY4" fmla="*/ 997978 h 1124001"/>
              <a:gd name="connsiteX5" fmla="*/ 1001156 w 1127179"/>
              <a:gd name="connsiteY5" fmla="*/ 1124001 h 1124001"/>
              <a:gd name="connsiteX6" fmla="*/ 126023 w 1127179"/>
              <a:gd name="connsiteY6" fmla="*/ 1124001 h 1124001"/>
              <a:gd name="connsiteX7" fmla="*/ 0 w 1127179"/>
              <a:gd name="connsiteY7" fmla="*/ 997978 h 1124001"/>
              <a:gd name="connsiteX8" fmla="*/ 0 w 1127179"/>
              <a:gd name="connsiteY8" fmla="*/ 126023 h 1124001"/>
              <a:gd name="connsiteX0" fmla="*/ 0 w 1127179"/>
              <a:gd name="connsiteY0" fmla="*/ 126023 h 1124001"/>
              <a:gd name="connsiteX1" fmla="*/ 126023 w 1127179"/>
              <a:gd name="connsiteY1" fmla="*/ 0 h 1124001"/>
              <a:gd name="connsiteX2" fmla="*/ 174779 w 1127179"/>
              <a:gd name="connsiteY2" fmla="*/ 3410 h 1124001"/>
              <a:gd name="connsiteX3" fmla="*/ 1001156 w 1127179"/>
              <a:gd name="connsiteY3" fmla="*/ 0 h 1124001"/>
              <a:gd name="connsiteX4" fmla="*/ 1127179 w 1127179"/>
              <a:gd name="connsiteY4" fmla="*/ 126023 h 1124001"/>
              <a:gd name="connsiteX5" fmla="*/ 1127179 w 1127179"/>
              <a:gd name="connsiteY5" fmla="*/ 997978 h 1124001"/>
              <a:gd name="connsiteX6" fmla="*/ 1001156 w 1127179"/>
              <a:gd name="connsiteY6" fmla="*/ 1124001 h 1124001"/>
              <a:gd name="connsiteX7" fmla="*/ 126023 w 1127179"/>
              <a:gd name="connsiteY7" fmla="*/ 1124001 h 1124001"/>
              <a:gd name="connsiteX8" fmla="*/ 0 w 1127179"/>
              <a:gd name="connsiteY8" fmla="*/ 997978 h 1124001"/>
              <a:gd name="connsiteX9" fmla="*/ 0 w 1127179"/>
              <a:gd name="connsiteY9"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127179 w 1127808"/>
              <a:gd name="connsiteY6" fmla="*/ 997978 h 1124001"/>
              <a:gd name="connsiteX7" fmla="*/ 1001156 w 1127808"/>
              <a:gd name="connsiteY7" fmla="*/ 1124001 h 1124001"/>
              <a:gd name="connsiteX8" fmla="*/ 126023 w 1127808"/>
              <a:gd name="connsiteY8" fmla="*/ 1124001 h 1124001"/>
              <a:gd name="connsiteX9" fmla="*/ 0 w 1127808"/>
              <a:gd name="connsiteY9" fmla="*/ 997978 h 1124001"/>
              <a:gd name="connsiteX10" fmla="*/ 0 w 1127808"/>
              <a:gd name="connsiteY10"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001156 w 1127808"/>
              <a:gd name="connsiteY6" fmla="*/ 1124001 h 1124001"/>
              <a:gd name="connsiteX7" fmla="*/ 126023 w 1127808"/>
              <a:gd name="connsiteY7" fmla="*/ 1124001 h 1124001"/>
              <a:gd name="connsiteX8" fmla="*/ 0 w 1127808"/>
              <a:gd name="connsiteY8" fmla="*/ 997978 h 1124001"/>
              <a:gd name="connsiteX9" fmla="*/ 0 w 1127808"/>
              <a:gd name="connsiteY9"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26023 w 1127808"/>
              <a:gd name="connsiteY6" fmla="*/ 1124001 h 1124001"/>
              <a:gd name="connsiteX7" fmla="*/ 0 w 1127808"/>
              <a:gd name="connsiteY7" fmla="*/ 997978 h 1124001"/>
              <a:gd name="connsiteX8" fmla="*/ 0 w 1127808"/>
              <a:gd name="connsiteY8" fmla="*/ 126023 h 1124001"/>
              <a:gd name="connsiteX0" fmla="*/ 0 w 1127808"/>
              <a:gd name="connsiteY0" fmla="*/ 126023 h 1082383"/>
              <a:gd name="connsiteX1" fmla="*/ 126023 w 1127808"/>
              <a:gd name="connsiteY1" fmla="*/ 0 h 1082383"/>
              <a:gd name="connsiteX2" fmla="*/ 174779 w 1127808"/>
              <a:gd name="connsiteY2" fmla="*/ 3410 h 1082383"/>
              <a:gd name="connsiteX3" fmla="*/ 1001156 w 1127808"/>
              <a:gd name="connsiteY3" fmla="*/ 0 h 1082383"/>
              <a:gd name="connsiteX4" fmla="*/ 1127179 w 1127808"/>
              <a:gd name="connsiteY4" fmla="*/ 126023 h 1082383"/>
              <a:gd name="connsiteX5" fmla="*/ 1127808 w 1127808"/>
              <a:gd name="connsiteY5" fmla="*/ 949705 h 1082383"/>
              <a:gd name="connsiteX6" fmla="*/ 0 w 1127808"/>
              <a:gd name="connsiteY6" fmla="*/ 997978 h 1082383"/>
              <a:gd name="connsiteX7" fmla="*/ 0 w 1127808"/>
              <a:gd name="connsiteY7" fmla="*/ 126023 h 1082383"/>
              <a:gd name="connsiteX0" fmla="*/ 0 w 1127808"/>
              <a:gd name="connsiteY0" fmla="*/ 126023 h 949705"/>
              <a:gd name="connsiteX1" fmla="*/ 126023 w 1127808"/>
              <a:gd name="connsiteY1" fmla="*/ 0 h 949705"/>
              <a:gd name="connsiteX2" fmla="*/ 174779 w 1127808"/>
              <a:gd name="connsiteY2" fmla="*/ 3410 h 949705"/>
              <a:gd name="connsiteX3" fmla="*/ 1001156 w 1127808"/>
              <a:gd name="connsiteY3" fmla="*/ 0 h 949705"/>
              <a:gd name="connsiteX4" fmla="*/ 1127179 w 1127808"/>
              <a:gd name="connsiteY4" fmla="*/ 126023 h 949705"/>
              <a:gd name="connsiteX5" fmla="*/ 1127808 w 1127808"/>
              <a:gd name="connsiteY5" fmla="*/ 949705 h 949705"/>
              <a:gd name="connsiteX6" fmla="*/ 0 w 1127808"/>
              <a:gd name="connsiteY6" fmla="*/ 126023 h 949705"/>
              <a:gd name="connsiteX0" fmla="*/ 1001785 w 1001785"/>
              <a:gd name="connsiteY0" fmla="*/ 949705 h 949705"/>
              <a:gd name="connsiteX1" fmla="*/ 0 w 1001785"/>
              <a:gd name="connsiteY1" fmla="*/ 0 h 949705"/>
              <a:gd name="connsiteX2" fmla="*/ 48756 w 1001785"/>
              <a:gd name="connsiteY2" fmla="*/ 3410 h 949705"/>
              <a:gd name="connsiteX3" fmla="*/ 875133 w 1001785"/>
              <a:gd name="connsiteY3" fmla="*/ 0 h 949705"/>
              <a:gd name="connsiteX4" fmla="*/ 1001156 w 1001785"/>
              <a:gd name="connsiteY4" fmla="*/ 126023 h 949705"/>
              <a:gd name="connsiteX5" fmla="*/ 1001785 w 1001785"/>
              <a:gd name="connsiteY5"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1345 w 952420"/>
              <a:gd name="connsiteY0" fmla="*/ 961491 h 961491"/>
              <a:gd name="connsiteX1" fmla="*/ 0 w 952420"/>
              <a:gd name="connsiteY1" fmla="*/ 3410 h 961491"/>
              <a:gd name="connsiteX2" fmla="*/ 826377 w 952420"/>
              <a:gd name="connsiteY2" fmla="*/ 0 h 961491"/>
              <a:gd name="connsiteX3" fmla="*/ 952400 w 952420"/>
              <a:gd name="connsiteY3" fmla="*/ 126023 h 961491"/>
              <a:gd name="connsiteX4" fmla="*/ 951345 w 952420"/>
              <a:gd name="connsiteY4" fmla="*/ 961491 h 961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420" h="961491">
                <a:moveTo>
                  <a:pt x="951345" y="961491"/>
                </a:moveTo>
                <a:cubicBezTo>
                  <a:pt x="947522" y="957893"/>
                  <a:pt x="903" y="3417"/>
                  <a:pt x="0" y="3410"/>
                </a:cubicBezTo>
                <a:lnTo>
                  <a:pt x="826377" y="0"/>
                </a:lnTo>
                <a:cubicBezTo>
                  <a:pt x="895978" y="0"/>
                  <a:pt x="952400" y="56422"/>
                  <a:pt x="952400" y="126023"/>
                </a:cubicBezTo>
                <a:cubicBezTo>
                  <a:pt x="952610" y="400584"/>
                  <a:pt x="951135" y="686930"/>
                  <a:pt x="951345" y="961491"/>
                </a:cubicBezTo>
                <a:close/>
              </a:path>
            </a:pathLst>
          </a:custGeom>
          <a:solidFill>
            <a:schemeClr val="accent5"/>
          </a:solid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52548706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Maroon">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DB26AB9-FA2C-470C-BC6A-8F93160FEBDF}"/>
              </a:ext>
            </a:extLst>
          </p:cNvPr>
          <p:cNvSpPr>
            <a:spLocks noGrp="1"/>
          </p:cNvSpPr>
          <p:nvPr>
            <p:ph type="pic" sz="quarter" idx="15" hasCustomPrompt="1"/>
          </p:nvPr>
        </p:nvSpPr>
        <p:spPr>
          <a:xfrm>
            <a:off x="0" y="0"/>
            <a:ext cx="12192000" cy="6858000"/>
          </a:xfrm>
          <a:solidFill>
            <a:srgbClr val="F0D4DD"/>
          </a:solidFill>
        </p:spPr>
        <p:txBody>
          <a:bodyPr/>
          <a:lstStyle>
            <a:lvl1pPr>
              <a:defRPr>
                <a:solidFill>
                  <a:schemeClr val="tx1"/>
                </a:solidFill>
              </a:defRPr>
            </a:lvl1pPr>
          </a:lstStyle>
          <a:p>
            <a:r>
              <a:rPr lang="en-US" dirty="0"/>
              <a:t>Insert picture</a:t>
            </a:r>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005841"/>
            <a:ext cx="3214052" cy="4838699"/>
          </a:xfrm>
          <a:prstGeom prst="rect">
            <a:avLst/>
          </a:prstGeom>
          <a:solidFill>
            <a:schemeClr val="accent4"/>
          </a:solidFill>
          <a:ln>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8" name="Content Placeholder 7">
            <a:extLst>
              <a:ext uri="{FF2B5EF4-FFF2-40B4-BE49-F238E27FC236}">
                <a16:creationId xmlns:a16="http://schemas.microsoft.com/office/drawing/2014/main" id="{F4A12B04-E393-4DCC-9166-7EF7BED4CE1D}"/>
              </a:ext>
            </a:extLst>
          </p:cNvPr>
          <p:cNvSpPr>
            <a:spLocks noGrp="1"/>
          </p:cNvSpPr>
          <p:nvPr>
            <p:ph sz="quarter" idx="14"/>
          </p:nvPr>
        </p:nvSpPr>
        <p:spPr>
          <a:xfrm rot="2700000">
            <a:off x="3575883" y="2948619"/>
            <a:ext cx="952420" cy="961491"/>
          </a:xfrm>
          <a:custGeom>
            <a:avLst/>
            <a:gdLst>
              <a:gd name="connsiteX0" fmla="*/ 0 w 1127179"/>
              <a:gd name="connsiteY0" fmla="*/ 126023 h 1124001"/>
              <a:gd name="connsiteX1" fmla="*/ 126023 w 1127179"/>
              <a:gd name="connsiteY1" fmla="*/ 0 h 1124001"/>
              <a:gd name="connsiteX2" fmla="*/ 1001156 w 1127179"/>
              <a:gd name="connsiteY2" fmla="*/ 0 h 1124001"/>
              <a:gd name="connsiteX3" fmla="*/ 1127179 w 1127179"/>
              <a:gd name="connsiteY3" fmla="*/ 126023 h 1124001"/>
              <a:gd name="connsiteX4" fmla="*/ 1127179 w 1127179"/>
              <a:gd name="connsiteY4" fmla="*/ 997978 h 1124001"/>
              <a:gd name="connsiteX5" fmla="*/ 1001156 w 1127179"/>
              <a:gd name="connsiteY5" fmla="*/ 1124001 h 1124001"/>
              <a:gd name="connsiteX6" fmla="*/ 126023 w 1127179"/>
              <a:gd name="connsiteY6" fmla="*/ 1124001 h 1124001"/>
              <a:gd name="connsiteX7" fmla="*/ 0 w 1127179"/>
              <a:gd name="connsiteY7" fmla="*/ 997978 h 1124001"/>
              <a:gd name="connsiteX8" fmla="*/ 0 w 1127179"/>
              <a:gd name="connsiteY8" fmla="*/ 126023 h 1124001"/>
              <a:gd name="connsiteX0" fmla="*/ 0 w 1127179"/>
              <a:gd name="connsiteY0" fmla="*/ 126023 h 1124001"/>
              <a:gd name="connsiteX1" fmla="*/ 126023 w 1127179"/>
              <a:gd name="connsiteY1" fmla="*/ 0 h 1124001"/>
              <a:gd name="connsiteX2" fmla="*/ 174779 w 1127179"/>
              <a:gd name="connsiteY2" fmla="*/ 3410 h 1124001"/>
              <a:gd name="connsiteX3" fmla="*/ 1001156 w 1127179"/>
              <a:gd name="connsiteY3" fmla="*/ 0 h 1124001"/>
              <a:gd name="connsiteX4" fmla="*/ 1127179 w 1127179"/>
              <a:gd name="connsiteY4" fmla="*/ 126023 h 1124001"/>
              <a:gd name="connsiteX5" fmla="*/ 1127179 w 1127179"/>
              <a:gd name="connsiteY5" fmla="*/ 997978 h 1124001"/>
              <a:gd name="connsiteX6" fmla="*/ 1001156 w 1127179"/>
              <a:gd name="connsiteY6" fmla="*/ 1124001 h 1124001"/>
              <a:gd name="connsiteX7" fmla="*/ 126023 w 1127179"/>
              <a:gd name="connsiteY7" fmla="*/ 1124001 h 1124001"/>
              <a:gd name="connsiteX8" fmla="*/ 0 w 1127179"/>
              <a:gd name="connsiteY8" fmla="*/ 997978 h 1124001"/>
              <a:gd name="connsiteX9" fmla="*/ 0 w 1127179"/>
              <a:gd name="connsiteY9"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127179 w 1127808"/>
              <a:gd name="connsiteY6" fmla="*/ 997978 h 1124001"/>
              <a:gd name="connsiteX7" fmla="*/ 1001156 w 1127808"/>
              <a:gd name="connsiteY7" fmla="*/ 1124001 h 1124001"/>
              <a:gd name="connsiteX8" fmla="*/ 126023 w 1127808"/>
              <a:gd name="connsiteY8" fmla="*/ 1124001 h 1124001"/>
              <a:gd name="connsiteX9" fmla="*/ 0 w 1127808"/>
              <a:gd name="connsiteY9" fmla="*/ 997978 h 1124001"/>
              <a:gd name="connsiteX10" fmla="*/ 0 w 1127808"/>
              <a:gd name="connsiteY10"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001156 w 1127808"/>
              <a:gd name="connsiteY6" fmla="*/ 1124001 h 1124001"/>
              <a:gd name="connsiteX7" fmla="*/ 126023 w 1127808"/>
              <a:gd name="connsiteY7" fmla="*/ 1124001 h 1124001"/>
              <a:gd name="connsiteX8" fmla="*/ 0 w 1127808"/>
              <a:gd name="connsiteY8" fmla="*/ 997978 h 1124001"/>
              <a:gd name="connsiteX9" fmla="*/ 0 w 1127808"/>
              <a:gd name="connsiteY9"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26023 w 1127808"/>
              <a:gd name="connsiteY6" fmla="*/ 1124001 h 1124001"/>
              <a:gd name="connsiteX7" fmla="*/ 0 w 1127808"/>
              <a:gd name="connsiteY7" fmla="*/ 997978 h 1124001"/>
              <a:gd name="connsiteX8" fmla="*/ 0 w 1127808"/>
              <a:gd name="connsiteY8" fmla="*/ 126023 h 1124001"/>
              <a:gd name="connsiteX0" fmla="*/ 0 w 1127808"/>
              <a:gd name="connsiteY0" fmla="*/ 126023 h 1082383"/>
              <a:gd name="connsiteX1" fmla="*/ 126023 w 1127808"/>
              <a:gd name="connsiteY1" fmla="*/ 0 h 1082383"/>
              <a:gd name="connsiteX2" fmla="*/ 174779 w 1127808"/>
              <a:gd name="connsiteY2" fmla="*/ 3410 h 1082383"/>
              <a:gd name="connsiteX3" fmla="*/ 1001156 w 1127808"/>
              <a:gd name="connsiteY3" fmla="*/ 0 h 1082383"/>
              <a:gd name="connsiteX4" fmla="*/ 1127179 w 1127808"/>
              <a:gd name="connsiteY4" fmla="*/ 126023 h 1082383"/>
              <a:gd name="connsiteX5" fmla="*/ 1127808 w 1127808"/>
              <a:gd name="connsiteY5" fmla="*/ 949705 h 1082383"/>
              <a:gd name="connsiteX6" fmla="*/ 0 w 1127808"/>
              <a:gd name="connsiteY6" fmla="*/ 997978 h 1082383"/>
              <a:gd name="connsiteX7" fmla="*/ 0 w 1127808"/>
              <a:gd name="connsiteY7" fmla="*/ 126023 h 1082383"/>
              <a:gd name="connsiteX0" fmla="*/ 0 w 1127808"/>
              <a:gd name="connsiteY0" fmla="*/ 126023 h 949705"/>
              <a:gd name="connsiteX1" fmla="*/ 126023 w 1127808"/>
              <a:gd name="connsiteY1" fmla="*/ 0 h 949705"/>
              <a:gd name="connsiteX2" fmla="*/ 174779 w 1127808"/>
              <a:gd name="connsiteY2" fmla="*/ 3410 h 949705"/>
              <a:gd name="connsiteX3" fmla="*/ 1001156 w 1127808"/>
              <a:gd name="connsiteY3" fmla="*/ 0 h 949705"/>
              <a:gd name="connsiteX4" fmla="*/ 1127179 w 1127808"/>
              <a:gd name="connsiteY4" fmla="*/ 126023 h 949705"/>
              <a:gd name="connsiteX5" fmla="*/ 1127808 w 1127808"/>
              <a:gd name="connsiteY5" fmla="*/ 949705 h 949705"/>
              <a:gd name="connsiteX6" fmla="*/ 0 w 1127808"/>
              <a:gd name="connsiteY6" fmla="*/ 126023 h 949705"/>
              <a:gd name="connsiteX0" fmla="*/ 1001785 w 1001785"/>
              <a:gd name="connsiteY0" fmla="*/ 949705 h 949705"/>
              <a:gd name="connsiteX1" fmla="*/ 0 w 1001785"/>
              <a:gd name="connsiteY1" fmla="*/ 0 h 949705"/>
              <a:gd name="connsiteX2" fmla="*/ 48756 w 1001785"/>
              <a:gd name="connsiteY2" fmla="*/ 3410 h 949705"/>
              <a:gd name="connsiteX3" fmla="*/ 875133 w 1001785"/>
              <a:gd name="connsiteY3" fmla="*/ 0 h 949705"/>
              <a:gd name="connsiteX4" fmla="*/ 1001156 w 1001785"/>
              <a:gd name="connsiteY4" fmla="*/ 126023 h 949705"/>
              <a:gd name="connsiteX5" fmla="*/ 1001785 w 1001785"/>
              <a:gd name="connsiteY5"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1345 w 952420"/>
              <a:gd name="connsiteY0" fmla="*/ 961491 h 961491"/>
              <a:gd name="connsiteX1" fmla="*/ 0 w 952420"/>
              <a:gd name="connsiteY1" fmla="*/ 3410 h 961491"/>
              <a:gd name="connsiteX2" fmla="*/ 826377 w 952420"/>
              <a:gd name="connsiteY2" fmla="*/ 0 h 961491"/>
              <a:gd name="connsiteX3" fmla="*/ 952400 w 952420"/>
              <a:gd name="connsiteY3" fmla="*/ 126023 h 961491"/>
              <a:gd name="connsiteX4" fmla="*/ 951345 w 952420"/>
              <a:gd name="connsiteY4" fmla="*/ 961491 h 961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420" h="961491">
                <a:moveTo>
                  <a:pt x="951345" y="961491"/>
                </a:moveTo>
                <a:cubicBezTo>
                  <a:pt x="947522" y="957893"/>
                  <a:pt x="903" y="3417"/>
                  <a:pt x="0" y="3410"/>
                </a:cubicBezTo>
                <a:lnTo>
                  <a:pt x="826377" y="0"/>
                </a:lnTo>
                <a:cubicBezTo>
                  <a:pt x="895978" y="0"/>
                  <a:pt x="952400" y="56422"/>
                  <a:pt x="952400" y="126023"/>
                </a:cubicBezTo>
                <a:cubicBezTo>
                  <a:pt x="952610" y="400584"/>
                  <a:pt x="951135" y="686930"/>
                  <a:pt x="951345" y="961491"/>
                </a:cubicBezTo>
                <a:close/>
              </a:path>
            </a:pathLst>
          </a:custGeom>
          <a:solidFill>
            <a:schemeClr val="accent4"/>
          </a:solid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55504014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Orang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DB26AB9-FA2C-470C-BC6A-8F93160FEBDF}"/>
              </a:ext>
            </a:extLst>
          </p:cNvPr>
          <p:cNvSpPr>
            <a:spLocks noGrp="1"/>
          </p:cNvSpPr>
          <p:nvPr>
            <p:ph type="pic" sz="quarter" idx="15" hasCustomPrompt="1"/>
          </p:nvPr>
        </p:nvSpPr>
        <p:spPr>
          <a:xfrm>
            <a:off x="0" y="0"/>
            <a:ext cx="12192000" cy="6858000"/>
          </a:xfrm>
          <a:solidFill>
            <a:srgbClr val="F2DACC"/>
          </a:solidFill>
        </p:spPr>
        <p:txBody>
          <a:bodyPr/>
          <a:lstStyle>
            <a:lvl1pPr>
              <a:defRPr>
                <a:solidFill>
                  <a:schemeClr val="tx1"/>
                </a:solidFill>
              </a:defRPr>
            </a:lvl1pPr>
          </a:lstStyle>
          <a:p>
            <a:r>
              <a:rPr lang="en-US" dirty="0"/>
              <a:t>Insert picture</a:t>
            </a:r>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005841"/>
            <a:ext cx="3214052" cy="4838699"/>
          </a:xfrm>
          <a:prstGeom prst="rect">
            <a:avLst/>
          </a:prstGeom>
          <a:solidFill>
            <a:schemeClr val="accent2"/>
          </a:solidFill>
          <a:ln>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8" name="Content Placeholder 7">
            <a:extLst>
              <a:ext uri="{FF2B5EF4-FFF2-40B4-BE49-F238E27FC236}">
                <a16:creationId xmlns:a16="http://schemas.microsoft.com/office/drawing/2014/main" id="{F4A12B04-E393-4DCC-9166-7EF7BED4CE1D}"/>
              </a:ext>
            </a:extLst>
          </p:cNvPr>
          <p:cNvSpPr>
            <a:spLocks noGrp="1"/>
          </p:cNvSpPr>
          <p:nvPr>
            <p:ph sz="quarter" idx="14"/>
          </p:nvPr>
        </p:nvSpPr>
        <p:spPr>
          <a:xfrm rot="2700000">
            <a:off x="3575883" y="2948619"/>
            <a:ext cx="952420" cy="961491"/>
          </a:xfrm>
          <a:custGeom>
            <a:avLst/>
            <a:gdLst>
              <a:gd name="connsiteX0" fmla="*/ 0 w 1127179"/>
              <a:gd name="connsiteY0" fmla="*/ 126023 h 1124001"/>
              <a:gd name="connsiteX1" fmla="*/ 126023 w 1127179"/>
              <a:gd name="connsiteY1" fmla="*/ 0 h 1124001"/>
              <a:gd name="connsiteX2" fmla="*/ 1001156 w 1127179"/>
              <a:gd name="connsiteY2" fmla="*/ 0 h 1124001"/>
              <a:gd name="connsiteX3" fmla="*/ 1127179 w 1127179"/>
              <a:gd name="connsiteY3" fmla="*/ 126023 h 1124001"/>
              <a:gd name="connsiteX4" fmla="*/ 1127179 w 1127179"/>
              <a:gd name="connsiteY4" fmla="*/ 997978 h 1124001"/>
              <a:gd name="connsiteX5" fmla="*/ 1001156 w 1127179"/>
              <a:gd name="connsiteY5" fmla="*/ 1124001 h 1124001"/>
              <a:gd name="connsiteX6" fmla="*/ 126023 w 1127179"/>
              <a:gd name="connsiteY6" fmla="*/ 1124001 h 1124001"/>
              <a:gd name="connsiteX7" fmla="*/ 0 w 1127179"/>
              <a:gd name="connsiteY7" fmla="*/ 997978 h 1124001"/>
              <a:gd name="connsiteX8" fmla="*/ 0 w 1127179"/>
              <a:gd name="connsiteY8" fmla="*/ 126023 h 1124001"/>
              <a:gd name="connsiteX0" fmla="*/ 0 w 1127179"/>
              <a:gd name="connsiteY0" fmla="*/ 126023 h 1124001"/>
              <a:gd name="connsiteX1" fmla="*/ 126023 w 1127179"/>
              <a:gd name="connsiteY1" fmla="*/ 0 h 1124001"/>
              <a:gd name="connsiteX2" fmla="*/ 174779 w 1127179"/>
              <a:gd name="connsiteY2" fmla="*/ 3410 h 1124001"/>
              <a:gd name="connsiteX3" fmla="*/ 1001156 w 1127179"/>
              <a:gd name="connsiteY3" fmla="*/ 0 h 1124001"/>
              <a:gd name="connsiteX4" fmla="*/ 1127179 w 1127179"/>
              <a:gd name="connsiteY4" fmla="*/ 126023 h 1124001"/>
              <a:gd name="connsiteX5" fmla="*/ 1127179 w 1127179"/>
              <a:gd name="connsiteY5" fmla="*/ 997978 h 1124001"/>
              <a:gd name="connsiteX6" fmla="*/ 1001156 w 1127179"/>
              <a:gd name="connsiteY6" fmla="*/ 1124001 h 1124001"/>
              <a:gd name="connsiteX7" fmla="*/ 126023 w 1127179"/>
              <a:gd name="connsiteY7" fmla="*/ 1124001 h 1124001"/>
              <a:gd name="connsiteX8" fmla="*/ 0 w 1127179"/>
              <a:gd name="connsiteY8" fmla="*/ 997978 h 1124001"/>
              <a:gd name="connsiteX9" fmla="*/ 0 w 1127179"/>
              <a:gd name="connsiteY9"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127179 w 1127808"/>
              <a:gd name="connsiteY6" fmla="*/ 997978 h 1124001"/>
              <a:gd name="connsiteX7" fmla="*/ 1001156 w 1127808"/>
              <a:gd name="connsiteY7" fmla="*/ 1124001 h 1124001"/>
              <a:gd name="connsiteX8" fmla="*/ 126023 w 1127808"/>
              <a:gd name="connsiteY8" fmla="*/ 1124001 h 1124001"/>
              <a:gd name="connsiteX9" fmla="*/ 0 w 1127808"/>
              <a:gd name="connsiteY9" fmla="*/ 997978 h 1124001"/>
              <a:gd name="connsiteX10" fmla="*/ 0 w 1127808"/>
              <a:gd name="connsiteY10"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001156 w 1127808"/>
              <a:gd name="connsiteY6" fmla="*/ 1124001 h 1124001"/>
              <a:gd name="connsiteX7" fmla="*/ 126023 w 1127808"/>
              <a:gd name="connsiteY7" fmla="*/ 1124001 h 1124001"/>
              <a:gd name="connsiteX8" fmla="*/ 0 w 1127808"/>
              <a:gd name="connsiteY8" fmla="*/ 997978 h 1124001"/>
              <a:gd name="connsiteX9" fmla="*/ 0 w 1127808"/>
              <a:gd name="connsiteY9"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26023 w 1127808"/>
              <a:gd name="connsiteY6" fmla="*/ 1124001 h 1124001"/>
              <a:gd name="connsiteX7" fmla="*/ 0 w 1127808"/>
              <a:gd name="connsiteY7" fmla="*/ 997978 h 1124001"/>
              <a:gd name="connsiteX8" fmla="*/ 0 w 1127808"/>
              <a:gd name="connsiteY8" fmla="*/ 126023 h 1124001"/>
              <a:gd name="connsiteX0" fmla="*/ 0 w 1127808"/>
              <a:gd name="connsiteY0" fmla="*/ 126023 h 1082383"/>
              <a:gd name="connsiteX1" fmla="*/ 126023 w 1127808"/>
              <a:gd name="connsiteY1" fmla="*/ 0 h 1082383"/>
              <a:gd name="connsiteX2" fmla="*/ 174779 w 1127808"/>
              <a:gd name="connsiteY2" fmla="*/ 3410 h 1082383"/>
              <a:gd name="connsiteX3" fmla="*/ 1001156 w 1127808"/>
              <a:gd name="connsiteY3" fmla="*/ 0 h 1082383"/>
              <a:gd name="connsiteX4" fmla="*/ 1127179 w 1127808"/>
              <a:gd name="connsiteY4" fmla="*/ 126023 h 1082383"/>
              <a:gd name="connsiteX5" fmla="*/ 1127808 w 1127808"/>
              <a:gd name="connsiteY5" fmla="*/ 949705 h 1082383"/>
              <a:gd name="connsiteX6" fmla="*/ 0 w 1127808"/>
              <a:gd name="connsiteY6" fmla="*/ 997978 h 1082383"/>
              <a:gd name="connsiteX7" fmla="*/ 0 w 1127808"/>
              <a:gd name="connsiteY7" fmla="*/ 126023 h 1082383"/>
              <a:gd name="connsiteX0" fmla="*/ 0 w 1127808"/>
              <a:gd name="connsiteY0" fmla="*/ 126023 h 949705"/>
              <a:gd name="connsiteX1" fmla="*/ 126023 w 1127808"/>
              <a:gd name="connsiteY1" fmla="*/ 0 h 949705"/>
              <a:gd name="connsiteX2" fmla="*/ 174779 w 1127808"/>
              <a:gd name="connsiteY2" fmla="*/ 3410 h 949705"/>
              <a:gd name="connsiteX3" fmla="*/ 1001156 w 1127808"/>
              <a:gd name="connsiteY3" fmla="*/ 0 h 949705"/>
              <a:gd name="connsiteX4" fmla="*/ 1127179 w 1127808"/>
              <a:gd name="connsiteY4" fmla="*/ 126023 h 949705"/>
              <a:gd name="connsiteX5" fmla="*/ 1127808 w 1127808"/>
              <a:gd name="connsiteY5" fmla="*/ 949705 h 949705"/>
              <a:gd name="connsiteX6" fmla="*/ 0 w 1127808"/>
              <a:gd name="connsiteY6" fmla="*/ 126023 h 949705"/>
              <a:gd name="connsiteX0" fmla="*/ 1001785 w 1001785"/>
              <a:gd name="connsiteY0" fmla="*/ 949705 h 949705"/>
              <a:gd name="connsiteX1" fmla="*/ 0 w 1001785"/>
              <a:gd name="connsiteY1" fmla="*/ 0 h 949705"/>
              <a:gd name="connsiteX2" fmla="*/ 48756 w 1001785"/>
              <a:gd name="connsiteY2" fmla="*/ 3410 h 949705"/>
              <a:gd name="connsiteX3" fmla="*/ 875133 w 1001785"/>
              <a:gd name="connsiteY3" fmla="*/ 0 h 949705"/>
              <a:gd name="connsiteX4" fmla="*/ 1001156 w 1001785"/>
              <a:gd name="connsiteY4" fmla="*/ 126023 h 949705"/>
              <a:gd name="connsiteX5" fmla="*/ 1001785 w 1001785"/>
              <a:gd name="connsiteY5"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1345 w 952420"/>
              <a:gd name="connsiteY0" fmla="*/ 961491 h 961491"/>
              <a:gd name="connsiteX1" fmla="*/ 0 w 952420"/>
              <a:gd name="connsiteY1" fmla="*/ 3410 h 961491"/>
              <a:gd name="connsiteX2" fmla="*/ 826377 w 952420"/>
              <a:gd name="connsiteY2" fmla="*/ 0 h 961491"/>
              <a:gd name="connsiteX3" fmla="*/ 952400 w 952420"/>
              <a:gd name="connsiteY3" fmla="*/ 126023 h 961491"/>
              <a:gd name="connsiteX4" fmla="*/ 951345 w 952420"/>
              <a:gd name="connsiteY4" fmla="*/ 961491 h 961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420" h="961491">
                <a:moveTo>
                  <a:pt x="951345" y="961491"/>
                </a:moveTo>
                <a:cubicBezTo>
                  <a:pt x="947522" y="957893"/>
                  <a:pt x="903" y="3417"/>
                  <a:pt x="0" y="3410"/>
                </a:cubicBezTo>
                <a:lnTo>
                  <a:pt x="826377" y="0"/>
                </a:lnTo>
                <a:cubicBezTo>
                  <a:pt x="895978" y="0"/>
                  <a:pt x="952400" y="56422"/>
                  <a:pt x="952400" y="126023"/>
                </a:cubicBezTo>
                <a:cubicBezTo>
                  <a:pt x="952610" y="400584"/>
                  <a:pt x="951135" y="686930"/>
                  <a:pt x="951345" y="961491"/>
                </a:cubicBezTo>
                <a:close/>
              </a:path>
            </a:pathLst>
          </a:custGeom>
          <a:solidFill>
            <a:schemeClr val="accent2"/>
          </a:solid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55729628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rick Re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DB26AB9-FA2C-470C-BC6A-8F93160FEBDF}"/>
              </a:ext>
            </a:extLst>
          </p:cNvPr>
          <p:cNvSpPr>
            <a:spLocks noGrp="1"/>
          </p:cNvSpPr>
          <p:nvPr>
            <p:ph type="pic" sz="quarter" idx="15" hasCustomPrompt="1"/>
          </p:nvPr>
        </p:nvSpPr>
        <p:spPr>
          <a:xfrm>
            <a:off x="0" y="0"/>
            <a:ext cx="12192000" cy="6858000"/>
          </a:xfrm>
          <a:solidFill>
            <a:srgbClr val="FAE6E6"/>
          </a:solidFill>
        </p:spPr>
        <p:txBody>
          <a:bodyPr/>
          <a:lstStyle>
            <a:lvl1pPr>
              <a:defRPr>
                <a:solidFill>
                  <a:schemeClr val="tx1"/>
                </a:solidFill>
              </a:defRPr>
            </a:lvl1pPr>
          </a:lstStyle>
          <a:p>
            <a:r>
              <a:rPr lang="en-US" dirty="0"/>
              <a:t>Insert picture</a:t>
            </a:r>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005841"/>
            <a:ext cx="3214052" cy="4838699"/>
          </a:xfrm>
          <a:prstGeom prst="rect">
            <a:avLst/>
          </a:prstGeom>
          <a:solidFill>
            <a:schemeClr val="accent3"/>
          </a:solidFill>
          <a:ln>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8" name="Content Placeholder 7">
            <a:extLst>
              <a:ext uri="{FF2B5EF4-FFF2-40B4-BE49-F238E27FC236}">
                <a16:creationId xmlns:a16="http://schemas.microsoft.com/office/drawing/2014/main" id="{F4A12B04-E393-4DCC-9166-7EF7BED4CE1D}"/>
              </a:ext>
            </a:extLst>
          </p:cNvPr>
          <p:cNvSpPr>
            <a:spLocks noGrp="1"/>
          </p:cNvSpPr>
          <p:nvPr>
            <p:ph sz="quarter" idx="14"/>
          </p:nvPr>
        </p:nvSpPr>
        <p:spPr>
          <a:xfrm rot="2700000">
            <a:off x="3575883" y="2948619"/>
            <a:ext cx="952420" cy="961491"/>
          </a:xfrm>
          <a:custGeom>
            <a:avLst/>
            <a:gdLst>
              <a:gd name="connsiteX0" fmla="*/ 0 w 1127179"/>
              <a:gd name="connsiteY0" fmla="*/ 126023 h 1124001"/>
              <a:gd name="connsiteX1" fmla="*/ 126023 w 1127179"/>
              <a:gd name="connsiteY1" fmla="*/ 0 h 1124001"/>
              <a:gd name="connsiteX2" fmla="*/ 1001156 w 1127179"/>
              <a:gd name="connsiteY2" fmla="*/ 0 h 1124001"/>
              <a:gd name="connsiteX3" fmla="*/ 1127179 w 1127179"/>
              <a:gd name="connsiteY3" fmla="*/ 126023 h 1124001"/>
              <a:gd name="connsiteX4" fmla="*/ 1127179 w 1127179"/>
              <a:gd name="connsiteY4" fmla="*/ 997978 h 1124001"/>
              <a:gd name="connsiteX5" fmla="*/ 1001156 w 1127179"/>
              <a:gd name="connsiteY5" fmla="*/ 1124001 h 1124001"/>
              <a:gd name="connsiteX6" fmla="*/ 126023 w 1127179"/>
              <a:gd name="connsiteY6" fmla="*/ 1124001 h 1124001"/>
              <a:gd name="connsiteX7" fmla="*/ 0 w 1127179"/>
              <a:gd name="connsiteY7" fmla="*/ 997978 h 1124001"/>
              <a:gd name="connsiteX8" fmla="*/ 0 w 1127179"/>
              <a:gd name="connsiteY8" fmla="*/ 126023 h 1124001"/>
              <a:gd name="connsiteX0" fmla="*/ 0 w 1127179"/>
              <a:gd name="connsiteY0" fmla="*/ 126023 h 1124001"/>
              <a:gd name="connsiteX1" fmla="*/ 126023 w 1127179"/>
              <a:gd name="connsiteY1" fmla="*/ 0 h 1124001"/>
              <a:gd name="connsiteX2" fmla="*/ 174779 w 1127179"/>
              <a:gd name="connsiteY2" fmla="*/ 3410 h 1124001"/>
              <a:gd name="connsiteX3" fmla="*/ 1001156 w 1127179"/>
              <a:gd name="connsiteY3" fmla="*/ 0 h 1124001"/>
              <a:gd name="connsiteX4" fmla="*/ 1127179 w 1127179"/>
              <a:gd name="connsiteY4" fmla="*/ 126023 h 1124001"/>
              <a:gd name="connsiteX5" fmla="*/ 1127179 w 1127179"/>
              <a:gd name="connsiteY5" fmla="*/ 997978 h 1124001"/>
              <a:gd name="connsiteX6" fmla="*/ 1001156 w 1127179"/>
              <a:gd name="connsiteY6" fmla="*/ 1124001 h 1124001"/>
              <a:gd name="connsiteX7" fmla="*/ 126023 w 1127179"/>
              <a:gd name="connsiteY7" fmla="*/ 1124001 h 1124001"/>
              <a:gd name="connsiteX8" fmla="*/ 0 w 1127179"/>
              <a:gd name="connsiteY8" fmla="*/ 997978 h 1124001"/>
              <a:gd name="connsiteX9" fmla="*/ 0 w 1127179"/>
              <a:gd name="connsiteY9"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127179 w 1127808"/>
              <a:gd name="connsiteY6" fmla="*/ 997978 h 1124001"/>
              <a:gd name="connsiteX7" fmla="*/ 1001156 w 1127808"/>
              <a:gd name="connsiteY7" fmla="*/ 1124001 h 1124001"/>
              <a:gd name="connsiteX8" fmla="*/ 126023 w 1127808"/>
              <a:gd name="connsiteY8" fmla="*/ 1124001 h 1124001"/>
              <a:gd name="connsiteX9" fmla="*/ 0 w 1127808"/>
              <a:gd name="connsiteY9" fmla="*/ 997978 h 1124001"/>
              <a:gd name="connsiteX10" fmla="*/ 0 w 1127808"/>
              <a:gd name="connsiteY10"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001156 w 1127808"/>
              <a:gd name="connsiteY6" fmla="*/ 1124001 h 1124001"/>
              <a:gd name="connsiteX7" fmla="*/ 126023 w 1127808"/>
              <a:gd name="connsiteY7" fmla="*/ 1124001 h 1124001"/>
              <a:gd name="connsiteX8" fmla="*/ 0 w 1127808"/>
              <a:gd name="connsiteY8" fmla="*/ 997978 h 1124001"/>
              <a:gd name="connsiteX9" fmla="*/ 0 w 1127808"/>
              <a:gd name="connsiteY9"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26023 w 1127808"/>
              <a:gd name="connsiteY6" fmla="*/ 1124001 h 1124001"/>
              <a:gd name="connsiteX7" fmla="*/ 0 w 1127808"/>
              <a:gd name="connsiteY7" fmla="*/ 997978 h 1124001"/>
              <a:gd name="connsiteX8" fmla="*/ 0 w 1127808"/>
              <a:gd name="connsiteY8" fmla="*/ 126023 h 1124001"/>
              <a:gd name="connsiteX0" fmla="*/ 0 w 1127808"/>
              <a:gd name="connsiteY0" fmla="*/ 126023 h 1082383"/>
              <a:gd name="connsiteX1" fmla="*/ 126023 w 1127808"/>
              <a:gd name="connsiteY1" fmla="*/ 0 h 1082383"/>
              <a:gd name="connsiteX2" fmla="*/ 174779 w 1127808"/>
              <a:gd name="connsiteY2" fmla="*/ 3410 h 1082383"/>
              <a:gd name="connsiteX3" fmla="*/ 1001156 w 1127808"/>
              <a:gd name="connsiteY3" fmla="*/ 0 h 1082383"/>
              <a:gd name="connsiteX4" fmla="*/ 1127179 w 1127808"/>
              <a:gd name="connsiteY4" fmla="*/ 126023 h 1082383"/>
              <a:gd name="connsiteX5" fmla="*/ 1127808 w 1127808"/>
              <a:gd name="connsiteY5" fmla="*/ 949705 h 1082383"/>
              <a:gd name="connsiteX6" fmla="*/ 0 w 1127808"/>
              <a:gd name="connsiteY6" fmla="*/ 997978 h 1082383"/>
              <a:gd name="connsiteX7" fmla="*/ 0 w 1127808"/>
              <a:gd name="connsiteY7" fmla="*/ 126023 h 1082383"/>
              <a:gd name="connsiteX0" fmla="*/ 0 w 1127808"/>
              <a:gd name="connsiteY0" fmla="*/ 126023 h 949705"/>
              <a:gd name="connsiteX1" fmla="*/ 126023 w 1127808"/>
              <a:gd name="connsiteY1" fmla="*/ 0 h 949705"/>
              <a:gd name="connsiteX2" fmla="*/ 174779 w 1127808"/>
              <a:gd name="connsiteY2" fmla="*/ 3410 h 949705"/>
              <a:gd name="connsiteX3" fmla="*/ 1001156 w 1127808"/>
              <a:gd name="connsiteY3" fmla="*/ 0 h 949705"/>
              <a:gd name="connsiteX4" fmla="*/ 1127179 w 1127808"/>
              <a:gd name="connsiteY4" fmla="*/ 126023 h 949705"/>
              <a:gd name="connsiteX5" fmla="*/ 1127808 w 1127808"/>
              <a:gd name="connsiteY5" fmla="*/ 949705 h 949705"/>
              <a:gd name="connsiteX6" fmla="*/ 0 w 1127808"/>
              <a:gd name="connsiteY6" fmla="*/ 126023 h 949705"/>
              <a:gd name="connsiteX0" fmla="*/ 1001785 w 1001785"/>
              <a:gd name="connsiteY0" fmla="*/ 949705 h 949705"/>
              <a:gd name="connsiteX1" fmla="*/ 0 w 1001785"/>
              <a:gd name="connsiteY1" fmla="*/ 0 h 949705"/>
              <a:gd name="connsiteX2" fmla="*/ 48756 w 1001785"/>
              <a:gd name="connsiteY2" fmla="*/ 3410 h 949705"/>
              <a:gd name="connsiteX3" fmla="*/ 875133 w 1001785"/>
              <a:gd name="connsiteY3" fmla="*/ 0 h 949705"/>
              <a:gd name="connsiteX4" fmla="*/ 1001156 w 1001785"/>
              <a:gd name="connsiteY4" fmla="*/ 126023 h 949705"/>
              <a:gd name="connsiteX5" fmla="*/ 1001785 w 1001785"/>
              <a:gd name="connsiteY5"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1345 w 952420"/>
              <a:gd name="connsiteY0" fmla="*/ 961491 h 961491"/>
              <a:gd name="connsiteX1" fmla="*/ 0 w 952420"/>
              <a:gd name="connsiteY1" fmla="*/ 3410 h 961491"/>
              <a:gd name="connsiteX2" fmla="*/ 826377 w 952420"/>
              <a:gd name="connsiteY2" fmla="*/ 0 h 961491"/>
              <a:gd name="connsiteX3" fmla="*/ 952400 w 952420"/>
              <a:gd name="connsiteY3" fmla="*/ 126023 h 961491"/>
              <a:gd name="connsiteX4" fmla="*/ 951345 w 952420"/>
              <a:gd name="connsiteY4" fmla="*/ 961491 h 961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420" h="961491">
                <a:moveTo>
                  <a:pt x="951345" y="961491"/>
                </a:moveTo>
                <a:cubicBezTo>
                  <a:pt x="947522" y="957893"/>
                  <a:pt x="903" y="3417"/>
                  <a:pt x="0" y="3410"/>
                </a:cubicBezTo>
                <a:lnTo>
                  <a:pt x="826377" y="0"/>
                </a:lnTo>
                <a:cubicBezTo>
                  <a:pt x="895978" y="0"/>
                  <a:pt x="952400" y="56422"/>
                  <a:pt x="952400" y="126023"/>
                </a:cubicBezTo>
                <a:cubicBezTo>
                  <a:pt x="952610" y="400584"/>
                  <a:pt x="951135" y="686930"/>
                  <a:pt x="951345" y="961491"/>
                </a:cubicBezTo>
                <a:close/>
              </a:path>
            </a:pathLst>
          </a:custGeom>
          <a:solidFill>
            <a:schemeClr val="accent3"/>
          </a:solid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59338513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Whit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DB26AB9-FA2C-470C-BC6A-8F93160FEBDF}"/>
              </a:ext>
            </a:extLst>
          </p:cNvPr>
          <p:cNvSpPr>
            <a:spLocks noGrp="1"/>
          </p:cNvSpPr>
          <p:nvPr>
            <p:ph type="pic" sz="quarter" idx="15" hasCustomPrompt="1"/>
          </p:nvPr>
        </p:nvSpPr>
        <p:spPr>
          <a:xfrm>
            <a:off x="0" y="0"/>
            <a:ext cx="12192000" cy="6858000"/>
          </a:xfrm>
          <a:solidFill>
            <a:schemeClr val="bg1">
              <a:lumMod val="95000"/>
            </a:schemeClr>
          </a:solidFill>
        </p:spPr>
        <p:txBody>
          <a:bodyPr/>
          <a:lstStyle>
            <a:lvl1pPr>
              <a:defRPr>
                <a:solidFill>
                  <a:schemeClr val="tx1"/>
                </a:solidFill>
              </a:defRPr>
            </a:lvl1pPr>
          </a:lstStyle>
          <a:p>
            <a:r>
              <a:rPr lang="en-US" dirty="0"/>
              <a:t>Insert picture</a:t>
            </a:r>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005841"/>
            <a:ext cx="3214052" cy="4838699"/>
          </a:xfrm>
          <a:prstGeom prst="rect">
            <a:avLst/>
          </a:prstGeom>
          <a:solidFill>
            <a:schemeClr val="bg1"/>
          </a:solidFill>
          <a:ln>
            <a:noFill/>
          </a:ln>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8" name="Content Placeholder 7">
            <a:extLst>
              <a:ext uri="{FF2B5EF4-FFF2-40B4-BE49-F238E27FC236}">
                <a16:creationId xmlns:a16="http://schemas.microsoft.com/office/drawing/2014/main" id="{F4A12B04-E393-4DCC-9166-7EF7BED4CE1D}"/>
              </a:ext>
            </a:extLst>
          </p:cNvPr>
          <p:cNvSpPr>
            <a:spLocks noGrp="1"/>
          </p:cNvSpPr>
          <p:nvPr>
            <p:ph sz="quarter" idx="14"/>
          </p:nvPr>
        </p:nvSpPr>
        <p:spPr>
          <a:xfrm rot="2700000">
            <a:off x="3575883" y="2948619"/>
            <a:ext cx="952420" cy="961491"/>
          </a:xfrm>
          <a:custGeom>
            <a:avLst/>
            <a:gdLst>
              <a:gd name="connsiteX0" fmla="*/ 0 w 1127179"/>
              <a:gd name="connsiteY0" fmla="*/ 126023 h 1124001"/>
              <a:gd name="connsiteX1" fmla="*/ 126023 w 1127179"/>
              <a:gd name="connsiteY1" fmla="*/ 0 h 1124001"/>
              <a:gd name="connsiteX2" fmla="*/ 1001156 w 1127179"/>
              <a:gd name="connsiteY2" fmla="*/ 0 h 1124001"/>
              <a:gd name="connsiteX3" fmla="*/ 1127179 w 1127179"/>
              <a:gd name="connsiteY3" fmla="*/ 126023 h 1124001"/>
              <a:gd name="connsiteX4" fmla="*/ 1127179 w 1127179"/>
              <a:gd name="connsiteY4" fmla="*/ 997978 h 1124001"/>
              <a:gd name="connsiteX5" fmla="*/ 1001156 w 1127179"/>
              <a:gd name="connsiteY5" fmla="*/ 1124001 h 1124001"/>
              <a:gd name="connsiteX6" fmla="*/ 126023 w 1127179"/>
              <a:gd name="connsiteY6" fmla="*/ 1124001 h 1124001"/>
              <a:gd name="connsiteX7" fmla="*/ 0 w 1127179"/>
              <a:gd name="connsiteY7" fmla="*/ 997978 h 1124001"/>
              <a:gd name="connsiteX8" fmla="*/ 0 w 1127179"/>
              <a:gd name="connsiteY8" fmla="*/ 126023 h 1124001"/>
              <a:gd name="connsiteX0" fmla="*/ 0 w 1127179"/>
              <a:gd name="connsiteY0" fmla="*/ 126023 h 1124001"/>
              <a:gd name="connsiteX1" fmla="*/ 126023 w 1127179"/>
              <a:gd name="connsiteY1" fmla="*/ 0 h 1124001"/>
              <a:gd name="connsiteX2" fmla="*/ 174779 w 1127179"/>
              <a:gd name="connsiteY2" fmla="*/ 3410 h 1124001"/>
              <a:gd name="connsiteX3" fmla="*/ 1001156 w 1127179"/>
              <a:gd name="connsiteY3" fmla="*/ 0 h 1124001"/>
              <a:gd name="connsiteX4" fmla="*/ 1127179 w 1127179"/>
              <a:gd name="connsiteY4" fmla="*/ 126023 h 1124001"/>
              <a:gd name="connsiteX5" fmla="*/ 1127179 w 1127179"/>
              <a:gd name="connsiteY5" fmla="*/ 997978 h 1124001"/>
              <a:gd name="connsiteX6" fmla="*/ 1001156 w 1127179"/>
              <a:gd name="connsiteY6" fmla="*/ 1124001 h 1124001"/>
              <a:gd name="connsiteX7" fmla="*/ 126023 w 1127179"/>
              <a:gd name="connsiteY7" fmla="*/ 1124001 h 1124001"/>
              <a:gd name="connsiteX8" fmla="*/ 0 w 1127179"/>
              <a:gd name="connsiteY8" fmla="*/ 997978 h 1124001"/>
              <a:gd name="connsiteX9" fmla="*/ 0 w 1127179"/>
              <a:gd name="connsiteY9"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127179 w 1127808"/>
              <a:gd name="connsiteY6" fmla="*/ 997978 h 1124001"/>
              <a:gd name="connsiteX7" fmla="*/ 1001156 w 1127808"/>
              <a:gd name="connsiteY7" fmla="*/ 1124001 h 1124001"/>
              <a:gd name="connsiteX8" fmla="*/ 126023 w 1127808"/>
              <a:gd name="connsiteY8" fmla="*/ 1124001 h 1124001"/>
              <a:gd name="connsiteX9" fmla="*/ 0 w 1127808"/>
              <a:gd name="connsiteY9" fmla="*/ 997978 h 1124001"/>
              <a:gd name="connsiteX10" fmla="*/ 0 w 1127808"/>
              <a:gd name="connsiteY10"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001156 w 1127808"/>
              <a:gd name="connsiteY6" fmla="*/ 1124001 h 1124001"/>
              <a:gd name="connsiteX7" fmla="*/ 126023 w 1127808"/>
              <a:gd name="connsiteY7" fmla="*/ 1124001 h 1124001"/>
              <a:gd name="connsiteX8" fmla="*/ 0 w 1127808"/>
              <a:gd name="connsiteY8" fmla="*/ 997978 h 1124001"/>
              <a:gd name="connsiteX9" fmla="*/ 0 w 1127808"/>
              <a:gd name="connsiteY9"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26023 w 1127808"/>
              <a:gd name="connsiteY6" fmla="*/ 1124001 h 1124001"/>
              <a:gd name="connsiteX7" fmla="*/ 0 w 1127808"/>
              <a:gd name="connsiteY7" fmla="*/ 997978 h 1124001"/>
              <a:gd name="connsiteX8" fmla="*/ 0 w 1127808"/>
              <a:gd name="connsiteY8" fmla="*/ 126023 h 1124001"/>
              <a:gd name="connsiteX0" fmla="*/ 0 w 1127808"/>
              <a:gd name="connsiteY0" fmla="*/ 126023 h 1082383"/>
              <a:gd name="connsiteX1" fmla="*/ 126023 w 1127808"/>
              <a:gd name="connsiteY1" fmla="*/ 0 h 1082383"/>
              <a:gd name="connsiteX2" fmla="*/ 174779 w 1127808"/>
              <a:gd name="connsiteY2" fmla="*/ 3410 h 1082383"/>
              <a:gd name="connsiteX3" fmla="*/ 1001156 w 1127808"/>
              <a:gd name="connsiteY3" fmla="*/ 0 h 1082383"/>
              <a:gd name="connsiteX4" fmla="*/ 1127179 w 1127808"/>
              <a:gd name="connsiteY4" fmla="*/ 126023 h 1082383"/>
              <a:gd name="connsiteX5" fmla="*/ 1127808 w 1127808"/>
              <a:gd name="connsiteY5" fmla="*/ 949705 h 1082383"/>
              <a:gd name="connsiteX6" fmla="*/ 0 w 1127808"/>
              <a:gd name="connsiteY6" fmla="*/ 997978 h 1082383"/>
              <a:gd name="connsiteX7" fmla="*/ 0 w 1127808"/>
              <a:gd name="connsiteY7" fmla="*/ 126023 h 1082383"/>
              <a:gd name="connsiteX0" fmla="*/ 0 w 1127808"/>
              <a:gd name="connsiteY0" fmla="*/ 126023 h 949705"/>
              <a:gd name="connsiteX1" fmla="*/ 126023 w 1127808"/>
              <a:gd name="connsiteY1" fmla="*/ 0 h 949705"/>
              <a:gd name="connsiteX2" fmla="*/ 174779 w 1127808"/>
              <a:gd name="connsiteY2" fmla="*/ 3410 h 949705"/>
              <a:gd name="connsiteX3" fmla="*/ 1001156 w 1127808"/>
              <a:gd name="connsiteY3" fmla="*/ 0 h 949705"/>
              <a:gd name="connsiteX4" fmla="*/ 1127179 w 1127808"/>
              <a:gd name="connsiteY4" fmla="*/ 126023 h 949705"/>
              <a:gd name="connsiteX5" fmla="*/ 1127808 w 1127808"/>
              <a:gd name="connsiteY5" fmla="*/ 949705 h 949705"/>
              <a:gd name="connsiteX6" fmla="*/ 0 w 1127808"/>
              <a:gd name="connsiteY6" fmla="*/ 126023 h 949705"/>
              <a:gd name="connsiteX0" fmla="*/ 1001785 w 1001785"/>
              <a:gd name="connsiteY0" fmla="*/ 949705 h 949705"/>
              <a:gd name="connsiteX1" fmla="*/ 0 w 1001785"/>
              <a:gd name="connsiteY1" fmla="*/ 0 h 949705"/>
              <a:gd name="connsiteX2" fmla="*/ 48756 w 1001785"/>
              <a:gd name="connsiteY2" fmla="*/ 3410 h 949705"/>
              <a:gd name="connsiteX3" fmla="*/ 875133 w 1001785"/>
              <a:gd name="connsiteY3" fmla="*/ 0 h 949705"/>
              <a:gd name="connsiteX4" fmla="*/ 1001156 w 1001785"/>
              <a:gd name="connsiteY4" fmla="*/ 126023 h 949705"/>
              <a:gd name="connsiteX5" fmla="*/ 1001785 w 1001785"/>
              <a:gd name="connsiteY5"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1345 w 952420"/>
              <a:gd name="connsiteY0" fmla="*/ 961491 h 961491"/>
              <a:gd name="connsiteX1" fmla="*/ 0 w 952420"/>
              <a:gd name="connsiteY1" fmla="*/ 3410 h 961491"/>
              <a:gd name="connsiteX2" fmla="*/ 826377 w 952420"/>
              <a:gd name="connsiteY2" fmla="*/ 0 h 961491"/>
              <a:gd name="connsiteX3" fmla="*/ 952400 w 952420"/>
              <a:gd name="connsiteY3" fmla="*/ 126023 h 961491"/>
              <a:gd name="connsiteX4" fmla="*/ 951345 w 952420"/>
              <a:gd name="connsiteY4" fmla="*/ 961491 h 961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420" h="961491">
                <a:moveTo>
                  <a:pt x="951345" y="961491"/>
                </a:moveTo>
                <a:cubicBezTo>
                  <a:pt x="947522" y="957893"/>
                  <a:pt x="903" y="3417"/>
                  <a:pt x="0" y="3410"/>
                </a:cubicBezTo>
                <a:lnTo>
                  <a:pt x="826377" y="0"/>
                </a:lnTo>
                <a:cubicBezTo>
                  <a:pt x="895978" y="0"/>
                  <a:pt x="952400" y="56422"/>
                  <a:pt x="952400" y="126023"/>
                </a:cubicBezTo>
                <a:cubicBezTo>
                  <a:pt x="952610" y="400584"/>
                  <a:pt x="951135" y="686930"/>
                  <a:pt x="951345" y="961491"/>
                </a:cubicBezTo>
                <a:close/>
              </a:path>
            </a:pathLst>
          </a:custGeom>
          <a:solidFill>
            <a:schemeClr val="bg1"/>
          </a:solid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59207971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lack">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DB26AB9-FA2C-470C-BC6A-8F93160FEBDF}"/>
              </a:ext>
            </a:extLst>
          </p:cNvPr>
          <p:cNvSpPr>
            <a:spLocks noGrp="1"/>
          </p:cNvSpPr>
          <p:nvPr>
            <p:ph type="pic" sz="quarter" idx="15" hasCustomPrompt="1"/>
          </p:nvPr>
        </p:nvSpPr>
        <p:spPr>
          <a:xfrm>
            <a:off x="0" y="0"/>
            <a:ext cx="12192000" cy="6858000"/>
          </a:xfrm>
          <a:solidFill>
            <a:schemeClr val="bg1">
              <a:lumMod val="95000"/>
            </a:schemeClr>
          </a:solidFill>
        </p:spPr>
        <p:txBody>
          <a:bodyPr/>
          <a:lstStyle>
            <a:lvl1pPr>
              <a:defRPr>
                <a:solidFill>
                  <a:schemeClr val="tx1"/>
                </a:solidFill>
              </a:defRPr>
            </a:lvl1pPr>
          </a:lstStyle>
          <a:p>
            <a:r>
              <a:rPr lang="en-US" dirty="0"/>
              <a:t>Insert picture</a:t>
            </a:r>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7" name="Text Placeholder 6">
            <a:extLst>
              <a:ext uri="{FF2B5EF4-FFF2-40B4-BE49-F238E27FC236}">
                <a16:creationId xmlns:a16="http://schemas.microsoft.com/office/drawing/2014/main" id="{398460BF-32EE-4008-8DDC-14947536EFF1}"/>
              </a:ext>
            </a:extLst>
          </p:cNvPr>
          <p:cNvSpPr>
            <a:spLocks noGrp="1"/>
          </p:cNvSpPr>
          <p:nvPr>
            <p:ph type="body" sz="quarter" idx="13"/>
          </p:nvPr>
        </p:nvSpPr>
        <p:spPr>
          <a:xfrm>
            <a:off x="839788" y="1005841"/>
            <a:ext cx="3214052" cy="4838699"/>
          </a:xfrm>
          <a:prstGeom prst="rect">
            <a:avLst/>
          </a:prstGeom>
          <a:solidFill>
            <a:schemeClr val="tx1"/>
          </a:solidFill>
          <a:ln>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8" name="Content Placeholder 7">
            <a:extLst>
              <a:ext uri="{FF2B5EF4-FFF2-40B4-BE49-F238E27FC236}">
                <a16:creationId xmlns:a16="http://schemas.microsoft.com/office/drawing/2014/main" id="{F4A12B04-E393-4DCC-9166-7EF7BED4CE1D}"/>
              </a:ext>
            </a:extLst>
          </p:cNvPr>
          <p:cNvSpPr>
            <a:spLocks noGrp="1"/>
          </p:cNvSpPr>
          <p:nvPr>
            <p:ph sz="quarter" idx="14"/>
          </p:nvPr>
        </p:nvSpPr>
        <p:spPr>
          <a:xfrm rot="2700000">
            <a:off x="3575883" y="2948619"/>
            <a:ext cx="952420" cy="961491"/>
          </a:xfrm>
          <a:custGeom>
            <a:avLst/>
            <a:gdLst>
              <a:gd name="connsiteX0" fmla="*/ 0 w 1127179"/>
              <a:gd name="connsiteY0" fmla="*/ 126023 h 1124001"/>
              <a:gd name="connsiteX1" fmla="*/ 126023 w 1127179"/>
              <a:gd name="connsiteY1" fmla="*/ 0 h 1124001"/>
              <a:gd name="connsiteX2" fmla="*/ 1001156 w 1127179"/>
              <a:gd name="connsiteY2" fmla="*/ 0 h 1124001"/>
              <a:gd name="connsiteX3" fmla="*/ 1127179 w 1127179"/>
              <a:gd name="connsiteY3" fmla="*/ 126023 h 1124001"/>
              <a:gd name="connsiteX4" fmla="*/ 1127179 w 1127179"/>
              <a:gd name="connsiteY4" fmla="*/ 997978 h 1124001"/>
              <a:gd name="connsiteX5" fmla="*/ 1001156 w 1127179"/>
              <a:gd name="connsiteY5" fmla="*/ 1124001 h 1124001"/>
              <a:gd name="connsiteX6" fmla="*/ 126023 w 1127179"/>
              <a:gd name="connsiteY6" fmla="*/ 1124001 h 1124001"/>
              <a:gd name="connsiteX7" fmla="*/ 0 w 1127179"/>
              <a:gd name="connsiteY7" fmla="*/ 997978 h 1124001"/>
              <a:gd name="connsiteX8" fmla="*/ 0 w 1127179"/>
              <a:gd name="connsiteY8" fmla="*/ 126023 h 1124001"/>
              <a:gd name="connsiteX0" fmla="*/ 0 w 1127179"/>
              <a:gd name="connsiteY0" fmla="*/ 126023 h 1124001"/>
              <a:gd name="connsiteX1" fmla="*/ 126023 w 1127179"/>
              <a:gd name="connsiteY1" fmla="*/ 0 h 1124001"/>
              <a:gd name="connsiteX2" fmla="*/ 174779 w 1127179"/>
              <a:gd name="connsiteY2" fmla="*/ 3410 h 1124001"/>
              <a:gd name="connsiteX3" fmla="*/ 1001156 w 1127179"/>
              <a:gd name="connsiteY3" fmla="*/ 0 h 1124001"/>
              <a:gd name="connsiteX4" fmla="*/ 1127179 w 1127179"/>
              <a:gd name="connsiteY4" fmla="*/ 126023 h 1124001"/>
              <a:gd name="connsiteX5" fmla="*/ 1127179 w 1127179"/>
              <a:gd name="connsiteY5" fmla="*/ 997978 h 1124001"/>
              <a:gd name="connsiteX6" fmla="*/ 1001156 w 1127179"/>
              <a:gd name="connsiteY6" fmla="*/ 1124001 h 1124001"/>
              <a:gd name="connsiteX7" fmla="*/ 126023 w 1127179"/>
              <a:gd name="connsiteY7" fmla="*/ 1124001 h 1124001"/>
              <a:gd name="connsiteX8" fmla="*/ 0 w 1127179"/>
              <a:gd name="connsiteY8" fmla="*/ 997978 h 1124001"/>
              <a:gd name="connsiteX9" fmla="*/ 0 w 1127179"/>
              <a:gd name="connsiteY9"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127179 w 1127808"/>
              <a:gd name="connsiteY6" fmla="*/ 997978 h 1124001"/>
              <a:gd name="connsiteX7" fmla="*/ 1001156 w 1127808"/>
              <a:gd name="connsiteY7" fmla="*/ 1124001 h 1124001"/>
              <a:gd name="connsiteX8" fmla="*/ 126023 w 1127808"/>
              <a:gd name="connsiteY8" fmla="*/ 1124001 h 1124001"/>
              <a:gd name="connsiteX9" fmla="*/ 0 w 1127808"/>
              <a:gd name="connsiteY9" fmla="*/ 997978 h 1124001"/>
              <a:gd name="connsiteX10" fmla="*/ 0 w 1127808"/>
              <a:gd name="connsiteY10"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001156 w 1127808"/>
              <a:gd name="connsiteY6" fmla="*/ 1124001 h 1124001"/>
              <a:gd name="connsiteX7" fmla="*/ 126023 w 1127808"/>
              <a:gd name="connsiteY7" fmla="*/ 1124001 h 1124001"/>
              <a:gd name="connsiteX8" fmla="*/ 0 w 1127808"/>
              <a:gd name="connsiteY8" fmla="*/ 997978 h 1124001"/>
              <a:gd name="connsiteX9" fmla="*/ 0 w 1127808"/>
              <a:gd name="connsiteY9" fmla="*/ 126023 h 1124001"/>
              <a:gd name="connsiteX0" fmla="*/ 0 w 1127808"/>
              <a:gd name="connsiteY0" fmla="*/ 126023 h 1124001"/>
              <a:gd name="connsiteX1" fmla="*/ 126023 w 1127808"/>
              <a:gd name="connsiteY1" fmla="*/ 0 h 1124001"/>
              <a:gd name="connsiteX2" fmla="*/ 174779 w 1127808"/>
              <a:gd name="connsiteY2" fmla="*/ 3410 h 1124001"/>
              <a:gd name="connsiteX3" fmla="*/ 1001156 w 1127808"/>
              <a:gd name="connsiteY3" fmla="*/ 0 h 1124001"/>
              <a:gd name="connsiteX4" fmla="*/ 1127179 w 1127808"/>
              <a:gd name="connsiteY4" fmla="*/ 126023 h 1124001"/>
              <a:gd name="connsiteX5" fmla="*/ 1127808 w 1127808"/>
              <a:gd name="connsiteY5" fmla="*/ 949705 h 1124001"/>
              <a:gd name="connsiteX6" fmla="*/ 126023 w 1127808"/>
              <a:gd name="connsiteY6" fmla="*/ 1124001 h 1124001"/>
              <a:gd name="connsiteX7" fmla="*/ 0 w 1127808"/>
              <a:gd name="connsiteY7" fmla="*/ 997978 h 1124001"/>
              <a:gd name="connsiteX8" fmla="*/ 0 w 1127808"/>
              <a:gd name="connsiteY8" fmla="*/ 126023 h 1124001"/>
              <a:gd name="connsiteX0" fmla="*/ 0 w 1127808"/>
              <a:gd name="connsiteY0" fmla="*/ 126023 h 1082383"/>
              <a:gd name="connsiteX1" fmla="*/ 126023 w 1127808"/>
              <a:gd name="connsiteY1" fmla="*/ 0 h 1082383"/>
              <a:gd name="connsiteX2" fmla="*/ 174779 w 1127808"/>
              <a:gd name="connsiteY2" fmla="*/ 3410 h 1082383"/>
              <a:gd name="connsiteX3" fmla="*/ 1001156 w 1127808"/>
              <a:gd name="connsiteY3" fmla="*/ 0 h 1082383"/>
              <a:gd name="connsiteX4" fmla="*/ 1127179 w 1127808"/>
              <a:gd name="connsiteY4" fmla="*/ 126023 h 1082383"/>
              <a:gd name="connsiteX5" fmla="*/ 1127808 w 1127808"/>
              <a:gd name="connsiteY5" fmla="*/ 949705 h 1082383"/>
              <a:gd name="connsiteX6" fmla="*/ 0 w 1127808"/>
              <a:gd name="connsiteY6" fmla="*/ 997978 h 1082383"/>
              <a:gd name="connsiteX7" fmla="*/ 0 w 1127808"/>
              <a:gd name="connsiteY7" fmla="*/ 126023 h 1082383"/>
              <a:gd name="connsiteX0" fmla="*/ 0 w 1127808"/>
              <a:gd name="connsiteY0" fmla="*/ 126023 h 949705"/>
              <a:gd name="connsiteX1" fmla="*/ 126023 w 1127808"/>
              <a:gd name="connsiteY1" fmla="*/ 0 h 949705"/>
              <a:gd name="connsiteX2" fmla="*/ 174779 w 1127808"/>
              <a:gd name="connsiteY2" fmla="*/ 3410 h 949705"/>
              <a:gd name="connsiteX3" fmla="*/ 1001156 w 1127808"/>
              <a:gd name="connsiteY3" fmla="*/ 0 h 949705"/>
              <a:gd name="connsiteX4" fmla="*/ 1127179 w 1127808"/>
              <a:gd name="connsiteY4" fmla="*/ 126023 h 949705"/>
              <a:gd name="connsiteX5" fmla="*/ 1127808 w 1127808"/>
              <a:gd name="connsiteY5" fmla="*/ 949705 h 949705"/>
              <a:gd name="connsiteX6" fmla="*/ 0 w 1127808"/>
              <a:gd name="connsiteY6" fmla="*/ 126023 h 949705"/>
              <a:gd name="connsiteX0" fmla="*/ 1001785 w 1001785"/>
              <a:gd name="connsiteY0" fmla="*/ 949705 h 949705"/>
              <a:gd name="connsiteX1" fmla="*/ 0 w 1001785"/>
              <a:gd name="connsiteY1" fmla="*/ 0 h 949705"/>
              <a:gd name="connsiteX2" fmla="*/ 48756 w 1001785"/>
              <a:gd name="connsiteY2" fmla="*/ 3410 h 949705"/>
              <a:gd name="connsiteX3" fmla="*/ 875133 w 1001785"/>
              <a:gd name="connsiteY3" fmla="*/ 0 h 949705"/>
              <a:gd name="connsiteX4" fmla="*/ 1001156 w 1001785"/>
              <a:gd name="connsiteY4" fmla="*/ 126023 h 949705"/>
              <a:gd name="connsiteX5" fmla="*/ 1001785 w 1001785"/>
              <a:gd name="connsiteY5"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3029 w 953029"/>
              <a:gd name="connsiteY0" fmla="*/ 949705 h 949705"/>
              <a:gd name="connsiteX1" fmla="*/ 0 w 953029"/>
              <a:gd name="connsiteY1" fmla="*/ 3410 h 949705"/>
              <a:gd name="connsiteX2" fmla="*/ 826377 w 953029"/>
              <a:gd name="connsiteY2" fmla="*/ 0 h 949705"/>
              <a:gd name="connsiteX3" fmla="*/ 952400 w 953029"/>
              <a:gd name="connsiteY3" fmla="*/ 126023 h 949705"/>
              <a:gd name="connsiteX4" fmla="*/ 953029 w 953029"/>
              <a:gd name="connsiteY4" fmla="*/ 949705 h 949705"/>
              <a:gd name="connsiteX0" fmla="*/ 951345 w 952420"/>
              <a:gd name="connsiteY0" fmla="*/ 961491 h 961491"/>
              <a:gd name="connsiteX1" fmla="*/ 0 w 952420"/>
              <a:gd name="connsiteY1" fmla="*/ 3410 h 961491"/>
              <a:gd name="connsiteX2" fmla="*/ 826377 w 952420"/>
              <a:gd name="connsiteY2" fmla="*/ 0 h 961491"/>
              <a:gd name="connsiteX3" fmla="*/ 952400 w 952420"/>
              <a:gd name="connsiteY3" fmla="*/ 126023 h 961491"/>
              <a:gd name="connsiteX4" fmla="*/ 951345 w 952420"/>
              <a:gd name="connsiteY4" fmla="*/ 961491 h 961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420" h="961491">
                <a:moveTo>
                  <a:pt x="951345" y="961491"/>
                </a:moveTo>
                <a:cubicBezTo>
                  <a:pt x="947522" y="957893"/>
                  <a:pt x="903" y="3417"/>
                  <a:pt x="0" y="3410"/>
                </a:cubicBezTo>
                <a:lnTo>
                  <a:pt x="826377" y="0"/>
                </a:lnTo>
                <a:cubicBezTo>
                  <a:pt x="895978" y="0"/>
                  <a:pt x="952400" y="56422"/>
                  <a:pt x="952400" y="126023"/>
                </a:cubicBezTo>
                <a:cubicBezTo>
                  <a:pt x="952610" y="400584"/>
                  <a:pt x="951135" y="686930"/>
                  <a:pt x="951345" y="961491"/>
                </a:cubicBezTo>
                <a:close/>
              </a:path>
            </a:pathLst>
          </a:custGeom>
          <a:solidFill>
            <a:schemeClr val="tx1"/>
          </a:solid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112623234"/>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Font Instruc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sp>
        <p:nvSpPr>
          <p:cNvPr id="8" name="TextBox 7">
            <a:extLst>
              <a:ext uri="{FF2B5EF4-FFF2-40B4-BE49-F238E27FC236}">
                <a16:creationId xmlns:a16="http://schemas.microsoft.com/office/drawing/2014/main" id="{E3DB7031-F5BC-46AB-B9A3-67B3A6428945}"/>
              </a:ext>
            </a:extLst>
          </p:cNvPr>
          <p:cNvSpPr txBox="1"/>
          <p:nvPr userDrawn="1"/>
        </p:nvSpPr>
        <p:spPr>
          <a:xfrm>
            <a:off x="839788" y="932442"/>
            <a:ext cx="6094878" cy="584775"/>
          </a:xfrm>
          <a:prstGeom prst="rect">
            <a:avLst/>
          </a:prstGeom>
          <a:noFill/>
        </p:spPr>
        <p:txBody>
          <a:bodyPr wrap="square">
            <a:spAutoFit/>
          </a:bodyPr>
          <a:lstStyle/>
          <a:p>
            <a:r>
              <a:rPr lang="en-US" sz="3200" dirty="0"/>
              <a:t>Font style cycling instructions</a:t>
            </a:r>
            <a:endParaRPr lang="en-AU" sz="3200" dirty="0"/>
          </a:p>
        </p:txBody>
      </p:sp>
      <p:sp>
        <p:nvSpPr>
          <p:cNvPr id="9" name="TextBox 8">
            <a:extLst>
              <a:ext uri="{FF2B5EF4-FFF2-40B4-BE49-F238E27FC236}">
                <a16:creationId xmlns:a16="http://schemas.microsoft.com/office/drawing/2014/main" id="{DE19007E-9FB1-4A00-8DBE-43B91BD02C80}"/>
              </a:ext>
            </a:extLst>
          </p:cNvPr>
          <p:cNvSpPr txBox="1"/>
          <p:nvPr userDrawn="1"/>
        </p:nvSpPr>
        <p:spPr>
          <a:xfrm>
            <a:off x="839788" y="1828800"/>
            <a:ext cx="5930806" cy="646331"/>
          </a:xfrm>
          <a:prstGeom prst="rect">
            <a:avLst/>
          </a:prstGeom>
          <a:noFill/>
        </p:spPr>
        <p:txBody>
          <a:bodyPr wrap="square" rtlCol="0">
            <a:spAutoFit/>
          </a:bodyPr>
          <a:lstStyle/>
          <a:p>
            <a:r>
              <a:rPr lang="en-US" dirty="0"/>
              <a:t>To cycle through text styles, use the</a:t>
            </a:r>
            <a:br>
              <a:rPr lang="en-US" dirty="0"/>
            </a:br>
            <a:r>
              <a:rPr lang="en-US" dirty="0"/>
              <a:t> ‘Increase List Level’  button in the Home tab.</a:t>
            </a:r>
          </a:p>
        </p:txBody>
      </p:sp>
      <p:pic>
        <p:nvPicPr>
          <p:cNvPr id="10" name="Picture 9">
            <a:extLst>
              <a:ext uri="{FF2B5EF4-FFF2-40B4-BE49-F238E27FC236}">
                <a16:creationId xmlns:a16="http://schemas.microsoft.com/office/drawing/2014/main" id="{1D12C047-4330-4759-975D-D861E34E8C41}"/>
              </a:ext>
            </a:extLst>
          </p:cNvPr>
          <p:cNvPicPr>
            <a:picLocks noChangeAspect="1"/>
          </p:cNvPicPr>
          <p:nvPr userDrawn="1"/>
        </p:nvPicPr>
        <p:blipFill>
          <a:blip r:embed="rId2"/>
          <a:stretch>
            <a:fillRect/>
          </a:stretch>
        </p:blipFill>
        <p:spPr>
          <a:xfrm>
            <a:off x="839788" y="2669831"/>
            <a:ext cx="3792537" cy="1145782"/>
          </a:xfrm>
          <a:prstGeom prst="rect">
            <a:avLst/>
          </a:prstGeom>
        </p:spPr>
      </p:pic>
      <p:sp>
        <p:nvSpPr>
          <p:cNvPr id="12" name="TextBox 11">
            <a:extLst>
              <a:ext uri="{FF2B5EF4-FFF2-40B4-BE49-F238E27FC236}">
                <a16:creationId xmlns:a16="http://schemas.microsoft.com/office/drawing/2014/main" id="{9831B9DB-7987-4601-93DE-F21D59D1CB6A}"/>
              </a:ext>
            </a:extLst>
          </p:cNvPr>
          <p:cNvSpPr txBox="1"/>
          <p:nvPr userDrawn="1"/>
        </p:nvSpPr>
        <p:spPr>
          <a:xfrm>
            <a:off x="7713560" y="2475131"/>
            <a:ext cx="2390869" cy="2488758"/>
          </a:xfrm>
          <a:prstGeom prst="rect">
            <a:avLst/>
          </a:prstGeom>
          <a:noFill/>
        </p:spPr>
        <p:txBody>
          <a:bodyPr wrap="square" rtlCol="0">
            <a:spAutoFit/>
          </a:bodyPr>
          <a:lstStyle/>
          <a:p>
            <a:pPr marL="104775" lvl="0" indent="-104775">
              <a:lnSpc>
                <a:spcPct val="150000"/>
              </a:lnSpc>
              <a:spcBef>
                <a:spcPts val="600"/>
              </a:spcBef>
              <a:spcAft>
                <a:spcPts val="600"/>
              </a:spcAft>
              <a:buFontTx/>
              <a:buBlip>
                <a:blip r:embed="rId3"/>
              </a:buBlip>
            </a:pPr>
            <a:r>
              <a:rPr lang="en-US" sz="1400" b="1" kern="1200" cap="none" spc="9" baseline="0" dirty="0">
                <a:solidFill>
                  <a:schemeClr val="tx1"/>
                </a:solidFill>
                <a:latin typeface="+mj-lt"/>
                <a:ea typeface="+mn-ea"/>
                <a:cs typeface="+mn-cs"/>
              </a:rPr>
              <a:t>Subheading 1</a:t>
            </a:r>
          </a:p>
          <a:p>
            <a:pPr marL="0" lvl="1" indent="0">
              <a:lnSpc>
                <a:spcPct val="150000"/>
              </a:lnSpc>
              <a:spcBef>
                <a:spcPts val="600"/>
              </a:spcBef>
              <a:spcAft>
                <a:spcPts val="600"/>
              </a:spcAft>
            </a:pPr>
            <a:r>
              <a:rPr lang="en-US" sz="1150" b="1" kern="1200" spc="30" dirty="0">
                <a:solidFill>
                  <a:schemeClr val="tx1"/>
                </a:solidFill>
                <a:latin typeface="+mj-lt"/>
                <a:ea typeface="+mn-ea"/>
                <a:cs typeface="+mn-cs"/>
              </a:rPr>
              <a:t>Subheading 2</a:t>
            </a:r>
          </a:p>
          <a:p>
            <a:pPr marL="0" lvl="2" indent="0">
              <a:lnSpc>
                <a:spcPct val="150000"/>
              </a:lnSpc>
              <a:spcBef>
                <a:spcPts val="600"/>
              </a:spcBef>
              <a:spcAft>
                <a:spcPts val="600"/>
              </a:spcAft>
            </a:pPr>
            <a:r>
              <a:rPr lang="en-US" sz="1150" kern="1200" spc="-24" dirty="0">
                <a:solidFill>
                  <a:schemeClr val="tx1"/>
                </a:solidFill>
                <a:latin typeface="Roboto"/>
                <a:ea typeface="+mn-ea"/>
                <a:cs typeface="+mn-cs"/>
              </a:rPr>
              <a:t>Body</a:t>
            </a:r>
          </a:p>
          <a:p>
            <a:pPr marL="144000" lvl="3" indent="-144000" algn="l" defTabSz="914400" rtl="0" eaLnBrk="1" latinLnBrk="0" hangingPunct="1">
              <a:lnSpc>
                <a:spcPct val="150000"/>
              </a:lnSpc>
              <a:spcBef>
                <a:spcPts val="600"/>
              </a:spcBef>
              <a:spcAft>
                <a:spcPts val="600"/>
              </a:spcAft>
              <a:buFont typeface="Arial" panose="020B0604020202020204" pitchFamily="34" charset="0"/>
              <a:buChar char="•"/>
            </a:pPr>
            <a:r>
              <a:rPr lang="en-US" sz="1150" b="0" kern="1200" baseline="0" dirty="0">
                <a:solidFill>
                  <a:schemeClr val="tx1"/>
                </a:solidFill>
                <a:latin typeface="+mn-lt"/>
                <a:ea typeface="+mn-ea"/>
                <a:cs typeface="+mn-cs"/>
              </a:rPr>
              <a:t>Bullets</a:t>
            </a:r>
          </a:p>
          <a:p>
            <a:pPr marL="0" lvl="4" indent="0">
              <a:lnSpc>
                <a:spcPct val="150000"/>
              </a:lnSpc>
              <a:spcBef>
                <a:spcPts val="600"/>
              </a:spcBef>
              <a:spcAft>
                <a:spcPts val="600"/>
              </a:spcAft>
            </a:pPr>
            <a:r>
              <a:rPr lang="en-US" sz="1400" b="0" kern="1200" dirty="0">
                <a:solidFill>
                  <a:schemeClr val="tx1"/>
                </a:solidFill>
                <a:latin typeface="+mn-lt"/>
                <a:ea typeface="+mn-ea"/>
                <a:cs typeface="+mn-cs"/>
              </a:rPr>
              <a:t>Callout</a:t>
            </a:r>
          </a:p>
          <a:p>
            <a:pPr marL="0" lvl="5" indent="0">
              <a:lnSpc>
                <a:spcPct val="150000"/>
              </a:lnSpc>
              <a:spcBef>
                <a:spcPts val="600"/>
              </a:spcBef>
              <a:spcAft>
                <a:spcPts val="600"/>
              </a:spcAft>
            </a:pPr>
            <a:r>
              <a:rPr lang="en-AU" sz="900" kern="1200" baseline="0" dirty="0">
                <a:solidFill>
                  <a:schemeClr val="tx1"/>
                </a:solidFill>
                <a:latin typeface="+mn-lt"/>
                <a:ea typeface="+mn-ea"/>
                <a:cs typeface="+mn-cs"/>
              </a:rPr>
              <a:t>Caption/Footnotes</a:t>
            </a:r>
          </a:p>
        </p:txBody>
      </p:sp>
      <p:sp>
        <p:nvSpPr>
          <p:cNvPr id="15" name="TextBox 14">
            <a:extLst>
              <a:ext uri="{FF2B5EF4-FFF2-40B4-BE49-F238E27FC236}">
                <a16:creationId xmlns:a16="http://schemas.microsoft.com/office/drawing/2014/main" id="{7EB53228-8423-4904-97F3-9B01699DC340}"/>
              </a:ext>
            </a:extLst>
          </p:cNvPr>
          <p:cNvSpPr txBox="1"/>
          <p:nvPr userDrawn="1"/>
        </p:nvSpPr>
        <p:spPr>
          <a:xfrm>
            <a:off x="7408677" y="1833409"/>
            <a:ext cx="2390869" cy="369332"/>
          </a:xfrm>
          <a:prstGeom prst="rect">
            <a:avLst/>
          </a:prstGeom>
          <a:noFill/>
        </p:spPr>
        <p:txBody>
          <a:bodyPr wrap="square" rtlCol="0">
            <a:spAutoFit/>
          </a:bodyPr>
          <a:lstStyle/>
          <a:p>
            <a:r>
              <a:rPr lang="en-US" dirty="0"/>
              <a:t>Font style examples</a:t>
            </a:r>
          </a:p>
        </p:txBody>
      </p:sp>
      <p:sp>
        <p:nvSpPr>
          <p:cNvPr id="16" name="TextBox 15">
            <a:extLst>
              <a:ext uri="{FF2B5EF4-FFF2-40B4-BE49-F238E27FC236}">
                <a16:creationId xmlns:a16="http://schemas.microsoft.com/office/drawing/2014/main" id="{FCAE3CD6-900B-423F-8785-C6452A319FE6}"/>
              </a:ext>
            </a:extLst>
          </p:cNvPr>
          <p:cNvSpPr txBox="1"/>
          <p:nvPr userDrawn="1"/>
        </p:nvSpPr>
        <p:spPr>
          <a:xfrm>
            <a:off x="7408677" y="2448528"/>
            <a:ext cx="881436" cy="2571923"/>
          </a:xfrm>
          <a:prstGeom prst="rect">
            <a:avLst/>
          </a:prstGeom>
          <a:noFill/>
        </p:spPr>
        <p:txBody>
          <a:bodyPr wrap="square" rtlCol="0">
            <a:spAutoFit/>
          </a:bodyPr>
          <a:lstStyle/>
          <a:p>
            <a:pPr>
              <a:lnSpc>
                <a:spcPct val="150000"/>
              </a:lnSpc>
              <a:spcBef>
                <a:spcPts val="600"/>
              </a:spcBef>
              <a:spcAft>
                <a:spcPts val="300"/>
              </a:spcAft>
            </a:pPr>
            <a:r>
              <a:rPr lang="en-US" sz="1400" dirty="0">
                <a:solidFill>
                  <a:schemeClr val="accent1"/>
                </a:solidFill>
              </a:rPr>
              <a:t>1</a:t>
            </a:r>
          </a:p>
          <a:p>
            <a:pPr>
              <a:lnSpc>
                <a:spcPct val="150000"/>
              </a:lnSpc>
              <a:spcBef>
                <a:spcPts val="600"/>
              </a:spcBef>
              <a:spcAft>
                <a:spcPts val="300"/>
              </a:spcAft>
            </a:pPr>
            <a:r>
              <a:rPr lang="en-US" sz="1400" dirty="0">
                <a:solidFill>
                  <a:schemeClr val="accent1"/>
                </a:solidFill>
              </a:rPr>
              <a:t>2</a:t>
            </a:r>
          </a:p>
          <a:p>
            <a:pPr>
              <a:lnSpc>
                <a:spcPct val="150000"/>
              </a:lnSpc>
              <a:spcBef>
                <a:spcPts val="600"/>
              </a:spcBef>
              <a:spcAft>
                <a:spcPts val="300"/>
              </a:spcAft>
            </a:pPr>
            <a:r>
              <a:rPr lang="en-US" sz="1400" dirty="0">
                <a:solidFill>
                  <a:schemeClr val="accent1"/>
                </a:solidFill>
              </a:rPr>
              <a:t>3</a:t>
            </a:r>
          </a:p>
          <a:p>
            <a:pPr>
              <a:lnSpc>
                <a:spcPct val="150000"/>
              </a:lnSpc>
              <a:spcBef>
                <a:spcPts val="600"/>
              </a:spcBef>
              <a:spcAft>
                <a:spcPts val="300"/>
              </a:spcAft>
            </a:pPr>
            <a:r>
              <a:rPr lang="en-US" sz="1400" dirty="0">
                <a:solidFill>
                  <a:schemeClr val="accent1"/>
                </a:solidFill>
              </a:rPr>
              <a:t>4</a:t>
            </a:r>
          </a:p>
          <a:p>
            <a:pPr>
              <a:lnSpc>
                <a:spcPct val="150000"/>
              </a:lnSpc>
              <a:spcBef>
                <a:spcPts val="600"/>
              </a:spcBef>
              <a:spcAft>
                <a:spcPts val="300"/>
              </a:spcAft>
            </a:pPr>
            <a:r>
              <a:rPr lang="en-US" sz="1400" dirty="0">
                <a:solidFill>
                  <a:schemeClr val="accent1"/>
                </a:solidFill>
              </a:rPr>
              <a:t>5</a:t>
            </a:r>
          </a:p>
          <a:p>
            <a:pPr>
              <a:lnSpc>
                <a:spcPct val="150000"/>
              </a:lnSpc>
              <a:spcBef>
                <a:spcPts val="600"/>
              </a:spcBef>
              <a:spcAft>
                <a:spcPts val="300"/>
              </a:spcAft>
            </a:pPr>
            <a:r>
              <a:rPr lang="en-US" sz="1400" dirty="0">
                <a:solidFill>
                  <a:schemeClr val="accent1"/>
                </a:solidFill>
              </a:rPr>
              <a:t>6</a:t>
            </a:r>
          </a:p>
        </p:txBody>
      </p:sp>
    </p:spTree>
    <p:extLst>
      <p:ext uri="{BB962C8B-B14F-4D97-AF65-F5344CB8AC3E}">
        <p14:creationId xmlns:p14="http://schemas.microsoft.com/office/powerpoint/2010/main" val="363389806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ustom Tables (EDIT IN MASTER)">
    <p:bg>
      <p:bgPr>
        <a:solidFill>
          <a:schemeClr val="bg1">
            <a:alpha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p:txBody>
          <a:bodyPr/>
          <a:lstStyle>
            <a:lvl1pPr>
              <a:defRPr/>
            </a:lvl1pPr>
          </a:lstStyle>
          <a:p>
            <a:r>
              <a:rPr lang="en-US" dirty="0"/>
              <a:t>Custom Tables</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graphicFrame>
        <p:nvGraphicFramePr>
          <p:cNvPr id="7" name="Table 10">
            <a:extLst>
              <a:ext uri="{FF2B5EF4-FFF2-40B4-BE49-F238E27FC236}">
                <a16:creationId xmlns:a16="http://schemas.microsoft.com/office/drawing/2014/main" id="{F3DEC2E3-CFFB-40E3-8F5A-70AAA1E54592}"/>
              </a:ext>
            </a:extLst>
          </p:cNvPr>
          <p:cNvGraphicFramePr>
            <a:graphicFrameLocks noGrp="1"/>
          </p:cNvGraphicFramePr>
          <p:nvPr userDrawn="1">
            <p:extLst>
              <p:ext uri="{D42A27DB-BD31-4B8C-83A1-F6EECF244321}">
                <p14:modId xmlns:p14="http://schemas.microsoft.com/office/powerpoint/2010/main" val="1293325484"/>
              </p:ext>
            </p:extLst>
          </p:nvPr>
        </p:nvGraphicFramePr>
        <p:xfrm>
          <a:off x="839545" y="1703164"/>
          <a:ext cx="10539785" cy="370840"/>
        </p:xfrm>
        <a:graphic>
          <a:graphicData uri="http://schemas.openxmlformats.org/drawingml/2006/table">
            <a:tbl>
              <a:tblPr firstRow="1" bandRow="1">
                <a:tableStyleId>{073A0DAA-6AF3-43AB-8588-CEC1D06C72B9}</a:tableStyleId>
              </a:tblPr>
              <a:tblGrid>
                <a:gridCol w="1395655">
                  <a:extLst>
                    <a:ext uri="{9D8B030D-6E8A-4147-A177-3AD203B41FA5}">
                      <a16:colId xmlns:a16="http://schemas.microsoft.com/office/drawing/2014/main" val="2397193138"/>
                    </a:ext>
                  </a:extLst>
                </a:gridCol>
                <a:gridCol w="4996180">
                  <a:extLst>
                    <a:ext uri="{9D8B030D-6E8A-4147-A177-3AD203B41FA5}">
                      <a16:colId xmlns:a16="http://schemas.microsoft.com/office/drawing/2014/main" val="188417371"/>
                    </a:ext>
                  </a:extLst>
                </a:gridCol>
                <a:gridCol w="1417320">
                  <a:extLst>
                    <a:ext uri="{9D8B030D-6E8A-4147-A177-3AD203B41FA5}">
                      <a16:colId xmlns:a16="http://schemas.microsoft.com/office/drawing/2014/main" val="1301978301"/>
                    </a:ext>
                  </a:extLst>
                </a:gridCol>
                <a:gridCol w="1231900">
                  <a:extLst>
                    <a:ext uri="{9D8B030D-6E8A-4147-A177-3AD203B41FA5}">
                      <a16:colId xmlns:a16="http://schemas.microsoft.com/office/drawing/2014/main" val="2696287601"/>
                    </a:ext>
                  </a:extLst>
                </a:gridCol>
                <a:gridCol w="1498730">
                  <a:extLst>
                    <a:ext uri="{9D8B030D-6E8A-4147-A177-3AD203B41FA5}">
                      <a16:colId xmlns:a16="http://schemas.microsoft.com/office/drawing/2014/main" val="1655077418"/>
                    </a:ext>
                  </a:extLst>
                </a:gridCol>
              </a:tblGrid>
              <a:tr h="370840">
                <a:tc>
                  <a:txBody>
                    <a:bodyPr/>
                    <a:lstStyle/>
                    <a:p>
                      <a:endParaRPr lang="en-AU" sz="1150" dirty="0"/>
                    </a:p>
                  </a:txBody>
                  <a:tcPr anchor="ctr"/>
                </a:tc>
                <a:tc>
                  <a:txBody>
                    <a:bodyPr/>
                    <a:lstStyle/>
                    <a:p>
                      <a:endParaRPr lang="en-AU" sz="1150" dirty="0"/>
                    </a:p>
                  </a:txBody>
                  <a:tcPr anchor="ctr"/>
                </a:tc>
                <a:tc>
                  <a:txBody>
                    <a:bodyPr/>
                    <a:lstStyle/>
                    <a:p>
                      <a:endParaRPr lang="en-AU" sz="1150" dirty="0"/>
                    </a:p>
                  </a:txBody>
                  <a:tcPr anchor="ctr"/>
                </a:tc>
                <a:tc>
                  <a:txBody>
                    <a:bodyPr/>
                    <a:lstStyle/>
                    <a:p>
                      <a:endParaRPr lang="en-AU" sz="1150" dirty="0"/>
                    </a:p>
                  </a:txBody>
                  <a:tcPr anchor="ctr"/>
                </a:tc>
                <a:tc>
                  <a:txBody>
                    <a:bodyPr/>
                    <a:lstStyle/>
                    <a:p>
                      <a:endParaRPr lang="en-AU" sz="1150" dirty="0"/>
                    </a:p>
                  </a:txBody>
                  <a:tcPr anchor="ctr"/>
                </a:tc>
                <a:extLst>
                  <a:ext uri="{0D108BD9-81ED-4DB2-BD59-A6C34878D82A}">
                    <a16:rowId xmlns:a16="http://schemas.microsoft.com/office/drawing/2014/main" val="2683198434"/>
                  </a:ext>
                </a:extLst>
              </a:tr>
            </a:tbl>
          </a:graphicData>
        </a:graphic>
      </p:graphicFrame>
      <p:graphicFrame>
        <p:nvGraphicFramePr>
          <p:cNvPr id="8" name="Table 14">
            <a:extLst>
              <a:ext uri="{FF2B5EF4-FFF2-40B4-BE49-F238E27FC236}">
                <a16:creationId xmlns:a16="http://schemas.microsoft.com/office/drawing/2014/main" id="{7DB6C3B6-4AEC-4631-B597-988DBA1E718C}"/>
              </a:ext>
            </a:extLst>
          </p:cNvPr>
          <p:cNvGraphicFramePr>
            <a:graphicFrameLocks noGrp="1"/>
          </p:cNvGraphicFramePr>
          <p:nvPr userDrawn="1">
            <p:extLst>
              <p:ext uri="{D42A27DB-BD31-4B8C-83A1-F6EECF244321}">
                <p14:modId xmlns:p14="http://schemas.microsoft.com/office/powerpoint/2010/main" val="2269335478"/>
              </p:ext>
            </p:extLst>
          </p:nvPr>
        </p:nvGraphicFramePr>
        <p:xfrm>
          <a:off x="839545" y="2148457"/>
          <a:ext cx="10539784" cy="1488823"/>
        </p:xfrm>
        <a:graphic>
          <a:graphicData uri="http://schemas.openxmlformats.org/drawingml/2006/table">
            <a:tbl>
              <a:tblPr firstRow="1" bandRow="1">
                <a:tableStyleId>{00A15C55-8517-42AA-B614-E9B94910E393}</a:tableStyleId>
              </a:tblPr>
              <a:tblGrid>
                <a:gridCol w="1401597">
                  <a:extLst>
                    <a:ext uri="{9D8B030D-6E8A-4147-A177-3AD203B41FA5}">
                      <a16:colId xmlns:a16="http://schemas.microsoft.com/office/drawing/2014/main" val="539982880"/>
                    </a:ext>
                  </a:extLst>
                </a:gridCol>
                <a:gridCol w="5001795">
                  <a:extLst>
                    <a:ext uri="{9D8B030D-6E8A-4147-A177-3AD203B41FA5}">
                      <a16:colId xmlns:a16="http://schemas.microsoft.com/office/drawing/2014/main" val="1937018890"/>
                    </a:ext>
                  </a:extLst>
                </a:gridCol>
                <a:gridCol w="1402942">
                  <a:extLst>
                    <a:ext uri="{9D8B030D-6E8A-4147-A177-3AD203B41FA5}">
                      <a16:colId xmlns:a16="http://schemas.microsoft.com/office/drawing/2014/main" val="4129011736"/>
                    </a:ext>
                  </a:extLst>
                </a:gridCol>
                <a:gridCol w="1246636">
                  <a:extLst>
                    <a:ext uri="{9D8B030D-6E8A-4147-A177-3AD203B41FA5}">
                      <a16:colId xmlns:a16="http://schemas.microsoft.com/office/drawing/2014/main" val="901301175"/>
                    </a:ext>
                  </a:extLst>
                </a:gridCol>
                <a:gridCol w="1486814">
                  <a:extLst>
                    <a:ext uri="{9D8B030D-6E8A-4147-A177-3AD203B41FA5}">
                      <a16:colId xmlns:a16="http://schemas.microsoft.com/office/drawing/2014/main" val="2801903677"/>
                    </a:ext>
                  </a:extLst>
                </a:gridCol>
              </a:tblGrid>
              <a:tr h="370840">
                <a:tc gridSpan="5">
                  <a:txBody>
                    <a:bodyPr/>
                    <a:lstStyle/>
                    <a:p>
                      <a:r>
                        <a:rPr lang="en-AU" sz="1150" dirty="0"/>
                        <a:t>Heading</a:t>
                      </a:r>
                    </a:p>
                  </a:txBody>
                  <a:tcPr anchor="ctr"/>
                </a:tc>
                <a:tc hMerge="1">
                  <a:txBody>
                    <a:bodyPr/>
                    <a:lstStyle/>
                    <a:p>
                      <a:endParaRPr lang="en-AU" sz="1150" b="0" dirty="0"/>
                    </a:p>
                  </a:txBody>
                  <a:tcPr/>
                </a:tc>
                <a:tc hMerge="1">
                  <a:txBody>
                    <a:bodyPr/>
                    <a:lstStyle/>
                    <a:p>
                      <a:endParaRPr lang="en-AU" sz="1150" dirty="0"/>
                    </a:p>
                  </a:txBody>
                  <a:tcPr/>
                </a:tc>
                <a:tc hMerge="1">
                  <a:txBody>
                    <a:bodyPr/>
                    <a:lstStyle/>
                    <a:p>
                      <a:endParaRPr lang="en-AU" sz="1150" dirty="0"/>
                    </a:p>
                  </a:txBody>
                  <a:tcPr/>
                </a:tc>
                <a:tc hMerge="1">
                  <a:txBody>
                    <a:bodyPr/>
                    <a:lstStyle/>
                    <a:p>
                      <a:endParaRPr lang="en-AU" sz="1150" dirty="0"/>
                    </a:p>
                  </a:txBody>
                  <a:tcPr/>
                </a:tc>
                <a:extLst>
                  <a:ext uri="{0D108BD9-81ED-4DB2-BD59-A6C34878D82A}">
                    <a16:rowId xmlns:a16="http://schemas.microsoft.com/office/drawing/2014/main" val="82046430"/>
                  </a:ext>
                </a:extLst>
              </a:tr>
              <a:tr h="557732">
                <a:tc>
                  <a:txBody>
                    <a:bodyPr/>
                    <a:lstStyle/>
                    <a:p>
                      <a:endParaRPr lang="en-AU" sz="1100" dirty="0"/>
                    </a:p>
                  </a:txBody>
                  <a:tcPr/>
                </a:tc>
                <a:tc>
                  <a:txBody>
                    <a:bodyPr/>
                    <a:lstStyle/>
                    <a:p>
                      <a:pPr marL="285750" indent="-285750">
                        <a:buFont typeface="Arial" panose="020B0604020202020204" pitchFamily="34" charset="0"/>
                        <a:buChar char="•"/>
                      </a:pPr>
                      <a:endParaRPr lang="en-AU"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1100" dirty="0"/>
                    </a:p>
                  </a:txBody>
                  <a:tcPr/>
                </a:tc>
                <a:tc>
                  <a:txBody>
                    <a:bodyPr/>
                    <a:lstStyle/>
                    <a:p>
                      <a:endParaRPr lang="en-AU" sz="1100" dirty="0"/>
                    </a:p>
                  </a:txBody>
                  <a:tcPr/>
                </a:tc>
                <a:tc>
                  <a:txBody>
                    <a:bodyPr/>
                    <a:lstStyle/>
                    <a:p>
                      <a:endParaRPr lang="en-AU" sz="1100" dirty="0"/>
                    </a:p>
                  </a:txBody>
                  <a:tcPr/>
                </a:tc>
                <a:extLst>
                  <a:ext uri="{0D108BD9-81ED-4DB2-BD59-A6C34878D82A}">
                    <a16:rowId xmlns:a16="http://schemas.microsoft.com/office/drawing/2014/main" val="1897508542"/>
                  </a:ext>
                </a:extLst>
              </a:tr>
              <a:tr h="560251">
                <a:tc>
                  <a:txBody>
                    <a:bodyPr/>
                    <a:lstStyle/>
                    <a:p>
                      <a:endParaRPr lang="en-AU" sz="1100" dirty="0"/>
                    </a:p>
                  </a:txBody>
                  <a:tcPr/>
                </a:tc>
                <a:tc>
                  <a:txBody>
                    <a:bodyPr/>
                    <a:lstStyle/>
                    <a:p>
                      <a:pPr marL="285750" indent="-285750">
                        <a:buFont typeface="Arial" panose="020B0604020202020204" pitchFamily="34" charset="0"/>
                        <a:buChar char="•"/>
                      </a:pPr>
                      <a:endParaRPr lang="en-AU"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1100" dirty="0"/>
                    </a:p>
                  </a:txBody>
                  <a:tcPr/>
                </a:tc>
                <a:tc>
                  <a:txBody>
                    <a:bodyPr/>
                    <a:lstStyle/>
                    <a:p>
                      <a:endParaRPr lang="en-AU" sz="1100" dirty="0"/>
                    </a:p>
                  </a:txBody>
                  <a:tcPr/>
                </a:tc>
                <a:tc>
                  <a:txBody>
                    <a:bodyPr/>
                    <a:lstStyle/>
                    <a:p>
                      <a:endParaRPr lang="en-AU" sz="1100" dirty="0"/>
                    </a:p>
                  </a:txBody>
                  <a:tcPr/>
                </a:tc>
                <a:extLst>
                  <a:ext uri="{0D108BD9-81ED-4DB2-BD59-A6C34878D82A}">
                    <a16:rowId xmlns:a16="http://schemas.microsoft.com/office/drawing/2014/main" val="1188401257"/>
                  </a:ext>
                </a:extLst>
              </a:tr>
            </a:tbl>
          </a:graphicData>
        </a:graphic>
      </p:graphicFrame>
      <p:graphicFrame>
        <p:nvGraphicFramePr>
          <p:cNvPr id="9" name="Table 14">
            <a:extLst>
              <a:ext uri="{FF2B5EF4-FFF2-40B4-BE49-F238E27FC236}">
                <a16:creationId xmlns:a16="http://schemas.microsoft.com/office/drawing/2014/main" id="{BCE3481E-3A22-473A-8338-AE09C4CDA041}"/>
              </a:ext>
            </a:extLst>
          </p:cNvPr>
          <p:cNvGraphicFramePr>
            <a:graphicFrameLocks noGrp="1"/>
          </p:cNvGraphicFramePr>
          <p:nvPr userDrawn="1">
            <p:extLst>
              <p:ext uri="{D42A27DB-BD31-4B8C-83A1-F6EECF244321}">
                <p14:modId xmlns:p14="http://schemas.microsoft.com/office/powerpoint/2010/main" val="1059509948"/>
              </p:ext>
            </p:extLst>
          </p:nvPr>
        </p:nvGraphicFramePr>
        <p:xfrm>
          <a:off x="839545" y="3745842"/>
          <a:ext cx="10539784" cy="1488823"/>
        </p:xfrm>
        <a:graphic>
          <a:graphicData uri="http://schemas.openxmlformats.org/drawingml/2006/table">
            <a:tbl>
              <a:tblPr firstRow="1" bandRow="1">
                <a:tableStyleId>{93296810-A885-4BE3-A3E7-6D5BEEA58F35}</a:tableStyleId>
              </a:tblPr>
              <a:tblGrid>
                <a:gridCol w="1401597">
                  <a:extLst>
                    <a:ext uri="{9D8B030D-6E8A-4147-A177-3AD203B41FA5}">
                      <a16:colId xmlns:a16="http://schemas.microsoft.com/office/drawing/2014/main" val="539982880"/>
                    </a:ext>
                  </a:extLst>
                </a:gridCol>
                <a:gridCol w="5001795">
                  <a:extLst>
                    <a:ext uri="{9D8B030D-6E8A-4147-A177-3AD203B41FA5}">
                      <a16:colId xmlns:a16="http://schemas.microsoft.com/office/drawing/2014/main" val="1937018890"/>
                    </a:ext>
                  </a:extLst>
                </a:gridCol>
                <a:gridCol w="1402942">
                  <a:extLst>
                    <a:ext uri="{9D8B030D-6E8A-4147-A177-3AD203B41FA5}">
                      <a16:colId xmlns:a16="http://schemas.microsoft.com/office/drawing/2014/main" val="4129011736"/>
                    </a:ext>
                  </a:extLst>
                </a:gridCol>
                <a:gridCol w="1246636">
                  <a:extLst>
                    <a:ext uri="{9D8B030D-6E8A-4147-A177-3AD203B41FA5}">
                      <a16:colId xmlns:a16="http://schemas.microsoft.com/office/drawing/2014/main" val="901301175"/>
                    </a:ext>
                  </a:extLst>
                </a:gridCol>
                <a:gridCol w="1486814">
                  <a:extLst>
                    <a:ext uri="{9D8B030D-6E8A-4147-A177-3AD203B41FA5}">
                      <a16:colId xmlns:a16="http://schemas.microsoft.com/office/drawing/2014/main" val="2801903677"/>
                    </a:ext>
                  </a:extLst>
                </a:gridCol>
              </a:tblGrid>
              <a:tr h="370840">
                <a:tc gridSpan="5">
                  <a:txBody>
                    <a:bodyPr/>
                    <a:lstStyle/>
                    <a:p>
                      <a:r>
                        <a:rPr lang="en-AU" sz="1150" dirty="0"/>
                        <a:t>Heading</a:t>
                      </a:r>
                    </a:p>
                  </a:txBody>
                  <a:tcPr anchor="ctr">
                    <a:solidFill>
                      <a:schemeClr val="tx2"/>
                    </a:solidFill>
                  </a:tcPr>
                </a:tc>
                <a:tc hMerge="1">
                  <a:txBody>
                    <a:bodyPr/>
                    <a:lstStyle/>
                    <a:p>
                      <a:endParaRPr lang="en-AU" sz="1100" b="0" dirty="0"/>
                    </a:p>
                  </a:txBody>
                  <a:tcPr/>
                </a:tc>
                <a:tc hMerge="1">
                  <a:txBody>
                    <a:bodyPr/>
                    <a:lstStyle/>
                    <a:p>
                      <a:endParaRPr lang="en-AU" sz="1100" dirty="0"/>
                    </a:p>
                  </a:txBody>
                  <a:tcPr/>
                </a:tc>
                <a:tc hMerge="1">
                  <a:txBody>
                    <a:bodyPr/>
                    <a:lstStyle/>
                    <a:p>
                      <a:endParaRPr lang="en-AU" sz="1100" dirty="0"/>
                    </a:p>
                  </a:txBody>
                  <a:tcPr/>
                </a:tc>
                <a:tc hMerge="1">
                  <a:txBody>
                    <a:bodyPr/>
                    <a:lstStyle/>
                    <a:p>
                      <a:endParaRPr lang="en-AU" sz="1100" dirty="0"/>
                    </a:p>
                  </a:txBody>
                  <a:tcPr/>
                </a:tc>
                <a:extLst>
                  <a:ext uri="{0D108BD9-81ED-4DB2-BD59-A6C34878D82A}">
                    <a16:rowId xmlns:a16="http://schemas.microsoft.com/office/drawing/2014/main" val="82046430"/>
                  </a:ext>
                </a:extLst>
              </a:tr>
              <a:tr h="557732">
                <a:tc>
                  <a:txBody>
                    <a:bodyPr/>
                    <a:lstStyle/>
                    <a:p>
                      <a:endParaRPr lang="en-AU" sz="1100" dirty="0"/>
                    </a:p>
                  </a:txBody>
                  <a:tcPr>
                    <a:solidFill>
                      <a:srgbClr val="E8E9F0"/>
                    </a:solidFill>
                  </a:tcPr>
                </a:tc>
                <a:tc>
                  <a:txBody>
                    <a:bodyPr/>
                    <a:lstStyle/>
                    <a:p>
                      <a:pPr marL="171450" indent="-171450">
                        <a:buFont typeface="Arial" panose="020B0604020202020204" pitchFamily="34" charset="0"/>
                        <a:buChar char="•"/>
                      </a:pPr>
                      <a:endParaRPr lang="en-AU" sz="1100" dirty="0"/>
                    </a:p>
                  </a:txBody>
                  <a:tcPr>
                    <a:solidFill>
                      <a:srgbClr val="E8E9F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1100" dirty="0"/>
                    </a:p>
                  </a:txBody>
                  <a:tcPr>
                    <a:solidFill>
                      <a:srgbClr val="E8E9F0"/>
                    </a:solidFill>
                  </a:tcPr>
                </a:tc>
                <a:tc>
                  <a:txBody>
                    <a:bodyPr/>
                    <a:lstStyle/>
                    <a:p>
                      <a:endParaRPr lang="en-AU" sz="1100" dirty="0"/>
                    </a:p>
                  </a:txBody>
                  <a:tcPr>
                    <a:solidFill>
                      <a:srgbClr val="E8E9F0"/>
                    </a:solidFill>
                  </a:tcPr>
                </a:tc>
                <a:tc>
                  <a:txBody>
                    <a:bodyPr/>
                    <a:lstStyle/>
                    <a:p>
                      <a:endParaRPr lang="en-AU" sz="1100" dirty="0"/>
                    </a:p>
                  </a:txBody>
                  <a:tcPr>
                    <a:solidFill>
                      <a:srgbClr val="E8E9F0"/>
                    </a:solidFill>
                  </a:tcPr>
                </a:tc>
                <a:extLst>
                  <a:ext uri="{0D108BD9-81ED-4DB2-BD59-A6C34878D82A}">
                    <a16:rowId xmlns:a16="http://schemas.microsoft.com/office/drawing/2014/main" val="1897508542"/>
                  </a:ext>
                </a:extLst>
              </a:tr>
              <a:tr h="560251">
                <a:tc>
                  <a:txBody>
                    <a:bodyPr/>
                    <a:lstStyle/>
                    <a:p>
                      <a:endParaRPr lang="en-AU" sz="1100" dirty="0"/>
                    </a:p>
                  </a:txBody>
                  <a:tcPr>
                    <a:solidFill>
                      <a:srgbClr val="D0D4DE"/>
                    </a:solidFill>
                  </a:tcPr>
                </a:tc>
                <a:tc>
                  <a:txBody>
                    <a:bodyPr/>
                    <a:lstStyle/>
                    <a:p>
                      <a:pPr marL="285750" indent="-285750">
                        <a:buFont typeface="Arial" panose="020B0604020202020204" pitchFamily="34" charset="0"/>
                        <a:buChar char="•"/>
                      </a:pPr>
                      <a:endParaRPr lang="en-AU" sz="1100" dirty="0"/>
                    </a:p>
                  </a:txBody>
                  <a:tcPr>
                    <a:solidFill>
                      <a:srgbClr val="D0D4D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1100" dirty="0"/>
                    </a:p>
                  </a:txBody>
                  <a:tcPr>
                    <a:solidFill>
                      <a:srgbClr val="D0D4DE"/>
                    </a:solidFill>
                  </a:tcPr>
                </a:tc>
                <a:tc>
                  <a:txBody>
                    <a:bodyPr/>
                    <a:lstStyle/>
                    <a:p>
                      <a:endParaRPr lang="en-AU" sz="1100" dirty="0"/>
                    </a:p>
                  </a:txBody>
                  <a:tcPr>
                    <a:solidFill>
                      <a:srgbClr val="D0D4DE"/>
                    </a:solidFill>
                  </a:tcPr>
                </a:tc>
                <a:tc>
                  <a:txBody>
                    <a:bodyPr/>
                    <a:lstStyle/>
                    <a:p>
                      <a:endParaRPr lang="en-AU" sz="1100" dirty="0"/>
                    </a:p>
                  </a:txBody>
                  <a:tcPr>
                    <a:solidFill>
                      <a:srgbClr val="D0D4DE"/>
                    </a:solidFill>
                  </a:tcPr>
                </a:tc>
                <a:extLst>
                  <a:ext uri="{0D108BD9-81ED-4DB2-BD59-A6C34878D82A}">
                    <a16:rowId xmlns:a16="http://schemas.microsoft.com/office/drawing/2014/main" val="1188401257"/>
                  </a:ext>
                </a:extLst>
              </a:tr>
            </a:tbl>
          </a:graphicData>
        </a:graphic>
      </p:graphicFrame>
    </p:spTree>
    <p:extLst>
      <p:ext uri="{BB962C8B-B14F-4D97-AF65-F5344CB8AC3E}">
        <p14:creationId xmlns:p14="http://schemas.microsoft.com/office/powerpoint/2010/main" val="5433363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Process trees (EDIT IN MASTER)">
    <p:bg>
      <p:bgPr>
        <a:solidFill>
          <a:schemeClr val="bg1">
            <a:alpha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ACB3-9196-4C3A-B424-B38917C141F9}"/>
              </a:ext>
            </a:extLst>
          </p:cNvPr>
          <p:cNvSpPr>
            <a:spLocks noGrp="1"/>
          </p:cNvSpPr>
          <p:nvPr>
            <p:ph type="title" hasCustomPrompt="1"/>
          </p:nvPr>
        </p:nvSpPr>
        <p:spPr/>
        <p:txBody>
          <a:bodyPr/>
          <a:lstStyle>
            <a:lvl1pPr>
              <a:defRPr/>
            </a:lvl1pPr>
          </a:lstStyle>
          <a:p>
            <a:r>
              <a:rPr lang="en-US" dirty="0"/>
              <a:t>Process trees - examples</a:t>
            </a:r>
            <a:endParaRPr lang="en-AU" dirty="0"/>
          </a:p>
        </p:txBody>
      </p:sp>
      <p:sp>
        <p:nvSpPr>
          <p:cNvPr id="3" name="Date Placeholder 2">
            <a:extLst>
              <a:ext uri="{FF2B5EF4-FFF2-40B4-BE49-F238E27FC236}">
                <a16:creationId xmlns:a16="http://schemas.microsoft.com/office/drawing/2014/main" id="{079AB852-66CB-4795-871A-9D18BE58112F}"/>
              </a:ext>
            </a:extLst>
          </p:cNvPr>
          <p:cNvSpPr>
            <a:spLocks noGrp="1"/>
          </p:cNvSpPr>
          <p:nvPr>
            <p:ph type="dt" sz="half" idx="10"/>
          </p:nvPr>
        </p:nvSpPr>
        <p:spPr/>
        <p:txBody>
          <a:bodyPr/>
          <a:lstStyle/>
          <a:p>
            <a:fld id="{19341987-5956-434F-9ECA-00A7D19F1953}" type="datetime4">
              <a:rPr lang="en-AU" smtClean="0"/>
              <a:t>23 October 2024</a:t>
            </a:fld>
            <a:endParaRPr lang="en-AU" dirty="0"/>
          </a:p>
        </p:txBody>
      </p:sp>
      <p:sp>
        <p:nvSpPr>
          <p:cNvPr id="4" name="Footer Placeholder 3">
            <a:extLst>
              <a:ext uri="{FF2B5EF4-FFF2-40B4-BE49-F238E27FC236}">
                <a16:creationId xmlns:a16="http://schemas.microsoft.com/office/drawing/2014/main" id="{DE3B3021-EEF9-4AF1-BD97-D04843E9EA4B}"/>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CFCA9437-F3E7-4323-9C01-3AE5E158BF95}"/>
              </a:ext>
            </a:extLst>
          </p:cNvPr>
          <p:cNvSpPr>
            <a:spLocks noGrp="1"/>
          </p:cNvSpPr>
          <p:nvPr>
            <p:ph type="sldNum" sz="quarter" idx="12"/>
          </p:nvPr>
        </p:nvSpPr>
        <p:spPr/>
        <p:txBody>
          <a:bodyPr/>
          <a:lstStyle/>
          <a:p>
            <a:fld id="{35E8911E-9DE7-463F-981B-F1795CC06C30}" type="slidenum">
              <a:rPr lang="en-AU" smtClean="0"/>
              <a:pPr/>
              <a:t>‹#›</a:t>
            </a:fld>
            <a:endParaRPr lang="en-AU" dirty="0"/>
          </a:p>
        </p:txBody>
      </p:sp>
      <p:grpSp>
        <p:nvGrpSpPr>
          <p:cNvPr id="6" name="Group 5">
            <a:extLst>
              <a:ext uri="{FF2B5EF4-FFF2-40B4-BE49-F238E27FC236}">
                <a16:creationId xmlns:a16="http://schemas.microsoft.com/office/drawing/2014/main" id="{0022F312-4D72-47FA-A88E-78E8DD605FF2}"/>
              </a:ext>
            </a:extLst>
          </p:cNvPr>
          <p:cNvGrpSpPr/>
          <p:nvPr userDrawn="1"/>
        </p:nvGrpSpPr>
        <p:grpSpPr>
          <a:xfrm>
            <a:off x="669715" y="1936024"/>
            <a:ext cx="4954566" cy="4382226"/>
            <a:chOff x="3816249" y="1703165"/>
            <a:chExt cx="4954566" cy="4382226"/>
          </a:xfrm>
        </p:grpSpPr>
        <p:sp>
          <p:nvSpPr>
            <p:cNvPr id="74" name="Rectangle 73">
              <a:extLst>
                <a:ext uri="{FF2B5EF4-FFF2-40B4-BE49-F238E27FC236}">
                  <a16:creationId xmlns:a16="http://schemas.microsoft.com/office/drawing/2014/main" id="{F5BA731D-7D65-4612-9C78-98D224ADFE2C}"/>
                </a:ext>
              </a:extLst>
            </p:cNvPr>
            <p:cNvSpPr/>
            <p:nvPr userDrawn="1"/>
          </p:nvSpPr>
          <p:spPr>
            <a:xfrm>
              <a:off x="5748338" y="2056344"/>
              <a:ext cx="847725" cy="3714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75" name="Rectangle 74">
              <a:extLst>
                <a:ext uri="{FF2B5EF4-FFF2-40B4-BE49-F238E27FC236}">
                  <a16:creationId xmlns:a16="http://schemas.microsoft.com/office/drawing/2014/main" id="{E5E8A12D-FF71-4B97-8FE2-0EBF061BB98D}"/>
                </a:ext>
              </a:extLst>
            </p:cNvPr>
            <p:cNvSpPr/>
            <p:nvPr userDrawn="1"/>
          </p:nvSpPr>
          <p:spPr>
            <a:xfrm>
              <a:off x="5748338" y="3158293"/>
              <a:ext cx="847725" cy="304773"/>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76" name="Rectangle 75">
              <a:extLst>
                <a:ext uri="{FF2B5EF4-FFF2-40B4-BE49-F238E27FC236}">
                  <a16:creationId xmlns:a16="http://schemas.microsoft.com/office/drawing/2014/main" id="{C1F6E864-A493-40F7-9936-044A1994E5BD}"/>
                </a:ext>
              </a:extLst>
            </p:cNvPr>
            <p:cNvSpPr/>
            <p:nvPr userDrawn="1"/>
          </p:nvSpPr>
          <p:spPr>
            <a:xfrm>
              <a:off x="5748338" y="4034606"/>
              <a:ext cx="847725" cy="304773"/>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77" name="Rectangle 76">
              <a:extLst>
                <a:ext uri="{FF2B5EF4-FFF2-40B4-BE49-F238E27FC236}">
                  <a16:creationId xmlns:a16="http://schemas.microsoft.com/office/drawing/2014/main" id="{EDCE4EDC-FAD4-4D2A-ADDD-B2D934E48A75}"/>
                </a:ext>
              </a:extLst>
            </p:cNvPr>
            <p:cNvSpPr/>
            <p:nvPr userDrawn="1"/>
          </p:nvSpPr>
          <p:spPr>
            <a:xfrm>
              <a:off x="5748338" y="5002021"/>
              <a:ext cx="847725" cy="371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78" name="Rectangle 77">
              <a:extLst>
                <a:ext uri="{FF2B5EF4-FFF2-40B4-BE49-F238E27FC236}">
                  <a16:creationId xmlns:a16="http://schemas.microsoft.com/office/drawing/2014/main" id="{F5D3BE52-E6D5-4F86-A594-760F782C69D2}"/>
                </a:ext>
              </a:extLst>
            </p:cNvPr>
            <p:cNvSpPr/>
            <p:nvPr userDrawn="1"/>
          </p:nvSpPr>
          <p:spPr>
            <a:xfrm>
              <a:off x="5748338" y="5726676"/>
              <a:ext cx="847725" cy="30477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79" name="Rectangle 78">
              <a:extLst>
                <a:ext uri="{FF2B5EF4-FFF2-40B4-BE49-F238E27FC236}">
                  <a16:creationId xmlns:a16="http://schemas.microsoft.com/office/drawing/2014/main" id="{4C0E3429-878A-4235-BA2E-20982C65B670}"/>
                </a:ext>
              </a:extLst>
            </p:cNvPr>
            <p:cNvSpPr/>
            <p:nvPr userDrawn="1"/>
          </p:nvSpPr>
          <p:spPr>
            <a:xfrm>
              <a:off x="5699397" y="2011837"/>
              <a:ext cx="960484" cy="2369663"/>
            </a:xfrm>
            <a:prstGeom prst="rect">
              <a:avLst/>
            </a:prstGeom>
            <a:ln w="12700">
              <a:solidFill>
                <a:schemeClr val="tx2"/>
              </a:solidFill>
              <a:prstDash val="dot"/>
            </a:ln>
          </p:spPr>
          <p:txBody>
            <a:bodyPr wrap="square" lIns="0" tIns="0" rIns="0" bIns="0" rtlCol="0"/>
            <a:lstStyle/>
            <a:p>
              <a:endParaRPr lang="en-AU" sz="900" dirty="0">
                <a:solidFill>
                  <a:schemeClr val="tx1"/>
                </a:solidFill>
              </a:endParaRPr>
            </a:p>
          </p:txBody>
        </p:sp>
        <p:sp>
          <p:nvSpPr>
            <p:cNvPr id="80" name="Rectangle 79">
              <a:extLst>
                <a:ext uri="{FF2B5EF4-FFF2-40B4-BE49-F238E27FC236}">
                  <a16:creationId xmlns:a16="http://schemas.microsoft.com/office/drawing/2014/main" id="{531A000A-8B1B-4B65-A262-F9B4D7EB892B}"/>
                </a:ext>
              </a:extLst>
            </p:cNvPr>
            <p:cNvSpPr/>
            <p:nvPr userDrawn="1"/>
          </p:nvSpPr>
          <p:spPr>
            <a:xfrm>
              <a:off x="5699397" y="4930815"/>
              <a:ext cx="960484" cy="498656"/>
            </a:xfrm>
            <a:prstGeom prst="rect">
              <a:avLst/>
            </a:prstGeom>
            <a:ln w="12700">
              <a:solidFill>
                <a:schemeClr val="accent1"/>
              </a:solidFill>
              <a:prstDash val="dot"/>
            </a:ln>
          </p:spPr>
          <p:txBody>
            <a:bodyPr wrap="square" lIns="0" tIns="0" rIns="0" bIns="0" rtlCol="0"/>
            <a:lstStyle/>
            <a:p>
              <a:endParaRPr lang="en-AU" sz="900" dirty="0">
                <a:solidFill>
                  <a:schemeClr val="tx1"/>
                </a:solidFill>
              </a:endParaRPr>
            </a:p>
          </p:txBody>
        </p:sp>
        <p:sp>
          <p:nvSpPr>
            <p:cNvPr id="81" name="Rectangle 80">
              <a:extLst>
                <a:ext uri="{FF2B5EF4-FFF2-40B4-BE49-F238E27FC236}">
                  <a16:creationId xmlns:a16="http://schemas.microsoft.com/office/drawing/2014/main" id="{EDF673F9-F00C-46E7-BECC-8068ED0CBB16}"/>
                </a:ext>
              </a:extLst>
            </p:cNvPr>
            <p:cNvSpPr/>
            <p:nvPr userDrawn="1"/>
          </p:nvSpPr>
          <p:spPr>
            <a:xfrm>
              <a:off x="5699397" y="5662330"/>
              <a:ext cx="960484" cy="423061"/>
            </a:xfrm>
            <a:prstGeom prst="rect">
              <a:avLst/>
            </a:prstGeom>
            <a:ln w="12700">
              <a:solidFill>
                <a:schemeClr val="accent4"/>
              </a:solidFill>
              <a:prstDash val="dot"/>
            </a:ln>
          </p:spPr>
          <p:txBody>
            <a:bodyPr wrap="square" lIns="0" tIns="0" rIns="0" bIns="0" rtlCol="0"/>
            <a:lstStyle/>
            <a:p>
              <a:endParaRPr lang="en-AU" sz="900" dirty="0">
                <a:solidFill>
                  <a:schemeClr val="tx1"/>
                </a:solidFill>
              </a:endParaRPr>
            </a:p>
          </p:txBody>
        </p:sp>
        <p:grpSp>
          <p:nvGrpSpPr>
            <p:cNvPr id="82" name="Group 81">
              <a:extLst>
                <a:ext uri="{FF2B5EF4-FFF2-40B4-BE49-F238E27FC236}">
                  <a16:creationId xmlns:a16="http://schemas.microsoft.com/office/drawing/2014/main" id="{33E7766C-1E91-48F7-8FB0-F630BD35C0AD}"/>
                </a:ext>
              </a:extLst>
            </p:cNvPr>
            <p:cNvGrpSpPr/>
            <p:nvPr userDrawn="1"/>
          </p:nvGrpSpPr>
          <p:grpSpPr>
            <a:xfrm>
              <a:off x="4937234" y="2229261"/>
              <a:ext cx="731631" cy="3670546"/>
              <a:chOff x="8303456" y="3538249"/>
              <a:chExt cx="1153698" cy="5788025"/>
            </a:xfrm>
          </p:grpSpPr>
          <p:sp>
            <p:nvSpPr>
              <p:cNvPr id="83" name="object 54">
                <a:extLst>
                  <a:ext uri="{FF2B5EF4-FFF2-40B4-BE49-F238E27FC236}">
                    <a16:creationId xmlns:a16="http://schemas.microsoft.com/office/drawing/2014/main" id="{942A3C8C-3BB0-4B73-8D87-1732E6B8F6B0}"/>
                  </a:ext>
                </a:extLst>
              </p:cNvPr>
              <p:cNvSpPr/>
              <p:nvPr/>
            </p:nvSpPr>
            <p:spPr>
              <a:xfrm>
                <a:off x="8591014" y="3538249"/>
                <a:ext cx="866140" cy="5788025"/>
              </a:xfrm>
              <a:custGeom>
                <a:avLst/>
                <a:gdLst/>
                <a:ahLst/>
                <a:cxnLst/>
                <a:rect l="l" t="t" r="r" b="b"/>
                <a:pathLst>
                  <a:path w="866140" h="5788025">
                    <a:moveTo>
                      <a:pt x="865847" y="0"/>
                    </a:moveTo>
                    <a:lnTo>
                      <a:pt x="0" y="0"/>
                    </a:lnTo>
                    <a:lnTo>
                      <a:pt x="0" y="5787635"/>
                    </a:lnTo>
                    <a:lnTo>
                      <a:pt x="865847" y="5787635"/>
                    </a:lnTo>
                  </a:path>
                </a:pathLst>
              </a:custGeom>
              <a:ln w="9528">
                <a:solidFill>
                  <a:schemeClr val="bg2"/>
                </a:solidFill>
              </a:ln>
            </p:spPr>
            <p:txBody>
              <a:bodyPr wrap="square" lIns="0" tIns="0" rIns="0" bIns="0" rtlCol="0"/>
              <a:lstStyle/>
              <a:p>
                <a:endParaRPr dirty="0"/>
              </a:p>
            </p:txBody>
          </p:sp>
          <p:sp>
            <p:nvSpPr>
              <p:cNvPr id="84" name="object 56">
                <a:extLst>
                  <a:ext uri="{FF2B5EF4-FFF2-40B4-BE49-F238E27FC236}">
                    <a16:creationId xmlns:a16="http://schemas.microsoft.com/office/drawing/2014/main" id="{DFD8ACE5-0FB6-43E0-AD54-E4FC28C27ECF}"/>
                  </a:ext>
                </a:extLst>
              </p:cNvPr>
              <p:cNvSpPr/>
              <p:nvPr/>
            </p:nvSpPr>
            <p:spPr>
              <a:xfrm>
                <a:off x="8303456" y="6341573"/>
                <a:ext cx="287020" cy="0"/>
              </a:xfrm>
              <a:custGeom>
                <a:avLst/>
                <a:gdLst/>
                <a:ahLst/>
                <a:cxnLst/>
                <a:rect l="l" t="t" r="r" b="b"/>
                <a:pathLst>
                  <a:path w="287020">
                    <a:moveTo>
                      <a:pt x="286420" y="0"/>
                    </a:moveTo>
                    <a:lnTo>
                      <a:pt x="0" y="0"/>
                    </a:lnTo>
                  </a:path>
                </a:pathLst>
              </a:custGeom>
              <a:ln w="9528">
                <a:solidFill>
                  <a:schemeClr val="bg2"/>
                </a:solidFill>
              </a:ln>
            </p:spPr>
            <p:txBody>
              <a:bodyPr wrap="square" lIns="0" tIns="0" rIns="0" bIns="0" rtlCol="0"/>
              <a:lstStyle/>
              <a:p>
                <a:endParaRPr dirty="0"/>
              </a:p>
            </p:txBody>
          </p:sp>
          <p:sp>
            <p:nvSpPr>
              <p:cNvPr id="85" name="object 57">
                <a:extLst>
                  <a:ext uri="{FF2B5EF4-FFF2-40B4-BE49-F238E27FC236}">
                    <a16:creationId xmlns:a16="http://schemas.microsoft.com/office/drawing/2014/main" id="{4D92DE4C-11B5-441C-8A8C-516F69EF393E}"/>
                  </a:ext>
                </a:extLst>
              </p:cNvPr>
              <p:cNvSpPr/>
              <p:nvPr/>
            </p:nvSpPr>
            <p:spPr>
              <a:xfrm>
                <a:off x="8591014" y="5223918"/>
                <a:ext cx="866140" cy="0"/>
              </a:xfrm>
              <a:custGeom>
                <a:avLst/>
                <a:gdLst/>
                <a:ahLst/>
                <a:cxnLst/>
                <a:rect l="l" t="t" r="r" b="b"/>
                <a:pathLst>
                  <a:path w="866140">
                    <a:moveTo>
                      <a:pt x="865847" y="0"/>
                    </a:moveTo>
                    <a:lnTo>
                      <a:pt x="0" y="0"/>
                    </a:lnTo>
                  </a:path>
                </a:pathLst>
              </a:custGeom>
              <a:ln w="9528">
                <a:solidFill>
                  <a:schemeClr val="bg2"/>
                </a:solidFill>
              </a:ln>
            </p:spPr>
            <p:txBody>
              <a:bodyPr wrap="square" lIns="0" tIns="0" rIns="0" bIns="0" rtlCol="0"/>
              <a:lstStyle/>
              <a:p>
                <a:endParaRPr dirty="0"/>
              </a:p>
            </p:txBody>
          </p:sp>
          <p:sp>
            <p:nvSpPr>
              <p:cNvPr id="86" name="object 58">
                <a:extLst>
                  <a:ext uri="{FF2B5EF4-FFF2-40B4-BE49-F238E27FC236}">
                    <a16:creationId xmlns:a16="http://schemas.microsoft.com/office/drawing/2014/main" id="{00C43B20-988D-4A61-AD25-80E2B49AA9E8}"/>
                  </a:ext>
                </a:extLst>
              </p:cNvPr>
              <p:cNvSpPr/>
              <p:nvPr/>
            </p:nvSpPr>
            <p:spPr>
              <a:xfrm>
                <a:off x="8591014" y="6614306"/>
                <a:ext cx="866140" cy="0"/>
              </a:xfrm>
              <a:custGeom>
                <a:avLst/>
                <a:gdLst/>
                <a:ahLst/>
                <a:cxnLst/>
                <a:rect l="l" t="t" r="r" b="b"/>
                <a:pathLst>
                  <a:path w="866140">
                    <a:moveTo>
                      <a:pt x="865847" y="0"/>
                    </a:moveTo>
                    <a:lnTo>
                      <a:pt x="0" y="0"/>
                    </a:lnTo>
                  </a:path>
                </a:pathLst>
              </a:custGeom>
              <a:ln w="9528">
                <a:solidFill>
                  <a:schemeClr val="bg2"/>
                </a:solidFill>
              </a:ln>
            </p:spPr>
            <p:txBody>
              <a:bodyPr wrap="square" lIns="0" tIns="0" rIns="0" bIns="0" rtlCol="0"/>
              <a:lstStyle/>
              <a:p>
                <a:endParaRPr dirty="0"/>
              </a:p>
            </p:txBody>
          </p:sp>
          <p:sp>
            <p:nvSpPr>
              <p:cNvPr id="87" name="object 59">
                <a:extLst>
                  <a:ext uri="{FF2B5EF4-FFF2-40B4-BE49-F238E27FC236}">
                    <a16:creationId xmlns:a16="http://schemas.microsoft.com/office/drawing/2014/main" id="{8B321F7C-CFED-40FA-8DC7-404F48D661EE}"/>
                  </a:ext>
                </a:extLst>
              </p:cNvPr>
              <p:cNvSpPr/>
              <p:nvPr/>
            </p:nvSpPr>
            <p:spPr>
              <a:xfrm>
                <a:off x="8591014" y="8228714"/>
                <a:ext cx="866140" cy="0"/>
              </a:xfrm>
              <a:custGeom>
                <a:avLst/>
                <a:gdLst/>
                <a:ahLst/>
                <a:cxnLst/>
                <a:rect l="l" t="t" r="r" b="b"/>
                <a:pathLst>
                  <a:path w="866140">
                    <a:moveTo>
                      <a:pt x="865847" y="0"/>
                    </a:moveTo>
                    <a:lnTo>
                      <a:pt x="0" y="0"/>
                    </a:lnTo>
                  </a:path>
                </a:pathLst>
              </a:custGeom>
              <a:ln w="9528">
                <a:solidFill>
                  <a:schemeClr val="bg2"/>
                </a:solidFill>
              </a:ln>
            </p:spPr>
            <p:txBody>
              <a:bodyPr wrap="square" lIns="0" tIns="0" rIns="0" bIns="0" rtlCol="0"/>
              <a:lstStyle/>
              <a:p>
                <a:endParaRPr dirty="0"/>
              </a:p>
            </p:txBody>
          </p:sp>
        </p:grpSp>
        <p:grpSp>
          <p:nvGrpSpPr>
            <p:cNvPr id="88" name="Group 87">
              <a:extLst>
                <a:ext uri="{FF2B5EF4-FFF2-40B4-BE49-F238E27FC236}">
                  <a16:creationId xmlns:a16="http://schemas.microsoft.com/office/drawing/2014/main" id="{711536AF-09FB-4341-8A05-4868BE14E492}"/>
                </a:ext>
              </a:extLst>
            </p:cNvPr>
            <p:cNvGrpSpPr/>
            <p:nvPr userDrawn="1"/>
          </p:nvGrpSpPr>
          <p:grpSpPr>
            <a:xfrm>
              <a:off x="6708822" y="1783740"/>
              <a:ext cx="432243" cy="926123"/>
              <a:chOff x="11046259" y="2804684"/>
              <a:chExt cx="686094" cy="1470025"/>
            </a:xfrm>
          </p:grpSpPr>
          <p:sp>
            <p:nvSpPr>
              <p:cNvPr id="89" name="object 37">
                <a:extLst>
                  <a:ext uri="{FF2B5EF4-FFF2-40B4-BE49-F238E27FC236}">
                    <a16:creationId xmlns:a16="http://schemas.microsoft.com/office/drawing/2014/main" id="{09F6CCAA-6EC7-4E15-B6E1-EA2CFC630FCE}"/>
                  </a:ext>
                </a:extLst>
              </p:cNvPr>
              <p:cNvSpPr/>
              <p:nvPr/>
            </p:nvSpPr>
            <p:spPr>
              <a:xfrm>
                <a:off x="11388818" y="2804684"/>
                <a:ext cx="343535" cy="1470025"/>
              </a:xfrm>
              <a:custGeom>
                <a:avLst/>
                <a:gdLst/>
                <a:ahLst/>
                <a:cxnLst/>
                <a:rect l="l" t="t" r="r" b="b"/>
                <a:pathLst>
                  <a:path w="343534" h="1470025">
                    <a:moveTo>
                      <a:pt x="343047" y="0"/>
                    </a:moveTo>
                    <a:lnTo>
                      <a:pt x="0" y="0"/>
                    </a:lnTo>
                    <a:lnTo>
                      <a:pt x="0" y="1469766"/>
                    </a:lnTo>
                    <a:lnTo>
                      <a:pt x="343047" y="1469766"/>
                    </a:lnTo>
                  </a:path>
                </a:pathLst>
              </a:custGeom>
              <a:ln w="9528">
                <a:solidFill>
                  <a:schemeClr val="bg2"/>
                </a:solidFill>
              </a:ln>
            </p:spPr>
            <p:txBody>
              <a:bodyPr wrap="square" lIns="0" tIns="0" rIns="0" bIns="0" rtlCol="0"/>
              <a:lstStyle/>
              <a:p>
                <a:endParaRPr dirty="0"/>
              </a:p>
            </p:txBody>
          </p:sp>
          <p:sp>
            <p:nvSpPr>
              <p:cNvPr id="90" name="object 38">
                <a:extLst>
                  <a:ext uri="{FF2B5EF4-FFF2-40B4-BE49-F238E27FC236}">
                    <a16:creationId xmlns:a16="http://schemas.microsoft.com/office/drawing/2014/main" id="{1B769D48-ACEF-4DF2-AC33-176E1BF38AC5}"/>
                  </a:ext>
                </a:extLst>
              </p:cNvPr>
              <p:cNvSpPr/>
              <p:nvPr/>
            </p:nvSpPr>
            <p:spPr>
              <a:xfrm>
                <a:off x="11389739" y="3098645"/>
                <a:ext cx="342265" cy="0"/>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sp>
            <p:nvSpPr>
              <p:cNvPr id="91" name="object 39">
                <a:extLst>
                  <a:ext uri="{FF2B5EF4-FFF2-40B4-BE49-F238E27FC236}">
                    <a16:creationId xmlns:a16="http://schemas.microsoft.com/office/drawing/2014/main" id="{2533EE28-5B34-489F-8D7F-38FC0E4364A3}"/>
                  </a:ext>
                </a:extLst>
              </p:cNvPr>
              <p:cNvSpPr/>
              <p:nvPr/>
            </p:nvSpPr>
            <p:spPr>
              <a:xfrm>
                <a:off x="11389739" y="3392597"/>
                <a:ext cx="342265" cy="0"/>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sp>
            <p:nvSpPr>
              <p:cNvPr id="92" name="object 40">
                <a:extLst>
                  <a:ext uri="{FF2B5EF4-FFF2-40B4-BE49-F238E27FC236}">
                    <a16:creationId xmlns:a16="http://schemas.microsoft.com/office/drawing/2014/main" id="{48BE2EBC-4F13-44B4-89CE-20815D34E261}"/>
                  </a:ext>
                </a:extLst>
              </p:cNvPr>
              <p:cNvSpPr/>
              <p:nvPr/>
            </p:nvSpPr>
            <p:spPr>
              <a:xfrm>
                <a:off x="11046259" y="3539578"/>
                <a:ext cx="342265" cy="0"/>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sp>
            <p:nvSpPr>
              <p:cNvPr id="93" name="object 51">
                <a:extLst>
                  <a:ext uri="{FF2B5EF4-FFF2-40B4-BE49-F238E27FC236}">
                    <a16:creationId xmlns:a16="http://schemas.microsoft.com/office/drawing/2014/main" id="{5BAF2305-955D-4AB1-A9ED-BEDCC673ECE7}"/>
                  </a:ext>
                </a:extLst>
              </p:cNvPr>
              <p:cNvSpPr/>
              <p:nvPr/>
            </p:nvSpPr>
            <p:spPr>
              <a:xfrm>
                <a:off x="11389739" y="3686558"/>
                <a:ext cx="342265" cy="0"/>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sp>
            <p:nvSpPr>
              <p:cNvPr id="94" name="object 53">
                <a:extLst>
                  <a:ext uri="{FF2B5EF4-FFF2-40B4-BE49-F238E27FC236}">
                    <a16:creationId xmlns:a16="http://schemas.microsoft.com/office/drawing/2014/main" id="{6E98196E-1B5D-44E4-8607-428BAE03FC1C}"/>
                  </a:ext>
                </a:extLst>
              </p:cNvPr>
              <p:cNvSpPr/>
              <p:nvPr/>
            </p:nvSpPr>
            <p:spPr>
              <a:xfrm>
                <a:off x="11389739" y="3980511"/>
                <a:ext cx="342265" cy="0"/>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grpSp>
        <p:sp>
          <p:nvSpPr>
            <p:cNvPr id="95" name="Rectangle 94">
              <a:extLst>
                <a:ext uri="{FF2B5EF4-FFF2-40B4-BE49-F238E27FC236}">
                  <a16:creationId xmlns:a16="http://schemas.microsoft.com/office/drawing/2014/main" id="{8ED5B87C-C858-45D5-B422-57521FB430EA}"/>
                </a:ext>
              </a:extLst>
            </p:cNvPr>
            <p:cNvSpPr/>
            <p:nvPr userDrawn="1"/>
          </p:nvSpPr>
          <p:spPr>
            <a:xfrm>
              <a:off x="3816249" y="3860802"/>
              <a:ext cx="1089340" cy="2961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96" name="Rectangle 95">
              <a:extLst>
                <a:ext uri="{FF2B5EF4-FFF2-40B4-BE49-F238E27FC236}">
                  <a16:creationId xmlns:a16="http://schemas.microsoft.com/office/drawing/2014/main" id="{F9AEC7D7-B500-4304-A412-834BC87690DC}"/>
                </a:ext>
              </a:extLst>
            </p:cNvPr>
            <p:cNvSpPr/>
            <p:nvPr userDrawn="1"/>
          </p:nvSpPr>
          <p:spPr>
            <a:xfrm>
              <a:off x="7189206" y="1703165"/>
              <a:ext cx="1581609" cy="1732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97" name="Rectangle 96">
              <a:extLst>
                <a:ext uri="{FF2B5EF4-FFF2-40B4-BE49-F238E27FC236}">
                  <a16:creationId xmlns:a16="http://schemas.microsoft.com/office/drawing/2014/main" id="{396EA675-BAF7-49C8-A803-4DBEF140401B}"/>
                </a:ext>
              </a:extLst>
            </p:cNvPr>
            <p:cNvSpPr/>
            <p:nvPr userDrawn="1"/>
          </p:nvSpPr>
          <p:spPr>
            <a:xfrm>
              <a:off x="7189206" y="2623233"/>
              <a:ext cx="1581609" cy="1732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98" name="Rectangle 97">
              <a:extLst>
                <a:ext uri="{FF2B5EF4-FFF2-40B4-BE49-F238E27FC236}">
                  <a16:creationId xmlns:a16="http://schemas.microsoft.com/office/drawing/2014/main" id="{3ADE96A4-C6A3-4EF5-AC1F-38E71A911EB5}"/>
                </a:ext>
              </a:extLst>
            </p:cNvPr>
            <p:cNvSpPr/>
            <p:nvPr userDrawn="1"/>
          </p:nvSpPr>
          <p:spPr>
            <a:xfrm>
              <a:off x="7189206" y="2439221"/>
              <a:ext cx="1581609" cy="1732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99" name="Rectangle 98">
              <a:extLst>
                <a:ext uri="{FF2B5EF4-FFF2-40B4-BE49-F238E27FC236}">
                  <a16:creationId xmlns:a16="http://schemas.microsoft.com/office/drawing/2014/main" id="{31E6309F-3779-4EE0-AC62-0CB9DA53DD1C}"/>
                </a:ext>
              </a:extLst>
            </p:cNvPr>
            <p:cNvSpPr/>
            <p:nvPr userDrawn="1"/>
          </p:nvSpPr>
          <p:spPr>
            <a:xfrm>
              <a:off x="7189206" y="2255207"/>
              <a:ext cx="1581609" cy="1732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0" name="Rectangle 99">
              <a:extLst>
                <a:ext uri="{FF2B5EF4-FFF2-40B4-BE49-F238E27FC236}">
                  <a16:creationId xmlns:a16="http://schemas.microsoft.com/office/drawing/2014/main" id="{6A80551A-BB1F-4A95-AB97-B6C91E4279BF}"/>
                </a:ext>
              </a:extLst>
            </p:cNvPr>
            <p:cNvSpPr/>
            <p:nvPr userDrawn="1"/>
          </p:nvSpPr>
          <p:spPr>
            <a:xfrm>
              <a:off x="7189206" y="2071193"/>
              <a:ext cx="1581609" cy="1732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1" name="Rectangle 100">
              <a:extLst>
                <a:ext uri="{FF2B5EF4-FFF2-40B4-BE49-F238E27FC236}">
                  <a16:creationId xmlns:a16="http://schemas.microsoft.com/office/drawing/2014/main" id="{AF1D6868-83FC-48FC-8906-5AC6892DB0DE}"/>
                </a:ext>
              </a:extLst>
            </p:cNvPr>
            <p:cNvSpPr/>
            <p:nvPr userDrawn="1"/>
          </p:nvSpPr>
          <p:spPr>
            <a:xfrm>
              <a:off x="7189206" y="1887179"/>
              <a:ext cx="1581609" cy="1732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2" name="Rectangle 101">
              <a:extLst>
                <a:ext uri="{FF2B5EF4-FFF2-40B4-BE49-F238E27FC236}">
                  <a16:creationId xmlns:a16="http://schemas.microsoft.com/office/drawing/2014/main" id="{561F61CB-16EE-4471-844D-C33077001F39}"/>
                </a:ext>
              </a:extLst>
            </p:cNvPr>
            <p:cNvSpPr/>
            <p:nvPr userDrawn="1"/>
          </p:nvSpPr>
          <p:spPr>
            <a:xfrm>
              <a:off x="7189206" y="2856483"/>
              <a:ext cx="1581609" cy="1732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3" name="Rectangle 102">
              <a:extLst>
                <a:ext uri="{FF2B5EF4-FFF2-40B4-BE49-F238E27FC236}">
                  <a16:creationId xmlns:a16="http://schemas.microsoft.com/office/drawing/2014/main" id="{A474D864-87C2-4D86-88E2-5F4D42209C8D}"/>
                </a:ext>
              </a:extLst>
            </p:cNvPr>
            <p:cNvSpPr/>
            <p:nvPr userDrawn="1"/>
          </p:nvSpPr>
          <p:spPr>
            <a:xfrm>
              <a:off x="7189206" y="3592539"/>
              <a:ext cx="1581609" cy="1732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4" name="Rectangle 103">
              <a:extLst>
                <a:ext uri="{FF2B5EF4-FFF2-40B4-BE49-F238E27FC236}">
                  <a16:creationId xmlns:a16="http://schemas.microsoft.com/office/drawing/2014/main" id="{CCDE12D0-F2DF-4EA0-B30F-78C54C81857A}"/>
                </a:ext>
              </a:extLst>
            </p:cNvPr>
            <p:cNvSpPr/>
            <p:nvPr userDrawn="1"/>
          </p:nvSpPr>
          <p:spPr>
            <a:xfrm>
              <a:off x="7189206" y="3408525"/>
              <a:ext cx="1581609" cy="1732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5" name="Rectangle 104">
              <a:extLst>
                <a:ext uri="{FF2B5EF4-FFF2-40B4-BE49-F238E27FC236}">
                  <a16:creationId xmlns:a16="http://schemas.microsoft.com/office/drawing/2014/main" id="{FF4A5F47-FA19-4C74-BF00-0F79253FAFF6}"/>
                </a:ext>
              </a:extLst>
            </p:cNvPr>
            <p:cNvSpPr/>
            <p:nvPr userDrawn="1"/>
          </p:nvSpPr>
          <p:spPr>
            <a:xfrm>
              <a:off x="7189206" y="3224511"/>
              <a:ext cx="1581609" cy="1732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6" name="Rectangle 105">
              <a:extLst>
                <a:ext uri="{FF2B5EF4-FFF2-40B4-BE49-F238E27FC236}">
                  <a16:creationId xmlns:a16="http://schemas.microsoft.com/office/drawing/2014/main" id="{FBD1EA2A-9C1E-4FB8-8C96-459A235669AA}"/>
                </a:ext>
              </a:extLst>
            </p:cNvPr>
            <p:cNvSpPr/>
            <p:nvPr userDrawn="1"/>
          </p:nvSpPr>
          <p:spPr>
            <a:xfrm>
              <a:off x="7189206" y="3040497"/>
              <a:ext cx="1581609" cy="1732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7" name="Rectangle 106">
              <a:extLst>
                <a:ext uri="{FF2B5EF4-FFF2-40B4-BE49-F238E27FC236}">
                  <a16:creationId xmlns:a16="http://schemas.microsoft.com/office/drawing/2014/main" id="{6230EE23-24EB-4C2A-A145-23641EB240C9}"/>
                </a:ext>
              </a:extLst>
            </p:cNvPr>
            <p:cNvSpPr/>
            <p:nvPr userDrawn="1"/>
          </p:nvSpPr>
          <p:spPr>
            <a:xfrm>
              <a:off x="7189206" y="3820780"/>
              <a:ext cx="1581609" cy="1732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8" name="Rectangle 107">
              <a:extLst>
                <a:ext uri="{FF2B5EF4-FFF2-40B4-BE49-F238E27FC236}">
                  <a16:creationId xmlns:a16="http://schemas.microsoft.com/office/drawing/2014/main" id="{252533AC-213D-423C-B982-C0EB0749F48D}"/>
                </a:ext>
              </a:extLst>
            </p:cNvPr>
            <p:cNvSpPr/>
            <p:nvPr userDrawn="1"/>
          </p:nvSpPr>
          <p:spPr>
            <a:xfrm>
              <a:off x="7189206" y="4372822"/>
              <a:ext cx="1581609" cy="1732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9" name="Rectangle 108">
              <a:extLst>
                <a:ext uri="{FF2B5EF4-FFF2-40B4-BE49-F238E27FC236}">
                  <a16:creationId xmlns:a16="http://schemas.microsoft.com/office/drawing/2014/main" id="{32BF3D77-1DCA-466A-B184-4DCAD8C633A0}"/>
                </a:ext>
              </a:extLst>
            </p:cNvPr>
            <p:cNvSpPr/>
            <p:nvPr userDrawn="1"/>
          </p:nvSpPr>
          <p:spPr>
            <a:xfrm>
              <a:off x="7189206" y="4188808"/>
              <a:ext cx="1581609" cy="1732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0" name="Rectangle 109">
              <a:extLst>
                <a:ext uri="{FF2B5EF4-FFF2-40B4-BE49-F238E27FC236}">
                  <a16:creationId xmlns:a16="http://schemas.microsoft.com/office/drawing/2014/main" id="{16557F93-CB39-46B9-9597-C137C0C87326}"/>
                </a:ext>
              </a:extLst>
            </p:cNvPr>
            <p:cNvSpPr/>
            <p:nvPr userDrawn="1"/>
          </p:nvSpPr>
          <p:spPr>
            <a:xfrm>
              <a:off x="7189206" y="4004794"/>
              <a:ext cx="1581609" cy="1732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1" name="Rectangle 110">
              <a:extLst>
                <a:ext uri="{FF2B5EF4-FFF2-40B4-BE49-F238E27FC236}">
                  <a16:creationId xmlns:a16="http://schemas.microsoft.com/office/drawing/2014/main" id="{7AE972F7-505D-4914-9C54-CB1B6BB3943D}"/>
                </a:ext>
              </a:extLst>
            </p:cNvPr>
            <p:cNvSpPr/>
            <p:nvPr userDrawn="1"/>
          </p:nvSpPr>
          <p:spPr>
            <a:xfrm>
              <a:off x="7189206" y="4732437"/>
              <a:ext cx="1581609" cy="17326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2" name="Rectangle 111">
              <a:extLst>
                <a:ext uri="{FF2B5EF4-FFF2-40B4-BE49-F238E27FC236}">
                  <a16:creationId xmlns:a16="http://schemas.microsoft.com/office/drawing/2014/main" id="{2C49CF31-6E32-49AC-B824-3AF7B3877F5F}"/>
                </a:ext>
              </a:extLst>
            </p:cNvPr>
            <p:cNvSpPr/>
            <p:nvPr userDrawn="1"/>
          </p:nvSpPr>
          <p:spPr>
            <a:xfrm>
              <a:off x="7189206" y="5468493"/>
              <a:ext cx="1581609" cy="17326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3" name="Rectangle 112">
              <a:extLst>
                <a:ext uri="{FF2B5EF4-FFF2-40B4-BE49-F238E27FC236}">
                  <a16:creationId xmlns:a16="http://schemas.microsoft.com/office/drawing/2014/main" id="{B83736F1-570F-4DAF-859E-ACCF963D4FB3}"/>
                </a:ext>
              </a:extLst>
            </p:cNvPr>
            <p:cNvSpPr/>
            <p:nvPr userDrawn="1"/>
          </p:nvSpPr>
          <p:spPr>
            <a:xfrm>
              <a:off x="7189206" y="5284479"/>
              <a:ext cx="1581609" cy="17326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4" name="Rectangle 113">
              <a:extLst>
                <a:ext uri="{FF2B5EF4-FFF2-40B4-BE49-F238E27FC236}">
                  <a16:creationId xmlns:a16="http://schemas.microsoft.com/office/drawing/2014/main" id="{9C21A638-2888-4CE3-B7B2-9D77567DCB3A}"/>
                </a:ext>
              </a:extLst>
            </p:cNvPr>
            <p:cNvSpPr/>
            <p:nvPr userDrawn="1"/>
          </p:nvSpPr>
          <p:spPr>
            <a:xfrm>
              <a:off x="7189206" y="5100465"/>
              <a:ext cx="1581609" cy="17326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5" name="Rectangle 114">
              <a:extLst>
                <a:ext uri="{FF2B5EF4-FFF2-40B4-BE49-F238E27FC236}">
                  <a16:creationId xmlns:a16="http://schemas.microsoft.com/office/drawing/2014/main" id="{A8549737-88D2-4913-B2E8-5FB149950373}"/>
                </a:ext>
              </a:extLst>
            </p:cNvPr>
            <p:cNvSpPr/>
            <p:nvPr userDrawn="1"/>
          </p:nvSpPr>
          <p:spPr>
            <a:xfrm>
              <a:off x="7189206" y="4916451"/>
              <a:ext cx="1581609" cy="17326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6" name="Rectangle 115">
              <a:extLst>
                <a:ext uri="{FF2B5EF4-FFF2-40B4-BE49-F238E27FC236}">
                  <a16:creationId xmlns:a16="http://schemas.microsoft.com/office/drawing/2014/main" id="{048BC6BD-E231-4227-A7FA-5E98E640D9C0}"/>
                </a:ext>
              </a:extLst>
            </p:cNvPr>
            <p:cNvSpPr/>
            <p:nvPr userDrawn="1"/>
          </p:nvSpPr>
          <p:spPr>
            <a:xfrm>
              <a:off x="7189206" y="5878994"/>
              <a:ext cx="1581609" cy="17326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7" name="Rectangle 116">
              <a:extLst>
                <a:ext uri="{FF2B5EF4-FFF2-40B4-BE49-F238E27FC236}">
                  <a16:creationId xmlns:a16="http://schemas.microsoft.com/office/drawing/2014/main" id="{545A880A-4CE2-4507-B26D-5802BEA85EBA}"/>
                </a:ext>
              </a:extLst>
            </p:cNvPr>
            <p:cNvSpPr/>
            <p:nvPr userDrawn="1"/>
          </p:nvSpPr>
          <p:spPr>
            <a:xfrm>
              <a:off x="7189206" y="5694980"/>
              <a:ext cx="1581609" cy="17326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118" name="Group 117">
              <a:extLst>
                <a:ext uri="{FF2B5EF4-FFF2-40B4-BE49-F238E27FC236}">
                  <a16:creationId xmlns:a16="http://schemas.microsoft.com/office/drawing/2014/main" id="{23FF82FA-FD09-4691-89C5-490F916B1250}"/>
                </a:ext>
              </a:extLst>
            </p:cNvPr>
            <p:cNvGrpSpPr/>
            <p:nvPr userDrawn="1"/>
          </p:nvGrpSpPr>
          <p:grpSpPr>
            <a:xfrm>
              <a:off x="6705897" y="2958466"/>
              <a:ext cx="429187" cy="736057"/>
              <a:chOff x="11046259" y="4635800"/>
              <a:chExt cx="686094" cy="1176655"/>
            </a:xfrm>
          </p:grpSpPr>
          <p:sp>
            <p:nvSpPr>
              <p:cNvPr id="119" name="object 42">
                <a:extLst>
                  <a:ext uri="{FF2B5EF4-FFF2-40B4-BE49-F238E27FC236}">
                    <a16:creationId xmlns:a16="http://schemas.microsoft.com/office/drawing/2014/main" id="{AD4F50FC-6C78-403D-92E6-1BD87D460C39}"/>
                  </a:ext>
                </a:extLst>
              </p:cNvPr>
              <p:cNvSpPr/>
              <p:nvPr/>
            </p:nvSpPr>
            <p:spPr>
              <a:xfrm>
                <a:off x="11388818" y="4635800"/>
                <a:ext cx="343535" cy="1176655"/>
              </a:xfrm>
              <a:custGeom>
                <a:avLst/>
                <a:gdLst/>
                <a:ahLst/>
                <a:cxnLst/>
                <a:rect l="l" t="t" r="r" b="b"/>
                <a:pathLst>
                  <a:path w="343534" h="1176654">
                    <a:moveTo>
                      <a:pt x="343047" y="0"/>
                    </a:moveTo>
                    <a:lnTo>
                      <a:pt x="0" y="0"/>
                    </a:lnTo>
                    <a:lnTo>
                      <a:pt x="0" y="1176058"/>
                    </a:lnTo>
                    <a:lnTo>
                      <a:pt x="343047" y="1176058"/>
                    </a:lnTo>
                  </a:path>
                </a:pathLst>
              </a:custGeom>
              <a:ln w="9528">
                <a:solidFill>
                  <a:schemeClr val="bg2"/>
                </a:solidFill>
              </a:ln>
            </p:spPr>
            <p:txBody>
              <a:bodyPr wrap="square" lIns="0" tIns="0" rIns="0" bIns="0" rtlCol="0"/>
              <a:lstStyle/>
              <a:p>
                <a:endParaRPr dirty="0"/>
              </a:p>
            </p:txBody>
          </p:sp>
          <p:sp>
            <p:nvSpPr>
              <p:cNvPr id="120" name="object 43">
                <a:extLst>
                  <a:ext uri="{FF2B5EF4-FFF2-40B4-BE49-F238E27FC236}">
                    <a16:creationId xmlns:a16="http://schemas.microsoft.com/office/drawing/2014/main" id="{41B761BA-B7EF-450A-9EFC-F496DF9C87D5}"/>
                  </a:ext>
                </a:extLst>
              </p:cNvPr>
              <p:cNvSpPr/>
              <p:nvPr/>
            </p:nvSpPr>
            <p:spPr>
              <a:xfrm>
                <a:off x="11389739" y="4929752"/>
                <a:ext cx="342265" cy="0"/>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sp>
            <p:nvSpPr>
              <p:cNvPr id="121" name="object 44">
                <a:extLst>
                  <a:ext uri="{FF2B5EF4-FFF2-40B4-BE49-F238E27FC236}">
                    <a16:creationId xmlns:a16="http://schemas.microsoft.com/office/drawing/2014/main" id="{0BDF761F-EF1F-400B-BDAF-72D892321C94}"/>
                  </a:ext>
                </a:extLst>
              </p:cNvPr>
              <p:cNvSpPr/>
              <p:nvPr/>
            </p:nvSpPr>
            <p:spPr>
              <a:xfrm>
                <a:off x="11046259" y="5223836"/>
                <a:ext cx="342265" cy="0"/>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sp>
            <p:nvSpPr>
              <p:cNvPr id="122" name="object 49">
                <a:extLst>
                  <a:ext uri="{FF2B5EF4-FFF2-40B4-BE49-F238E27FC236}">
                    <a16:creationId xmlns:a16="http://schemas.microsoft.com/office/drawing/2014/main" id="{F1A0AA26-6DFC-4924-B3FE-8C1D86A166B9}"/>
                  </a:ext>
                </a:extLst>
              </p:cNvPr>
              <p:cNvSpPr/>
              <p:nvPr/>
            </p:nvSpPr>
            <p:spPr>
              <a:xfrm>
                <a:off x="11389739" y="5223714"/>
                <a:ext cx="342265" cy="0"/>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sp>
            <p:nvSpPr>
              <p:cNvPr id="123" name="object 52">
                <a:extLst>
                  <a:ext uri="{FF2B5EF4-FFF2-40B4-BE49-F238E27FC236}">
                    <a16:creationId xmlns:a16="http://schemas.microsoft.com/office/drawing/2014/main" id="{4E41B1CE-4A6D-42BD-AF80-B294E828C288}"/>
                  </a:ext>
                </a:extLst>
              </p:cNvPr>
              <p:cNvSpPr/>
              <p:nvPr/>
            </p:nvSpPr>
            <p:spPr>
              <a:xfrm>
                <a:off x="11389739" y="5517665"/>
                <a:ext cx="342265" cy="0"/>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grpSp>
        <p:grpSp>
          <p:nvGrpSpPr>
            <p:cNvPr id="124" name="Group 123">
              <a:extLst>
                <a:ext uri="{FF2B5EF4-FFF2-40B4-BE49-F238E27FC236}">
                  <a16:creationId xmlns:a16="http://schemas.microsoft.com/office/drawing/2014/main" id="{47B4A28E-41FF-4CEF-B097-1C3717800D21}"/>
                </a:ext>
              </a:extLst>
            </p:cNvPr>
            <p:cNvGrpSpPr/>
            <p:nvPr userDrawn="1"/>
          </p:nvGrpSpPr>
          <p:grpSpPr>
            <a:xfrm>
              <a:off x="6705897" y="3895783"/>
              <a:ext cx="435966" cy="560460"/>
              <a:chOff x="11046259" y="6173067"/>
              <a:chExt cx="686094" cy="882015"/>
            </a:xfrm>
          </p:grpSpPr>
          <p:sp>
            <p:nvSpPr>
              <p:cNvPr id="125" name="object 46">
                <a:extLst>
                  <a:ext uri="{FF2B5EF4-FFF2-40B4-BE49-F238E27FC236}">
                    <a16:creationId xmlns:a16="http://schemas.microsoft.com/office/drawing/2014/main" id="{3C1293A9-CACB-4E58-A234-FF67C5D5406D}"/>
                  </a:ext>
                </a:extLst>
              </p:cNvPr>
              <p:cNvSpPr/>
              <p:nvPr/>
            </p:nvSpPr>
            <p:spPr>
              <a:xfrm>
                <a:off x="11388818" y="6173067"/>
                <a:ext cx="343535" cy="882015"/>
              </a:xfrm>
              <a:custGeom>
                <a:avLst/>
                <a:gdLst/>
                <a:ahLst/>
                <a:cxnLst/>
                <a:rect l="l" t="t" r="r" b="b"/>
                <a:pathLst>
                  <a:path w="343534" h="882015">
                    <a:moveTo>
                      <a:pt x="343047" y="0"/>
                    </a:moveTo>
                    <a:lnTo>
                      <a:pt x="0" y="0"/>
                    </a:lnTo>
                    <a:lnTo>
                      <a:pt x="0" y="881983"/>
                    </a:lnTo>
                    <a:lnTo>
                      <a:pt x="343047" y="881983"/>
                    </a:lnTo>
                  </a:path>
                </a:pathLst>
              </a:custGeom>
              <a:ln w="9528">
                <a:solidFill>
                  <a:schemeClr val="bg2"/>
                </a:solidFill>
              </a:ln>
            </p:spPr>
            <p:txBody>
              <a:bodyPr wrap="square" lIns="0" tIns="0" rIns="0" bIns="0" rtlCol="0"/>
              <a:lstStyle/>
              <a:p>
                <a:endParaRPr dirty="0"/>
              </a:p>
            </p:txBody>
          </p:sp>
          <p:sp>
            <p:nvSpPr>
              <p:cNvPr id="126" name="object 47">
                <a:extLst>
                  <a:ext uri="{FF2B5EF4-FFF2-40B4-BE49-F238E27FC236}">
                    <a16:creationId xmlns:a16="http://schemas.microsoft.com/office/drawing/2014/main" id="{79F2C5CE-538A-459E-A14C-BAFF3C62557A}"/>
                  </a:ext>
                </a:extLst>
              </p:cNvPr>
              <p:cNvSpPr/>
              <p:nvPr/>
            </p:nvSpPr>
            <p:spPr>
              <a:xfrm>
                <a:off x="11389739" y="6467029"/>
                <a:ext cx="342265" cy="0"/>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sp>
            <p:nvSpPr>
              <p:cNvPr id="127" name="object 48">
                <a:extLst>
                  <a:ext uri="{FF2B5EF4-FFF2-40B4-BE49-F238E27FC236}">
                    <a16:creationId xmlns:a16="http://schemas.microsoft.com/office/drawing/2014/main" id="{ED0316DD-B6CA-445C-ABF7-15AC14E5E95A}"/>
                  </a:ext>
                </a:extLst>
              </p:cNvPr>
              <p:cNvSpPr/>
              <p:nvPr/>
            </p:nvSpPr>
            <p:spPr>
              <a:xfrm>
                <a:off x="11046259" y="6614071"/>
                <a:ext cx="342265" cy="0"/>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sp>
            <p:nvSpPr>
              <p:cNvPr id="128" name="object 50">
                <a:extLst>
                  <a:ext uri="{FF2B5EF4-FFF2-40B4-BE49-F238E27FC236}">
                    <a16:creationId xmlns:a16="http://schemas.microsoft.com/office/drawing/2014/main" id="{C828BD15-C5FB-4EE7-8AD5-88B38D204150}"/>
                  </a:ext>
                </a:extLst>
              </p:cNvPr>
              <p:cNvSpPr/>
              <p:nvPr/>
            </p:nvSpPr>
            <p:spPr>
              <a:xfrm>
                <a:off x="11389739" y="6760981"/>
                <a:ext cx="342265" cy="0"/>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grpSp>
        <p:grpSp>
          <p:nvGrpSpPr>
            <p:cNvPr id="129" name="Group 128">
              <a:extLst>
                <a:ext uri="{FF2B5EF4-FFF2-40B4-BE49-F238E27FC236}">
                  <a16:creationId xmlns:a16="http://schemas.microsoft.com/office/drawing/2014/main" id="{559ABA7C-2785-4294-A520-8B4D33D4810F}"/>
                </a:ext>
              </a:extLst>
            </p:cNvPr>
            <p:cNvGrpSpPr/>
            <p:nvPr userDrawn="1"/>
          </p:nvGrpSpPr>
          <p:grpSpPr>
            <a:xfrm>
              <a:off x="6705897" y="4812668"/>
              <a:ext cx="429187" cy="736057"/>
              <a:chOff x="11046259" y="4635800"/>
              <a:chExt cx="686094" cy="1176655"/>
            </a:xfrm>
          </p:grpSpPr>
          <p:sp>
            <p:nvSpPr>
              <p:cNvPr id="130" name="object 42">
                <a:extLst>
                  <a:ext uri="{FF2B5EF4-FFF2-40B4-BE49-F238E27FC236}">
                    <a16:creationId xmlns:a16="http://schemas.microsoft.com/office/drawing/2014/main" id="{EB02CC0C-E15D-4705-844F-775A3402C6B5}"/>
                  </a:ext>
                </a:extLst>
              </p:cNvPr>
              <p:cNvSpPr/>
              <p:nvPr/>
            </p:nvSpPr>
            <p:spPr>
              <a:xfrm>
                <a:off x="11388818" y="4635800"/>
                <a:ext cx="343535" cy="1176655"/>
              </a:xfrm>
              <a:custGeom>
                <a:avLst/>
                <a:gdLst/>
                <a:ahLst/>
                <a:cxnLst/>
                <a:rect l="l" t="t" r="r" b="b"/>
                <a:pathLst>
                  <a:path w="343534" h="1176654">
                    <a:moveTo>
                      <a:pt x="343047" y="0"/>
                    </a:moveTo>
                    <a:lnTo>
                      <a:pt x="0" y="0"/>
                    </a:lnTo>
                    <a:lnTo>
                      <a:pt x="0" y="1176058"/>
                    </a:lnTo>
                    <a:lnTo>
                      <a:pt x="343047" y="1176058"/>
                    </a:lnTo>
                  </a:path>
                </a:pathLst>
              </a:custGeom>
              <a:ln w="9528">
                <a:solidFill>
                  <a:schemeClr val="bg2"/>
                </a:solidFill>
              </a:ln>
            </p:spPr>
            <p:txBody>
              <a:bodyPr wrap="square" lIns="0" tIns="0" rIns="0" bIns="0" rtlCol="0"/>
              <a:lstStyle/>
              <a:p>
                <a:endParaRPr dirty="0"/>
              </a:p>
            </p:txBody>
          </p:sp>
          <p:sp>
            <p:nvSpPr>
              <p:cNvPr id="131" name="object 43">
                <a:extLst>
                  <a:ext uri="{FF2B5EF4-FFF2-40B4-BE49-F238E27FC236}">
                    <a16:creationId xmlns:a16="http://schemas.microsoft.com/office/drawing/2014/main" id="{80245BD4-63D5-4628-A93F-791FCEBA76E2}"/>
                  </a:ext>
                </a:extLst>
              </p:cNvPr>
              <p:cNvSpPr/>
              <p:nvPr/>
            </p:nvSpPr>
            <p:spPr>
              <a:xfrm>
                <a:off x="11389739" y="4929752"/>
                <a:ext cx="342265" cy="0"/>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sp>
            <p:nvSpPr>
              <p:cNvPr id="132" name="object 44">
                <a:extLst>
                  <a:ext uri="{FF2B5EF4-FFF2-40B4-BE49-F238E27FC236}">
                    <a16:creationId xmlns:a16="http://schemas.microsoft.com/office/drawing/2014/main" id="{F6BB1ABC-23A1-4B7D-82DE-3DA377E6AE75}"/>
                  </a:ext>
                </a:extLst>
              </p:cNvPr>
              <p:cNvSpPr/>
              <p:nvPr/>
            </p:nvSpPr>
            <p:spPr>
              <a:xfrm>
                <a:off x="11046259" y="5223836"/>
                <a:ext cx="342265" cy="0"/>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sp>
            <p:nvSpPr>
              <p:cNvPr id="133" name="object 49">
                <a:extLst>
                  <a:ext uri="{FF2B5EF4-FFF2-40B4-BE49-F238E27FC236}">
                    <a16:creationId xmlns:a16="http://schemas.microsoft.com/office/drawing/2014/main" id="{DD7F16A0-87DB-4A1D-81E6-C9BA6BED686D}"/>
                  </a:ext>
                </a:extLst>
              </p:cNvPr>
              <p:cNvSpPr/>
              <p:nvPr/>
            </p:nvSpPr>
            <p:spPr>
              <a:xfrm>
                <a:off x="11389739" y="5223714"/>
                <a:ext cx="342265" cy="0"/>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sp>
            <p:nvSpPr>
              <p:cNvPr id="134" name="object 52">
                <a:extLst>
                  <a:ext uri="{FF2B5EF4-FFF2-40B4-BE49-F238E27FC236}">
                    <a16:creationId xmlns:a16="http://schemas.microsoft.com/office/drawing/2014/main" id="{4D55BFC2-1EBA-4EF2-9FE5-CF64DDCF7685}"/>
                  </a:ext>
                </a:extLst>
              </p:cNvPr>
              <p:cNvSpPr/>
              <p:nvPr/>
            </p:nvSpPr>
            <p:spPr>
              <a:xfrm>
                <a:off x="11389739" y="5517665"/>
                <a:ext cx="342265" cy="0"/>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grpSp>
        <p:grpSp>
          <p:nvGrpSpPr>
            <p:cNvPr id="135" name="Group 134">
              <a:extLst>
                <a:ext uri="{FF2B5EF4-FFF2-40B4-BE49-F238E27FC236}">
                  <a16:creationId xmlns:a16="http://schemas.microsoft.com/office/drawing/2014/main" id="{4E12985B-4BA0-4A99-9944-7877F6227557}"/>
                </a:ext>
              </a:extLst>
            </p:cNvPr>
            <p:cNvGrpSpPr/>
            <p:nvPr userDrawn="1"/>
          </p:nvGrpSpPr>
          <p:grpSpPr>
            <a:xfrm>
              <a:off x="6705896" y="5783203"/>
              <a:ext cx="435745" cy="186726"/>
              <a:chOff x="9293659" y="6012696"/>
              <a:chExt cx="686094" cy="294005"/>
            </a:xfrm>
          </p:grpSpPr>
          <p:sp>
            <p:nvSpPr>
              <p:cNvPr id="136" name="object 14">
                <a:extLst>
                  <a:ext uri="{FF2B5EF4-FFF2-40B4-BE49-F238E27FC236}">
                    <a16:creationId xmlns:a16="http://schemas.microsoft.com/office/drawing/2014/main" id="{C9F87C3D-4ED6-4C82-92FF-1962C56724A3}"/>
                  </a:ext>
                </a:extLst>
              </p:cNvPr>
              <p:cNvSpPr/>
              <p:nvPr/>
            </p:nvSpPr>
            <p:spPr>
              <a:xfrm>
                <a:off x="9636218" y="6012696"/>
                <a:ext cx="343535" cy="294005"/>
              </a:xfrm>
              <a:custGeom>
                <a:avLst/>
                <a:gdLst/>
                <a:ahLst/>
                <a:cxnLst/>
                <a:rect l="l" t="t" r="r" b="b"/>
                <a:pathLst>
                  <a:path w="343534" h="294004">
                    <a:moveTo>
                      <a:pt x="343047" y="0"/>
                    </a:moveTo>
                    <a:lnTo>
                      <a:pt x="0" y="0"/>
                    </a:lnTo>
                    <a:lnTo>
                      <a:pt x="0" y="294001"/>
                    </a:lnTo>
                    <a:lnTo>
                      <a:pt x="343047" y="294001"/>
                    </a:lnTo>
                  </a:path>
                </a:pathLst>
              </a:custGeom>
              <a:ln w="9528">
                <a:solidFill>
                  <a:schemeClr val="bg2"/>
                </a:solidFill>
              </a:ln>
            </p:spPr>
            <p:txBody>
              <a:bodyPr wrap="square" lIns="0" tIns="0" rIns="0" bIns="0" rtlCol="0"/>
              <a:lstStyle/>
              <a:p>
                <a:endParaRPr dirty="0"/>
              </a:p>
            </p:txBody>
          </p:sp>
          <p:sp>
            <p:nvSpPr>
              <p:cNvPr id="137" name="object 15">
                <a:extLst>
                  <a:ext uri="{FF2B5EF4-FFF2-40B4-BE49-F238E27FC236}">
                    <a16:creationId xmlns:a16="http://schemas.microsoft.com/office/drawing/2014/main" id="{D0FD4176-4253-4F48-9A21-EBCCAE3FFF9C}"/>
                  </a:ext>
                </a:extLst>
              </p:cNvPr>
              <p:cNvSpPr/>
              <p:nvPr/>
            </p:nvSpPr>
            <p:spPr>
              <a:xfrm>
                <a:off x="9293659" y="6159707"/>
                <a:ext cx="342265" cy="0"/>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grpSp>
      </p:grpSp>
      <p:grpSp>
        <p:nvGrpSpPr>
          <p:cNvPr id="211" name="Group 210">
            <a:extLst>
              <a:ext uri="{FF2B5EF4-FFF2-40B4-BE49-F238E27FC236}">
                <a16:creationId xmlns:a16="http://schemas.microsoft.com/office/drawing/2014/main" id="{1C2E4954-3A93-4A9F-8EDB-F438631D103B}"/>
              </a:ext>
            </a:extLst>
          </p:cNvPr>
          <p:cNvGrpSpPr/>
          <p:nvPr userDrawn="1"/>
        </p:nvGrpSpPr>
        <p:grpSpPr>
          <a:xfrm>
            <a:off x="6026206" y="1971645"/>
            <a:ext cx="5558259" cy="4132939"/>
            <a:chOff x="2247759" y="1703164"/>
            <a:chExt cx="6965895" cy="4132939"/>
          </a:xfrm>
        </p:grpSpPr>
        <p:sp>
          <p:nvSpPr>
            <p:cNvPr id="178" name="Rectangle 177">
              <a:extLst>
                <a:ext uri="{FF2B5EF4-FFF2-40B4-BE49-F238E27FC236}">
                  <a16:creationId xmlns:a16="http://schemas.microsoft.com/office/drawing/2014/main" id="{A82641AF-6E72-4DA0-B286-ED388A3990F7}"/>
                </a:ext>
              </a:extLst>
            </p:cNvPr>
            <p:cNvSpPr/>
            <p:nvPr userDrawn="1"/>
          </p:nvSpPr>
          <p:spPr>
            <a:xfrm>
              <a:off x="2247760" y="1703164"/>
              <a:ext cx="1477480" cy="83683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AU" sz="1150" dirty="0">
                <a:solidFill>
                  <a:schemeClr val="tx1"/>
                </a:solidFill>
              </a:endParaRPr>
            </a:p>
          </p:txBody>
        </p:sp>
        <p:grpSp>
          <p:nvGrpSpPr>
            <p:cNvPr id="179" name="Group 178">
              <a:extLst>
                <a:ext uri="{FF2B5EF4-FFF2-40B4-BE49-F238E27FC236}">
                  <a16:creationId xmlns:a16="http://schemas.microsoft.com/office/drawing/2014/main" id="{B40ADBD0-B7E7-49DF-BB2A-0508E4FEA188}"/>
                </a:ext>
              </a:extLst>
            </p:cNvPr>
            <p:cNvGrpSpPr/>
            <p:nvPr userDrawn="1"/>
          </p:nvGrpSpPr>
          <p:grpSpPr>
            <a:xfrm>
              <a:off x="3725240" y="1729636"/>
              <a:ext cx="5488414" cy="808878"/>
              <a:chOff x="3566971" y="1729636"/>
              <a:chExt cx="5215080" cy="808878"/>
            </a:xfrm>
          </p:grpSpPr>
          <p:grpSp>
            <p:nvGrpSpPr>
              <p:cNvPr id="180" name="Group 179">
                <a:extLst>
                  <a:ext uri="{FF2B5EF4-FFF2-40B4-BE49-F238E27FC236}">
                    <a16:creationId xmlns:a16="http://schemas.microsoft.com/office/drawing/2014/main" id="{A533E918-93AD-4462-9A4A-77490459D867}"/>
                  </a:ext>
                </a:extLst>
              </p:cNvPr>
              <p:cNvGrpSpPr/>
              <p:nvPr/>
            </p:nvGrpSpPr>
            <p:grpSpPr>
              <a:xfrm>
                <a:off x="3566971" y="1882662"/>
                <a:ext cx="329530" cy="533858"/>
                <a:chOff x="6910901" y="5065383"/>
                <a:chExt cx="639618" cy="533858"/>
              </a:xfrm>
            </p:grpSpPr>
            <p:sp>
              <p:nvSpPr>
                <p:cNvPr id="184" name="object 46">
                  <a:extLst>
                    <a:ext uri="{FF2B5EF4-FFF2-40B4-BE49-F238E27FC236}">
                      <a16:creationId xmlns:a16="http://schemas.microsoft.com/office/drawing/2014/main" id="{E3835009-0833-49F9-87DD-A38111B90AD7}"/>
                    </a:ext>
                  </a:extLst>
                </p:cNvPr>
                <p:cNvSpPr/>
                <p:nvPr/>
              </p:nvSpPr>
              <p:spPr>
                <a:xfrm>
                  <a:off x="7230255" y="5065383"/>
                  <a:ext cx="320264" cy="533858"/>
                </a:xfrm>
                <a:custGeom>
                  <a:avLst/>
                  <a:gdLst/>
                  <a:ahLst/>
                  <a:cxnLst/>
                  <a:rect l="l" t="t" r="r" b="b"/>
                  <a:pathLst>
                    <a:path w="343534" h="882015">
                      <a:moveTo>
                        <a:pt x="343047" y="0"/>
                      </a:moveTo>
                      <a:lnTo>
                        <a:pt x="0" y="0"/>
                      </a:lnTo>
                      <a:lnTo>
                        <a:pt x="0" y="881983"/>
                      </a:lnTo>
                      <a:lnTo>
                        <a:pt x="343047" y="881983"/>
                      </a:lnTo>
                    </a:path>
                  </a:pathLst>
                </a:custGeom>
                <a:ln w="9528">
                  <a:solidFill>
                    <a:schemeClr val="bg2"/>
                  </a:solidFill>
                </a:ln>
              </p:spPr>
              <p:txBody>
                <a:bodyPr wrap="square" lIns="0" tIns="0" rIns="0" bIns="0" rtlCol="0"/>
                <a:lstStyle/>
                <a:p>
                  <a:endParaRPr dirty="0"/>
                </a:p>
              </p:txBody>
            </p:sp>
            <p:sp>
              <p:nvSpPr>
                <p:cNvPr id="185" name="object 48">
                  <a:extLst>
                    <a:ext uri="{FF2B5EF4-FFF2-40B4-BE49-F238E27FC236}">
                      <a16:creationId xmlns:a16="http://schemas.microsoft.com/office/drawing/2014/main" id="{FD295C87-518E-43BA-8466-11EF07110887}"/>
                    </a:ext>
                  </a:extLst>
                </p:cNvPr>
                <p:cNvSpPr/>
                <p:nvPr/>
              </p:nvSpPr>
              <p:spPr>
                <a:xfrm flipV="1">
                  <a:off x="6910901" y="5271086"/>
                  <a:ext cx="639618" cy="45719"/>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grpSp>
          <p:sp>
            <p:nvSpPr>
              <p:cNvPr id="181" name="Rectangle 180">
                <a:extLst>
                  <a:ext uri="{FF2B5EF4-FFF2-40B4-BE49-F238E27FC236}">
                    <a16:creationId xmlns:a16="http://schemas.microsoft.com/office/drawing/2014/main" id="{3865AE8F-4611-48B9-B45C-B2C6F9AA9ACA}"/>
                  </a:ext>
                </a:extLst>
              </p:cNvPr>
              <p:cNvSpPr/>
              <p:nvPr/>
            </p:nvSpPr>
            <p:spPr>
              <a:xfrm>
                <a:off x="3920172" y="2008422"/>
                <a:ext cx="4861879" cy="25181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150" dirty="0">
                  <a:solidFill>
                    <a:schemeClr val="tx1"/>
                  </a:solidFill>
                </a:endParaRPr>
              </a:p>
            </p:txBody>
          </p:sp>
          <p:sp>
            <p:nvSpPr>
              <p:cNvPr id="182" name="Rectangle 181">
                <a:extLst>
                  <a:ext uri="{FF2B5EF4-FFF2-40B4-BE49-F238E27FC236}">
                    <a16:creationId xmlns:a16="http://schemas.microsoft.com/office/drawing/2014/main" id="{79EEA92A-5939-4382-B164-2E0F0D7E5F89}"/>
                  </a:ext>
                </a:extLst>
              </p:cNvPr>
              <p:cNvSpPr/>
              <p:nvPr/>
            </p:nvSpPr>
            <p:spPr>
              <a:xfrm>
                <a:off x="3920172" y="2286704"/>
                <a:ext cx="4861879" cy="25181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150" dirty="0">
                  <a:solidFill>
                    <a:schemeClr val="tx1"/>
                  </a:solidFill>
                </a:endParaRPr>
              </a:p>
            </p:txBody>
          </p:sp>
          <p:sp>
            <p:nvSpPr>
              <p:cNvPr id="183" name="Rectangle 182">
                <a:extLst>
                  <a:ext uri="{FF2B5EF4-FFF2-40B4-BE49-F238E27FC236}">
                    <a16:creationId xmlns:a16="http://schemas.microsoft.com/office/drawing/2014/main" id="{53365C3E-ED35-43FD-8FDB-1EAFE4B9C952}"/>
                  </a:ext>
                </a:extLst>
              </p:cNvPr>
              <p:cNvSpPr/>
              <p:nvPr/>
            </p:nvSpPr>
            <p:spPr>
              <a:xfrm>
                <a:off x="3920171" y="1729636"/>
                <a:ext cx="4861879" cy="25181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150" dirty="0">
                  <a:solidFill>
                    <a:schemeClr val="tx1"/>
                  </a:solidFill>
                </a:endParaRPr>
              </a:p>
            </p:txBody>
          </p:sp>
        </p:grpSp>
        <p:sp>
          <p:nvSpPr>
            <p:cNvPr id="186" name="Rectangle 185">
              <a:extLst>
                <a:ext uri="{FF2B5EF4-FFF2-40B4-BE49-F238E27FC236}">
                  <a16:creationId xmlns:a16="http://schemas.microsoft.com/office/drawing/2014/main" id="{6DF71D54-1EC6-47A1-9DD6-0957CC2A96D8}"/>
                </a:ext>
              </a:extLst>
            </p:cNvPr>
            <p:cNvSpPr/>
            <p:nvPr userDrawn="1"/>
          </p:nvSpPr>
          <p:spPr>
            <a:xfrm>
              <a:off x="2247759" y="5041447"/>
              <a:ext cx="1475486" cy="79465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AU" sz="1150" dirty="0">
                <a:solidFill>
                  <a:schemeClr val="bg1"/>
                </a:solidFill>
              </a:endParaRPr>
            </a:p>
          </p:txBody>
        </p:sp>
        <p:sp>
          <p:nvSpPr>
            <p:cNvPr id="187" name="Rectangle 186">
              <a:extLst>
                <a:ext uri="{FF2B5EF4-FFF2-40B4-BE49-F238E27FC236}">
                  <a16:creationId xmlns:a16="http://schemas.microsoft.com/office/drawing/2014/main" id="{403486DC-A637-4DC7-A8C8-CEC1F54B2BF7}"/>
                </a:ext>
              </a:extLst>
            </p:cNvPr>
            <p:cNvSpPr/>
            <p:nvPr userDrawn="1"/>
          </p:nvSpPr>
          <p:spPr>
            <a:xfrm>
              <a:off x="2247760" y="3702972"/>
              <a:ext cx="1475486" cy="11620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AU" sz="1150" dirty="0">
                <a:solidFill>
                  <a:schemeClr val="tx1"/>
                </a:solidFill>
              </a:endParaRPr>
            </a:p>
          </p:txBody>
        </p:sp>
        <p:sp>
          <p:nvSpPr>
            <p:cNvPr id="188" name="Rectangle 187">
              <a:extLst>
                <a:ext uri="{FF2B5EF4-FFF2-40B4-BE49-F238E27FC236}">
                  <a16:creationId xmlns:a16="http://schemas.microsoft.com/office/drawing/2014/main" id="{35DE5944-E312-4073-9188-D4132554687B}"/>
                </a:ext>
              </a:extLst>
            </p:cNvPr>
            <p:cNvSpPr/>
            <p:nvPr userDrawn="1"/>
          </p:nvSpPr>
          <p:spPr>
            <a:xfrm>
              <a:off x="2247759" y="2713842"/>
              <a:ext cx="1476071" cy="81270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AU" sz="1150" dirty="0">
                <a:solidFill>
                  <a:schemeClr val="bg1"/>
                </a:solidFill>
              </a:endParaRPr>
            </a:p>
          </p:txBody>
        </p:sp>
        <p:grpSp>
          <p:nvGrpSpPr>
            <p:cNvPr id="189" name="Group 188">
              <a:extLst>
                <a:ext uri="{FF2B5EF4-FFF2-40B4-BE49-F238E27FC236}">
                  <a16:creationId xmlns:a16="http://schemas.microsoft.com/office/drawing/2014/main" id="{73F6F124-5693-45DD-A964-452B8042BBF9}"/>
                </a:ext>
              </a:extLst>
            </p:cNvPr>
            <p:cNvGrpSpPr/>
            <p:nvPr userDrawn="1"/>
          </p:nvGrpSpPr>
          <p:grpSpPr>
            <a:xfrm>
              <a:off x="3725240" y="2658594"/>
              <a:ext cx="5488414" cy="945458"/>
              <a:chOff x="3566971" y="2668638"/>
              <a:chExt cx="5215080" cy="945458"/>
            </a:xfrm>
          </p:grpSpPr>
          <p:grpSp>
            <p:nvGrpSpPr>
              <p:cNvPr id="190" name="Group 189">
                <a:extLst>
                  <a:ext uri="{FF2B5EF4-FFF2-40B4-BE49-F238E27FC236}">
                    <a16:creationId xmlns:a16="http://schemas.microsoft.com/office/drawing/2014/main" id="{804191F6-55D0-4BB9-8825-C700E1C4E505}"/>
                  </a:ext>
                </a:extLst>
              </p:cNvPr>
              <p:cNvGrpSpPr/>
              <p:nvPr/>
            </p:nvGrpSpPr>
            <p:grpSpPr>
              <a:xfrm>
                <a:off x="3566971" y="2826269"/>
                <a:ext cx="329530" cy="647700"/>
                <a:chOff x="6910901" y="4999953"/>
                <a:chExt cx="639618" cy="647700"/>
              </a:xfrm>
            </p:grpSpPr>
            <p:sp>
              <p:nvSpPr>
                <p:cNvPr id="194" name="object 46">
                  <a:extLst>
                    <a:ext uri="{FF2B5EF4-FFF2-40B4-BE49-F238E27FC236}">
                      <a16:creationId xmlns:a16="http://schemas.microsoft.com/office/drawing/2014/main" id="{315DB08C-AA47-4D72-9E77-C40E4768192F}"/>
                    </a:ext>
                  </a:extLst>
                </p:cNvPr>
                <p:cNvSpPr/>
                <p:nvPr/>
              </p:nvSpPr>
              <p:spPr>
                <a:xfrm>
                  <a:off x="7230255" y="4999953"/>
                  <a:ext cx="320264" cy="647700"/>
                </a:xfrm>
                <a:custGeom>
                  <a:avLst/>
                  <a:gdLst/>
                  <a:ahLst/>
                  <a:cxnLst/>
                  <a:rect l="l" t="t" r="r" b="b"/>
                  <a:pathLst>
                    <a:path w="343534" h="882015">
                      <a:moveTo>
                        <a:pt x="343047" y="0"/>
                      </a:moveTo>
                      <a:lnTo>
                        <a:pt x="0" y="0"/>
                      </a:lnTo>
                      <a:lnTo>
                        <a:pt x="0" y="881983"/>
                      </a:lnTo>
                      <a:lnTo>
                        <a:pt x="343047" y="881983"/>
                      </a:lnTo>
                    </a:path>
                  </a:pathLst>
                </a:custGeom>
                <a:ln w="9528">
                  <a:solidFill>
                    <a:schemeClr val="bg2"/>
                  </a:solidFill>
                </a:ln>
              </p:spPr>
              <p:txBody>
                <a:bodyPr wrap="square" lIns="0" tIns="0" rIns="0" bIns="0" rtlCol="0"/>
                <a:lstStyle/>
                <a:p>
                  <a:endParaRPr dirty="0"/>
                </a:p>
              </p:txBody>
            </p:sp>
            <p:sp>
              <p:nvSpPr>
                <p:cNvPr id="195" name="object 48">
                  <a:extLst>
                    <a:ext uri="{FF2B5EF4-FFF2-40B4-BE49-F238E27FC236}">
                      <a16:creationId xmlns:a16="http://schemas.microsoft.com/office/drawing/2014/main" id="{0FA2B1E8-1A05-43A1-8638-FEB18A008853}"/>
                    </a:ext>
                  </a:extLst>
                </p:cNvPr>
                <p:cNvSpPr/>
                <p:nvPr/>
              </p:nvSpPr>
              <p:spPr>
                <a:xfrm flipV="1">
                  <a:off x="6910901" y="5271086"/>
                  <a:ext cx="639618" cy="45719"/>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grpSp>
          <p:sp>
            <p:nvSpPr>
              <p:cNvPr id="191" name="Rectangle 190">
                <a:extLst>
                  <a:ext uri="{FF2B5EF4-FFF2-40B4-BE49-F238E27FC236}">
                    <a16:creationId xmlns:a16="http://schemas.microsoft.com/office/drawing/2014/main" id="{5CFF83F2-1335-412B-9739-5867210A3F3F}"/>
                  </a:ext>
                </a:extLst>
              </p:cNvPr>
              <p:cNvSpPr/>
              <p:nvPr/>
            </p:nvSpPr>
            <p:spPr>
              <a:xfrm>
                <a:off x="3920172" y="2940439"/>
                <a:ext cx="4861879" cy="39537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150" dirty="0">
                  <a:solidFill>
                    <a:schemeClr val="tx1"/>
                  </a:solidFill>
                </a:endParaRPr>
              </a:p>
            </p:txBody>
          </p:sp>
          <p:sp>
            <p:nvSpPr>
              <p:cNvPr id="192" name="Rectangle 191">
                <a:extLst>
                  <a:ext uri="{FF2B5EF4-FFF2-40B4-BE49-F238E27FC236}">
                    <a16:creationId xmlns:a16="http://schemas.microsoft.com/office/drawing/2014/main" id="{E4FB198F-7646-40CB-8054-9B494EFC3B80}"/>
                  </a:ext>
                </a:extLst>
              </p:cNvPr>
              <p:cNvSpPr/>
              <p:nvPr/>
            </p:nvSpPr>
            <p:spPr>
              <a:xfrm>
                <a:off x="3920172" y="3362286"/>
                <a:ext cx="4861879" cy="25181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150" dirty="0">
                  <a:solidFill>
                    <a:schemeClr val="tx1"/>
                  </a:solidFill>
                </a:endParaRPr>
              </a:p>
            </p:txBody>
          </p:sp>
          <p:sp>
            <p:nvSpPr>
              <p:cNvPr id="193" name="Rectangle 192">
                <a:extLst>
                  <a:ext uri="{FF2B5EF4-FFF2-40B4-BE49-F238E27FC236}">
                    <a16:creationId xmlns:a16="http://schemas.microsoft.com/office/drawing/2014/main" id="{F7B08F73-BF84-4BEB-9E4A-5E99722E8A0D}"/>
                  </a:ext>
                </a:extLst>
              </p:cNvPr>
              <p:cNvSpPr/>
              <p:nvPr/>
            </p:nvSpPr>
            <p:spPr>
              <a:xfrm>
                <a:off x="3920170" y="2668638"/>
                <a:ext cx="4861879" cy="25181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150" dirty="0">
                  <a:solidFill>
                    <a:schemeClr val="tx1"/>
                  </a:solidFill>
                </a:endParaRPr>
              </a:p>
            </p:txBody>
          </p:sp>
        </p:grpSp>
        <p:grpSp>
          <p:nvGrpSpPr>
            <p:cNvPr id="196" name="Group 195">
              <a:extLst>
                <a:ext uri="{FF2B5EF4-FFF2-40B4-BE49-F238E27FC236}">
                  <a16:creationId xmlns:a16="http://schemas.microsoft.com/office/drawing/2014/main" id="{4AFEEF28-405A-4E2D-983B-3343B8A27D9B}"/>
                </a:ext>
              </a:extLst>
            </p:cNvPr>
            <p:cNvGrpSpPr/>
            <p:nvPr userDrawn="1"/>
          </p:nvGrpSpPr>
          <p:grpSpPr>
            <a:xfrm>
              <a:off x="3725240" y="5001810"/>
              <a:ext cx="5488414" cy="808878"/>
              <a:chOff x="3566971" y="5001810"/>
              <a:chExt cx="5215080" cy="808878"/>
            </a:xfrm>
          </p:grpSpPr>
          <p:grpSp>
            <p:nvGrpSpPr>
              <p:cNvPr id="197" name="Group 196">
                <a:extLst>
                  <a:ext uri="{FF2B5EF4-FFF2-40B4-BE49-F238E27FC236}">
                    <a16:creationId xmlns:a16="http://schemas.microsoft.com/office/drawing/2014/main" id="{DB999250-1F05-4966-BCE6-E5916B9F9E81}"/>
                  </a:ext>
                </a:extLst>
              </p:cNvPr>
              <p:cNvGrpSpPr/>
              <p:nvPr/>
            </p:nvGrpSpPr>
            <p:grpSpPr>
              <a:xfrm>
                <a:off x="3566971" y="5154836"/>
                <a:ext cx="329530" cy="533858"/>
                <a:chOff x="6910901" y="5065383"/>
                <a:chExt cx="639618" cy="533858"/>
              </a:xfrm>
            </p:grpSpPr>
            <p:sp>
              <p:nvSpPr>
                <p:cNvPr id="201" name="object 46">
                  <a:extLst>
                    <a:ext uri="{FF2B5EF4-FFF2-40B4-BE49-F238E27FC236}">
                      <a16:creationId xmlns:a16="http://schemas.microsoft.com/office/drawing/2014/main" id="{57F580F3-0E08-46D0-AFDD-C0F0C5701521}"/>
                    </a:ext>
                  </a:extLst>
                </p:cNvPr>
                <p:cNvSpPr/>
                <p:nvPr/>
              </p:nvSpPr>
              <p:spPr>
                <a:xfrm>
                  <a:off x="7230255" y="5065383"/>
                  <a:ext cx="320264" cy="533858"/>
                </a:xfrm>
                <a:custGeom>
                  <a:avLst/>
                  <a:gdLst/>
                  <a:ahLst/>
                  <a:cxnLst/>
                  <a:rect l="l" t="t" r="r" b="b"/>
                  <a:pathLst>
                    <a:path w="343534" h="882015">
                      <a:moveTo>
                        <a:pt x="343047" y="0"/>
                      </a:moveTo>
                      <a:lnTo>
                        <a:pt x="0" y="0"/>
                      </a:lnTo>
                      <a:lnTo>
                        <a:pt x="0" y="881983"/>
                      </a:lnTo>
                      <a:lnTo>
                        <a:pt x="343047" y="881983"/>
                      </a:lnTo>
                    </a:path>
                  </a:pathLst>
                </a:custGeom>
                <a:ln w="9528">
                  <a:solidFill>
                    <a:schemeClr val="bg2"/>
                  </a:solidFill>
                </a:ln>
              </p:spPr>
              <p:txBody>
                <a:bodyPr wrap="square" lIns="0" tIns="0" rIns="0" bIns="0" rtlCol="0"/>
                <a:lstStyle/>
                <a:p>
                  <a:endParaRPr dirty="0"/>
                </a:p>
              </p:txBody>
            </p:sp>
            <p:sp>
              <p:nvSpPr>
                <p:cNvPr id="202" name="object 48">
                  <a:extLst>
                    <a:ext uri="{FF2B5EF4-FFF2-40B4-BE49-F238E27FC236}">
                      <a16:creationId xmlns:a16="http://schemas.microsoft.com/office/drawing/2014/main" id="{506AF33C-E80B-4849-BFB1-E78787F9B5A9}"/>
                    </a:ext>
                  </a:extLst>
                </p:cNvPr>
                <p:cNvSpPr/>
                <p:nvPr/>
              </p:nvSpPr>
              <p:spPr>
                <a:xfrm flipV="1">
                  <a:off x="6910901" y="5271086"/>
                  <a:ext cx="639618" cy="45719"/>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grpSp>
          <p:sp>
            <p:nvSpPr>
              <p:cNvPr id="198" name="Rectangle 197">
                <a:extLst>
                  <a:ext uri="{FF2B5EF4-FFF2-40B4-BE49-F238E27FC236}">
                    <a16:creationId xmlns:a16="http://schemas.microsoft.com/office/drawing/2014/main" id="{867C9180-F436-4C00-B712-9658529E5806}"/>
                  </a:ext>
                </a:extLst>
              </p:cNvPr>
              <p:cNvSpPr/>
              <p:nvPr/>
            </p:nvSpPr>
            <p:spPr>
              <a:xfrm>
                <a:off x="3920172" y="5280596"/>
                <a:ext cx="4861879" cy="25181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150" dirty="0">
                  <a:solidFill>
                    <a:schemeClr val="tx1"/>
                  </a:solidFill>
                </a:endParaRPr>
              </a:p>
            </p:txBody>
          </p:sp>
          <p:sp>
            <p:nvSpPr>
              <p:cNvPr id="199" name="Rectangle 198">
                <a:extLst>
                  <a:ext uri="{FF2B5EF4-FFF2-40B4-BE49-F238E27FC236}">
                    <a16:creationId xmlns:a16="http://schemas.microsoft.com/office/drawing/2014/main" id="{508F1E5A-CEF1-4D5A-A10A-28EA5AFB030B}"/>
                  </a:ext>
                </a:extLst>
              </p:cNvPr>
              <p:cNvSpPr/>
              <p:nvPr/>
            </p:nvSpPr>
            <p:spPr>
              <a:xfrm>
                <a:off x="3920172" y="5558878"/>
                <a:ext cx="4861879" cy="25181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150" dirty="0">
                  <a:solidFill>
                    <a:schemeClr val="tx1"/>
                  </a:solidFill>
                </a:endParaRPr>
              </a:p>
            </p:txBody>
          </p:sp>
          <p:sp>
            <p:nvSpPr>
              <p:cNvPr id="200" name="Rectangle 199">
                <a:extLst>
                  <a:ext uri="{FF2B5EF4-FFF2-40B4-BE49-F238E27FC236}">
                    <a16:creationId xmlns:a16="http://schemas.microsoft.com/office/drawing/2014/main" id="{1CF25F57-09CD-45BB-A485-CCF659D44163}"/>
                  </a:ext>
                </a:extLst>
              </p:cNvPr>
              <p:cNvSpPr/>
              <p:nvPr/>
            </p:nvSpPr>
            <p:spPr>
              <a:xfrm>
                <a:off x="3920171" y="5001810"/>
                <a:ext cx="4861879" cy="25181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150" dirty="0">
                  <a:solidFill>
                    <a:schemeClr val="tx1"/>
                  </a:solidFill>
                </a:endParaRPr>
              </a:p>
            </p:txBody>
          </p:sp>
        </p:grpSp>
        <p:grpSp>
          <p:nvGrpSpPr>
            <p:cNvPr id="203" name="Group 202">
              <a:extLst>
                <a:ext uri="{FF2B5EF4-FFF2-40B4-BE49-F238E27FC236}">
                  <a16:creationId xmlns:a16="http://schemas.microsoft.com/office/drawing/2014/main" id="{4BC0B74B-9389-4A5B-B873-B459064CEB37}"/>
                </a:ext>
              </a:extLst>
            </p:cNvPr>
            <p:cNvGrpSpPr/>
            <p:nvPr userDrawn="1"/>
          </p:nvGrpSpPr>
          <p:grpSpPr>
            <a:xfrm>
              <a:off x="3725240" y="3727622"/>
              <a:ext cx="5488414" cy="1084072"/>
              <a:chOff x="3566971" y="3861866"/>
              <a:chExt cx="5215080" cy="1084072"/>
            </a:xfrm>
          </p:grpSpPr>
          <p:grpSp>
            <p:nvGrpSpPr>
              <p:cNvPr id="204" name="Group 203">
                <a:extLst>
                  <a:ext uri="{FF2B5EF4-FFF2-40B4-BE49-F238E27FC236}">
                    <a16:creationId xmlns:a16="http://schemas.microsoft.com/office/drawing/2014/main" id="{B58ED310-8166-4B5B-8ADA-407A9B34A7A3}"/>
                  </a:ext>
                </a:extLst>
              </p:cNvPr>
              <p:cNvGrpSpPr/>
              <p:nvPr/>
            </p:nvGrpSpPr>
            <p:grpSpPr>
              <a:xfrm>
                <a:off x="3566971" y="4014892"/>
                <a:ext cx="329530" cy="533858"/>
                <a:chOff x="6910901" y="5065383"/>
                <a:chExt cx="639618" cy="533858"/>
              </a:xfrm>
            </p:grpSpPr>
            <p:sp>
              <p:nvSpPr>
                <p:cNvPr id="209" name="object 46">
                  <a:extLst>
                    <a:ext uri="{FF2B5EF4-FFF2-40B4-BE49-F238E27FC236}">
                      <a16:creationId xmlns:a16="http://schemas.microsoft.com/office/drawing/2014/main" id="{579E92FC-084D-4960-89A8-225FDF0158DA}"/>
                    </a:ext>
                  </a:extLst>
                </p:cNvPr>
                <p:cNvSpPr/>
                <p:nvPr/>
              </p:nvSpPr>
              <p:spPr>
                <a:xfrm>
                  <a:off x="7230255" y="5065383"/>
                  <a:ext cx="320264" cy="533858"/>
                </a:xfrm>
                <a:custGeom>
                  <a:avLst/>
                  <a:gdLst/>
                  <a:ahLst/>
                  <a:cxnLst/>
                  <a:rect l="l" t="t" r="r" b="b"/>
                  <a:pathLst>
                    <a:path w="343534" h="882015">
                      <a:moveTo>
                        <a:pt x="343047" y="0"/>
                      </a:moveTo>
                      <a:lnTo>
                        <a:pt x="0" y="0"/>
                      </a:lnTo>
                      <a:lnTo>
                        <a:pt x="0" y="881983"/>
                      </a:lnTo>
                      <a:lnTo>
                        <a:pt x="343047" y="881983"/>
                      </a:lnTo>
                    </a:path>
                  </a:pathLst>
                </a:custGeom>
                <a:ln w="9528">
                  <a:solidFill>
                    <a:schemeClr val="bg2"/>
                  </a:solidFill>
                </a:ln>
              </p:spPr>
              <p:txBody>
                <a:bodyPr wrap="square" lIns="0" tIns="0" rIns="0" bIns="0" rtlCol="0"/>
                <a:lstStyle/>
                <a:p>
                  <a:endParaRPr dirty="0"/>
                </a:p>
              </p:txBody>
            </p:sp>
            <p:sp>
              <p:nvSpPr>
                <p:cNvPr id="210" name="object 48">
                  <a:extLst>
                    <a:ext uri="{FF2B5EF4-FFF2-40B4-BE49-F238E27FC236}">
                      <a16:creationId xmlns:a16="http://schemas.microsoft.com/office/drawing/2014/main" id="{FC5DF100-8FB1-4461-83FB-8B0A849FB10B}"/>
                    </a:ext>
                  </a:extLst>
                </p:cNvPr>
                <p:cNvSpPr/>
                <p:nvPr/>
              </p:nvSpPr>
              <p:spPr>
                <a:xfrm flipV="1">
                  <a:off x="6910901" y="5271086"/>
                  <a:ext cx="639618" cy="45719"/>
                </a:xfrm>
                <a:custGeom>
                  <a:avLst/>
                  <a:gdLst/>
                  <a:ahLst/>
                  <a:cxnLst/>
                  <a:rect l="l" t="t" r="r" b="b"/>
                  <a:pathLst>
                    <a:path w="342265">
                      <a:moveTo>
                        <a:pt x="342125" y="0"/>
                      </a:moveTo>
                      <a:lnTo>
                        <a:pt x="0" y="0"/>
                      </a:lnTo>
                    </a:path>
                  </a:pathLst>
                </a:custGeom>
                <a:ln w="9528">
                  <a:solidFill>
                    <a:schemeClr val="bg2"/>
                  </a:solidFill>
                </a:ln>
              </p:spPr>
              <p:txBody>
                <a:bodyPr wrap="square" lIns="0" tIns="0" rIns="0" bIns="0" rtlCol="0"/>
                <a:lstStyle/>
                <a:p>
                  <a:endParaRPr dirty="0"/>
                </a:p>
              </p:txBody>
            </p:sp>
          </p:grpSp>
          <p:sp>
            <p:nvSpPr>
              <p:cNvPr id="205" name="Rectangle 204">
                <a:extLst>
                  <a:ext uri="{FF2B5EF4-FFF2-40B4-BE49-F238E27FC236}">
                    <a16:creationId xmlns:a16="http://schemas.microsoft.com/office/drawing/2014/main" id="{38924A9F-FF8C-4BF7-9B4C-D7ADBD59BDFF}"/>
                  </a:ext>
                </a:extLst>
              </p:cNvPr>
              <p:cNvSpPr/>
              <p:nvPr/>
            </p:nvSpPr>
            <p:spPr>
              <a:xfrm>
                <a:off x="3920172" y="4140652"/>
                <a:ext cx="4861879" cy="25181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150" dirty="0">
                  <a:solidFill>
                    <a:schemeClr val="tx1"/>
                  </a:solidFill>
                </a:endParaRPr>
              </a:p>
            </p:txBody>
          </p:sp>
          <p:sp>
            <p:nvSpPr>
              <p:cNvPr id="206" name="Rectangle 205">
                <a:extLst>
                  <a:ext uri="{FF2B5EF4-FFF2-40B4-BE49-F238E27FC236}">
                    <a16:creationId xmlns:a16="http://schemas.microsoft.com/office/drawing/2014/main" id="{34613200-5858-49FC-8C4F-C472619AB3B5}"/>
                  </a:ext>
                </a:extLst>
              </p:cNvPr>
              <p:cNvSpPr/>
              <p:nvPr/>
            </p:nvSpPr>
            <p:spPr>
              <a:xfrm>
                <a:off x="3920172" y="4418934"/>
                <a:ext cx="4861879" cy="25181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150" dirty="0">
                  <a:solidFill>
                    <a:schemeClr val="tx1"/>
                  </a:solidFill>
                </a:endParaRPr>
              </a:p>
            </p:txBody>
          </p:sp>
          <p:sp>
            <p:nvSpPr>
              <p:cNvPr id="207" name="Rectangle 206">
                <a:extLst>
                  <a:ext uri="{FF2B5EF4-FFF2-40B4-BE49-F238E27FC236}">
                    <a16:creationId xmlns:a16="http://schemas.microsoft.com/office/drawing/2014/main" id="{047A26E7-7917-4091-BFC4-0EC427A678C4}"/>
                  </a:ext>
                </a:extLst>
              </p:cNvPr>
              <p:cNvSpPr/>
              <p:nvPr/>
            </p:nvSpPr>
            <p:spPr>
              <a:xfrm>
                <a:off x="3920171" y="3861866"/>
                <a:ext cx="4861879" cy="25181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150" dirty="0">
                  <a:solidFill>
                    <a:schemeClr val="tx1"/>
                  </a:solidFill>
                </a:endParaRPr>
              </a:p>
            </p:txBody>
          </p:sp>
          <p:sp>
            <p:nvSpPr>
              <p:cNvPr id="208" name="Rectangle 207">
                <a:extLst>
                  <a:ext uri="{FF2B5EF4-FFF2-40B4-BE49-F238E27FC236}">
                    <a16:creationId xmlns:a16="http://schemas.microsoft.com/office/drawing/2014/main" id="{B32C6954-2C0D-4D6A-81A6-0BE5B240EF49}"/>
                  </a:ext>
                </a:extLst>
              </p:cNvPr>
              <p:cNvSpPr/>
              <p:nvPr/>
            </p:nvSpPr>
            <p:spPr>
              <a:xfrm>
                <a:off x="3920172" y="4694128"/>
                <a:ext cx="4861879" cy="25181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150" dirty="0">
                  <a:solidFill>
                    <a:schemeClr val="tx1"/>
                  </a:solidFill>
                </a:endParaRPr>
              </a:p>
            </p:txBody>
          </p:sp>
        </p:grpSp>
      </p:grpSp>
    </p:spTree>
    <p:extLst>
      <p:ext uri="{BB962C8B-B14F-4D97-AF65-F5344CB8AC3E}">
        <p14:creationId xmlns:p14="http://schemas.microsoft.com/office/powerpoint/2010/main" val="30662679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2.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heme" Target="../theme/theme2.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image" Target="../media/image3.png"/><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theme" Target="../theme/theme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4.emf"/><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5.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image" Target="../media/image5.emf"/><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theme" Target="../theme/theme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image" Target="../media/image6.emf"/><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theme" Target="../theme/theme7.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image" Target="../media/image7.emf"/><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theme" Target="../theme/theme8.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image" Target="../media/image8.emf"/><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theme" Target="../theme/theme9.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73.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image" Target="../media/image9.emf"/><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theme" Target="../theme/theme10.xml"/><Relationship Id="rId5" Type="http://schemas.openxmlformats.org/officeDocument/2006/relationships/slideLayout" Target="../slideLayouts/slideLayout70.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83.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image" Target="../media/image10.emf"/><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theme" Target="../theme/theme11.xml"/><Relationship Id="rId5" Type="http://schemas.openxmlformats.org/officeDocument/2006/relationships/slideLayout" Target="../slideLayouts/slideLayout80.xml"/><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93.xml"/><Relationship Id="rId3" Type="http://schemas.openxmlformats.org/officeDocument/2006/relationships/slideLayout" Target="../slideLayouts/slideLayout88.xml"/><Relationship Id="rId7" Type="http://schemas.openxmlformats.org/officeDocument/2006/relationships/slideLayout" Target="../slideLayouts/slideLayout92.xml"/><Relationship Id="rId12" Type="http://schemas.openxmlformats.org/officeDocument/2006/relationships/image" Target="../media/image3.png"/><Relationship Id="rId2" Type="http://schemas.openxmlformats.org/officeDocument/2006/relationships/slideLayout" Target="../slideLayouts/slideLayout87.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image" Target="../media/image4.emf"/><Relationship Id="rId5" Type="http://schemas.openxmlformats.org/officeDocument/2006/relationships/slideLayout" Target="../slideLayouts/slideLayout90.xml"/><Relationship Id="rId10" Type="http://schemas.openxmlformats.org/officeDocument/2006/relationships/theme" Target="../theme/theme12.xml"/><Relationship Id="rId4" Type="http://schemas.openxmlformats.org/officeDocument/2006/relationships/slideLayout" Target="../slideLayouts/slideLayout89.xml"/><Relationship Id="rId9" Type="http://schemas.openxmlformats.org/officeDocument/2006/relationships/slideLayout" Target="../slideLayouts/slideLayout94.xml"/></Relationships>
</file>

<file path=ppt/slideMasters/_rels/slideMaster13.xml.rels><?xml version="1.0" encoding="UTF-8" standalone="yes"?>
<Relationships xmlns="http://schemas.openxmlformats.org/package/2006/relationships"><Relationship Id="rId3" Type="http://schemas.openxmlformats.org/officeDocument/2006/relationships/slideLayout" Target="../slideLayouts/slideLayout97.xml"/><Relationship Id="rId2" Type="http://schemas.openxmlformats.org/officeDocument/2006/relationships/slideLayout" Target="../slideLayouts/slideLayout96.xml"/><Relationship Id="rId1" Type="http://schemas.openxmlformats.org/officeDocument/2006/relationships/slideLayout" Target="../slideLayouts/slideLayout95.xml"/><Relationship Id="rId5" Type="http://schemas.openxmlformats.org/officeDocument/2006/relationships/image" Target="../media/image4.emf"/><Relationship Id="rId4" Type="http://schemas.openxmlformats.org/officeDocument/2006/relationships/theme" Target="../theme/theme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51000">
              <a:schemeClr val="accent1"/>
            </a:gs>
            <a:gs pos="100000">
              <a:schemeClr val="accent2"/>
            </a:gs>
          </a:gsLst>
          <a:lin ang="0" scaled="0"/>
        </a:gradFill>
        <a:effectLst/>
      </p:bgPr>
    </p:bg>
    <p:spTree>
      <p:nvGrpSpPr>
        <p:cNvPr id="1" name=""/>
        <p:cNvGrpSpPr/>
        <p:nvPr/>
      </p:nvGrpSpPr>
      <p:grpSpPr>
        <a:xfrm>
          <a:off x="0" y="0"/>
          <a:ext cx="0" cy="0"/>
          <a:chOff x="0" y="0"/>
          <a:chExt cx="0" cy="0"/>
        </a:xfrm>
      </p:grpSpPr>
      <p:grpSp>
        <p:nvGrpSpPr>
          <p:cNvPr id="260" name="LogoBKG">
            <a:extLst>
              <a:ext uri="{FF2B5EF4-FFF2-40B4-BE49-F238E27FC236}">
                <a16:creationId xmlns:a16="http://schemas.microsoft.com/office/drawing/2014/main" id="{3F746C40-3D96-4CBF-AAEA-A6737203DF3F}"/>
              </a:ext>
            </a:extLst>
          </p:cNvPr>
          <p:cNvGrpSpPr/>
          <p:nvPr userDrawn="1"/>
        </p:nvGrpSpPr>
        <p:grpSpPr>
          <a:xfrm>
            <a:off x="2209799" y="0"/>
            <a:ext cx="10937318" cy="6858111"/>
            <a:chOff x="2209799" y="0"/>
            <a:chExt cx="10937318" cy="6858111"/>
          </a:xfrm>
        </p:grpSpPr>
        <p:sp>
          <p:nvSpPr>
            <p:cNvPr id="170" name="Graphic 168">
              <a:extLst>
                <a:ext uri="{FF2B5EF4-FFF2-40B4-BE49-F238E27FC236}">
                  <a16:creationId xmlns:a16="http://schemas.microsoft.com/office/drawing/2014/main" id="{35D26413-32A3-4B6E-BAA3-D1E57AD7377A}"/>
                </a:ext>
              </a:extLst>
            </p:cNvPr>
            <p:cNvSpPr/>
            <p:nvPr/>
          </p:nvSpPr>
          <p:spPr>
            <a:xfrm>
              <a:off x="2364954" y="610364"/>
              <a:ext cx="930700" cy="1065345"/>
            </a:xfrm>
            <a:custGeom>
              <a:avLst/>
              <a:gdLst>
                <a:gd name="connsiteX0" fmla="*/ 310146 w 930700"/>
                <a:gd name="connsiteY0" fmla="*/ 222243 h 1065345"/>
                <a:gd name="connsiteX1" fmla="*/ 310146 w 930700"/>
                <a:gd name="connsiteY1" fmla="*/ 842636 h 1065345"/>
                <a:gd name="connsiteX2" fmla="*/ 106118 w 930700"/>
                <a:gd name="connsiteY2" fmla="*/ 1046663 h 1065345"/>
                <a:gd name="connsiteX3" fmla="*/ 18343 w 930700"/>
                <a:gd name="connsiteY3" fmla="*/ 1047146 h 1065345"/>
                <a:gd name="connsiteX4" fmla="*/ -78 w 930700"/>
                <a:gd name="connsiteY4" fmla="*/ 1002871 h 1065345"/>
                <a:gd name="connsiteX5" fmla="*/ -78 w 930700"/>
                <a:gd name="connsiteY5" fmla="*/ 61727 h 1065345"/>
                <a:gd name="connsiteX6" fmla="*/ 62068 w 930700"/>
                <a:gd name="connsiteY6" fmla="*/ -261 h 1065345"/>
                <a:gd name="connsiteX7" fmla="*/ 105641 w 930700"/>
                <a:gd name="connsiteY7" fmla="*/ 17682 h 1065345"/>
                <a:gd name="connsiteX8" fmla="*/ 372185 w 930700"/>
                <a:gd name="connsiteY8" fmla="*/ -143 h 1065345"/>
                <a:gd name="connsiteX9" fmla="*/ 310174 w 930700"/>
                <a:gd name="connsiteY9" fmla="*/ 61812 h 1065345"/>
                <a:gd name="connsiteX10" fmla="*/ 310174 w 930700"/>
                <a:gd name="connsiteY10" fmla="*/ 61840 h 1065345"/>
                <a:gd name="connsiteX11" fmla="*/ 310174 w 930700"/>
                <a:gd name="connsiteY11" fmla="*/ 222243 h 1065345"/>
                <a:gd name="connsiteX12" fmla="*/ 620398 w 930700"/>
                <a:gd name="connsiteY12" fmla="*/ 532355 h 1065345"/>
                <a:gd name="connsiteX13" fmla="*/ 310174 w 930700"/>
                <a:gd name="connsiteY13" fmla="*/ 842636 h 1065345"/>
                <a:gd name="connsiteX14" fmla="*/ 310174 w 930700"/>
                <a:gd name="connsiteY14" fmla="*/ 1003123 h 1065345"/>
                <a:gd name="connsiteX15" fmla="*/ 372241 w 930700"/>
                <a:gd name="connsiteY15" fmla="*/ 1065078 h 1065345"/>
                <a:gd name="connsiteX16" fmla="*/ 415865 w 930700"/>
                <a:gd name="connsiteY16" fmla="*/ 1047084 h 1065345"/>
                <a:gd name="connsiteX17" fmla="*/ 930622 w 930700"/>
                <a:gd name="connsiteY17" fmla="*/ 532355 h 1065345"/>
                <a:gd name="connsiteX18" fmla="*/ 416062 w 930700"/>
                <a:gd name="connsiteY18" fmla="*/ 17823 h 1065345"/>
                <a:gd name="connsiteX19" fmla="*/ 372185 w 930700"/>
                <a:gd name="connsiteY19" fmla="*/ -256 h 106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700" h="1065345">
                  <a:moveTo>
                    <a:pt x="310146" y="222243"/>
                  </a:moveTo>
                  <a:lnTo>
                    <a:pt x="310146" y="842636"/>
                  </a:lnTo>
                  <a:lnTo>
                    <a:pt x="106118" y="1046663"/>
                  </a:lnTo>
                  <a:cubicBezTo>
                    <a:pt x="82013" y="1071035"/>
                    <a:pt x="42715" y="1071252"/>
                    <a:pt x="18343" y="1047146"/>
                  </a:cubicBezTo>
                  <a:cubicBezTo>
                    <a:pt x="6519" y="1035451"/>
                    <a:pt x="-118" y="1019501"/>
                    <a:pt x="-78" y="1002871"/>
                  </a:cubicBezTo>
                  <a:lnTo>
                    <a:pt x="-78" y="61727"/>
                  </a:lnTo>
                  <a:cubicBezTo>
                    <a:pt x="-36" y="27449"/>
                    <a:pt x="27789" y="-306"/>
                    <a:pt x="62068" y="-261"/>
                  </a:cubicBezTo>
                  <a:cubicBezTo>
                    <a:pt x="78386" y="-242"/>
                    <a:pt x="94039" y="6207"/>
                    <a:pt x="105641" y="17682"/>
                  </a:cubicBezTo>
                  <a:close/>
                  <a:moveTo>
                    <a:pt x="372185" y="-143"/>
                  </a:moveTo>
                  <a:cubicBezTo>
                    <a:pt x="337954" y="-160"/>
                    <a:pt x="310191" y="27581"/>
                    <a:pt x="310174" y="61812"/>
                  </a:cubicBezTo>
                  <a:cubicBezTo>
                    <a:pt x="310174" y="61820"/>
                    <a:pt x="310174" y="61831"/>
                    <a:pt x="310174" y="61840"/>
                  </a:cubicBezTo>
                  <a:lnTo>
                    <a:pt x="310174" y="222243"/>
                  </a:lnTo>
                  <a:lnTo>
                    <a:pt x="620398" y="532355"/>
                  </a:lnTo>
                  <a:lnTo>
                    <a:pt x="310174" y="842636"/>
                  </a:lnTo>
                  <a:lnTo>
                    <a:pt x="310174" y="1003123"/>
                  </a:lnTo>
                  <a:cubicBezTo>
                    <a:pt x="310205" y="1037371"/>
                    <a:pt x="337993" y="1065109"/>
                    <a:pt x="372241" y="1065078"/>
                  </a:cubicBezTo>
                  <a:cubicBezTo>
                    <a:pt x="388585" y="1065064"/>
                    <a:pt x="404263" y="1058597"/>
                    <a:pt x="415865" y="1047084"/>
                  </a:cubicBezTo>
                  <a:lnTo>
                    <a:pt x="930622" y="532355"/>
                  </a:lnTo>
                  <a:lnTo>
                    <a:pt x="416062" y="17823"/>
                  </a:lnTo>
                  <a:cubicBezTo>
                    <a:pt x="404415" y="6212"/>
                    <a:pt x="388630" y="-292"/>
                    <a:pt x="372185" y="-256"/>
                  </a:cubicBezTo>
                </a:path>
              </a:pathLst>
            </a:custGeom>
            <a:solidFill>
              <a:srgbClr val="FFFFFF">
                <a:alpha val="5000"/>
              </a:srgbClr>
            </a:solidFill>
            <a:ln w="2807" cap="flat">
              <a:noFill/>
              <a:prstDash val="solid"/>
              <a:miter/>
            </a:ln>
          </p:spPr>
          <p:txBody>
            <a:bodyPr rtlCol="0" anchor="ctr"/>
            <a:lstStyle/>
            <a:p>
              <a:endParaRPr lang="en-AU" dirty="0"/>
            </a:p>
          </p:txBody>
        </p:sp>
        <p:sp>
          <p:nvSpPr>
            <p:cNvPr id="171" name="Graphic 168">
              <a:extLst>
                <a:ext uri="{FF2B5EF4-FFF2-40B4-BE49-F238E27FC236}">
                  <a16:creationId xmlns:a16="http://schemas.microsoft.com/office/drawing/2014/main" id="{35D26413-32A3-4B6E-BAA3-D1E57AD7377A}"/>
                </a:ext>
              </a:extLst>
            </p:cNvPr>
            <p:cNvSpPr/>
            <p:nvPr/>
          </p:nvSpPr>
          <p:spPr>
            <a:xfrm>
              <a:off x="3373329" y="610364"/>
              <a:ext cx="930700" cy="1065339"/>
            </a:xfrm>
            <a:custGeom>
              <a:avLst/>
              <a:gdLst>
                <a:gd name="connsiteX0" fmla="*/ 310174 w 930700"/>
                <a:gd name="connsiteY0" fmla="*/ 222243 h 1065339"/>
                <a:gd name="connsiteX1" fmla="*/ 310174 w 930700"/>
                <a:gd name="connsiteY1" fmla="*/ 842636 h 1065339"/>
                <a:gd name="connsiteX2" fmla="*/ 106146 w 930700"/>
                <a:gd name="connsiteY2" fmla="*/ 1046663 h 1065339"/>
                <a:gd name="connsiteX3" fmla="*/ 18331 w 930700"/>
                <a:gd name="connsiteY3" fmla="*/ 1047107 h 1065339"/>
                <a:gd name="connsiteX4" fmla="*/ -78 w 930700"/>
                <a:gd name="connsiteY4" fmla="*/ 1002871 h 1065339"/>
                <a:gd name="connsiteX5" fmla="*/ -78 w 930700"/>
                <a:gd name="connsiteY5" fmla="*/ 61727 h 1065339"/>
                <a:gd name="connsiteX6" fmla="*/ 62068 w 930700"/>
                <a:gd name="connsiteY6" fmla="*/ -261 h 1065339"/>
                <a:gd name="connsiteX7" fmla="*/ 105641 w 930700"/>
                <a:gd name="connsiteY7" fmla="*/ 17682 h 1065339"/>
                <a:gd name="connsiteX8" fmla="*/ 372185 w 930700"/>
                <a:gd name="connsiteY8" fmla="*/ -143 h 1065339"/>
                <a:gd name="connsiteX9" fmla="*/ 310174 w 930700"/>
                <a:gd name="connsiteY9" fmla="*/ 61840 h 1065339"/>
                <a:gd name="connsiteX10" fmla="*/ 310174 w 930700"/>
                <a:gd name="connsiteY10" fmla="*/ 222243 h 1065339"/>
                <a:gd name="connsiteX11" fmla="*/ 620398 w 930700"/>
                <a:gd name="connsiteY11" fmla="*/ 532355 h 1065339"/>
                <a:gd name="connsiteX12" fmla="*/ 310174 w 930700"/>
                <a:gd name="connsiteY12" fmla="*/ 842636 h 1065339"/>
                <a:gd name="connsiteX13" fmla="*/ 310174 w 930700"/>
                <a:gd name="connsiteY13" fmla="*/ 1003123 h 1065339"/>
                <a:gd name="connsiteX14" fmla="*/ 372241 w 930700"/>
                <a:gd name="connsiteY14" fmla="*/ 1065078 h 1065339"/>
                <a:gd name="connsiteX15" fmla="*/ 415865 w 930700"/>
                <a:gd name="connsiteY15" fmla="*/ 1047084 h 1065339"/>
                <a:gd name="connsiteX16" fmla="*/ 930622 w 930700"/>
                <a:gd name="connsiteY16" fmla="*/ 532355 h 1065339"/>
                <a:gd name="connsiteX17" fmla="*/ 416062 w 930700"/>
                <a:gd name="connsiteY17" fmla="*/ 17823 h 1065339"/>
                <a:gd name="connsiteX18" fmla="*/ 372185 w 930700"/>
                <a:gd name="connsiteY18" fmla="*/ -256 h 1065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9">
                  <a:moveTo>
                    <a:pt x="310174" y="222243"/>
                  </a:moveTo>
                  <a:lnTo>
                    <a:pt x="310174" y="842636"/>
                  </a:lnTo>
                  <a:lnTo>
                    <a:pt x="106146" y="1046663"/>
                  </a:lnTo>
                  <a:cubicBezTo>
                    <a:pt x="82018" y="1071035"/>
                    <a:pt x="42704" y="1071235"/>
                    <a:pt x="18331" y="1047107"/>
                  </a:cubicBezTo>
                  <a:cubicBezTo>
                    <a:pt x="6524" y="1035417"/>
                    <a:pt x="-106" y="1019487"/>
                    <a:pt x="-78" y="1002871"/>
                  </a:cubicBezTo>
                  <a:lnTo>
                    <a:pt x="-78" y="61727"/>
                  </a:lnTo>
                  <a:cubicBezTo>
                    <a:pt x="-36" y="27449"/>
                    <a:pt x="27789" y="-306"/>
                    <a:pt x="62068" y="-261"/>
                  </a:cubicBezTo>
                  <a:cubicBezTo>
                    <a:pt x="78386" y="-242"/>
                    <a:pt x="94039" y="6207"/>
                    <a:pt x="105641" y="17682"/>
                  </a:cubicBezTo>
                  <a:close/>
                  <a:moveTo>
                    <a:pt x="372185" y="-143"/>
                  </a:moveTo>
                  <a:cubicBezTo>
                    <a:pt x="337948" y="-143"/>
                    <a:pt x="310191" y="27603"/>
                    <a:pt x="310174" y="61840"/>
                  </a:cubicBezTo>
                  <a:lnTo>
                    <a:pt x="310174" y="222243"/>
                  </a:lnTo>
                  <a:lnTo>
                    <a:pt x="620398" y="532355"/>
                  </a:lnTo>
                  <a:lnTo>
                    <a:pt x="310174" y="842636"/>
                  </a:lnTo>
                  <a:lnTo>
                    <a:pt x="310174" y="1003123"/>
                  </a:lnTo>
                  <a:cubicBezTo>
                    <a:pt x="310205" y="1037371"/>
                    <a:pt x="337993" y="1065109"/>
                    <a:pt x="372241" y="1065078"/>
                  </a:cubicBezTo>
                  <a:cubicBezTo>
                    <a:pt x="388585" y="1065064"/>
                    <a:pt x="404263" y="1058597"/>
                    <a:pt x="415865" y="1047084"/>
                  </a:cubicBezTo>
                  <a:lnTo>
                    <a:pt x="930622" y="532355"/>
                  </a:lnTo>
                  <a:lnTo>
                    <a:pt x="416062" y="17823"/>
                  </a:lnTo>
                  <a:cubicBezTo>
                    <a:pt x="404429" y="6192"/>
                    <a:pt x="388635" y="-315"/>
                    <a:pt x="372185" y="-256"/>
                  </a:cubicBezTo>
                </a:path>
              </a:pathLst>
            </a:custGeom>
            <a:solidFill>
              <a:srgbClr val="FFFFFF">
                <a:alpha val="5000"/>
              </a:srgbClr>
            </a:solidFill>
            <a:ln w="2807" cap="flat">
              <a:noFill/>
              <a:prstDash val="solid"/>
              <a:miter/>
            </a:ln>
          </p:spPr>
          <p:txBody>
            <a:bodyPr rtlCol="0" anchor="ctr"/>
            <a:lstStyle/>
            <a:p>
              <a:endParaRPr lang="en-AU" dirty="0"/>
            </a:p>
          </p:txBody>
        </p:sp>
        <p:sp>
          <p:nvSpPr>
            <p:cNvPr id="172" name="Graphic 168">
              <a:extLst>
                <a:ext uri="{FF2B5EF4-FFF2-40B4-BE49-F238E27FC236}">
                  <a16:creationId xmlns:a16="http://schemas.microsoft.com/office/drawing/2014/main" id="{35D26413-32A3-4B6E-BAA3-D1E57AD7377A}"/>
                </a:ext>
              </a:extLst>
            </p:cNvPr>
            <p:cNvSpPr/>
            <p:nvPr/>
          </p:nvSpPr>
          <p:spPr>
            <a:xfrm>
              <a:off x="4381874" y="610364"/>
              <a:ext cx="930532" cy="1065328"/>
            </a:xfrm>
            <a:custGeom>
              <a:avLst/>
              <a:gdLst>
                <a:gd name="connsiteX0" fmla="*/ 310006 w 930532"/>
                <a:gd name="connsiteY0" fmla="*/ 222243 h 1065328"/>
                <a:gd name="connsiteX1" fmla="*/ 310006 w 930532"/>
                <a:gd name="connsiteY1" fmla="*/ 842636 h 1065328"/>
                <a:gd name="connsiteX2" fmla="*/ 106118 w 930532"/>
                <a:gd name="connsiteY2" fmla="*/ 1046607 h 1065328"/>
                <a:gd name="connsiteX3" fmla="*/ 18343 w 930532"/>
                <a:gd name="connsiteY3" fmla="*/ 1047090 h 1065328"/>
                <a:gd name="connsiteX4" fmla="*/ -78 w 930532"/>
                <a:gd name="connsiteY4" fmla="*/ 1002815 h 1065328"/>
                <a:gd name="connsiteX5" fmla="*/ -78 w 930532"/>
                <a:gd name="connsiteY5" fmla="*/ 61727 h 1065328"/>
                <a:gd name="connsiteX6" fmla="*/ 62068 w 930532"/>
                <a:gd name="connsiteY6" fmla="*/ -261 h 1065328"/>
                <a:gd name="connsiteX7" fmla="*/ 105641 w 930532"/>
                <a:gd name="connsiteY7" fmla="*/ 17682 h 1065328"/>
                <a:gd name="connsiteX8" fmla="*/ 372017 w 930532"/>
                <a:gd name="connsiteY8" fmla="*/ -143 h 1065328"/>
                <a:gd name="connsiteX9" fmla="*/ 310006 w 930532"/>
                <a:gd name="connsiteY9" fmla="*/ 61840 h 1065328"/>
                <a:gd name="connsiteX10" fmla="*/ 310006 w 930532"/>
                <a:gd name="connsiteY10" fmla="*/ 222243 h 1065328"/>
                <a:gd name="connsiteX11" fmla="*/ 620230 w 930532"/>
                <a:gd name="connsiteY11" fmla="*/ 532468 h 1065328"/>
                <a:gd name="connsiteX12" fmla="*/ 310006 w 930532"/>
                <a:gd name="connsiteY12" fmla="*/ 842636 h 1065328"/>
                <a:gd name="connsiteX13" fmla="*/ 310006 w 930532"/>
                <a:gd name="connsiteY13" fmla="*/ 1003123 h 1065328"/>
                <a:gd name="connsiteX14" fmla="*/ 372140 w 930532"/>
                <a:gd name="connsiteY14" fmla="*/ 1065067 h 1065328"/>
                <a:gd name="connsiteX15" fmla="*/ 415725 w 930532"/>
                <a:gd name="connsiteY15" fmla="*/ 1047084 h 1065328"/>
                <a:gd name="connsiteX16" fmla="*/ 930454 w 930532"/>
                <a:gd name="connsiteY16" fmla="*/ 532411 h 1065328"/>
                <a:gd name="connsiteX17" fmla="*/ 415921 w 930532"/>
                <a:gd name="connsiteY17" fmla="*/ 17823 h 1065328"/>
                <a:gd name="connsiteX18" fmla="*/ 372017 w 930532"/>
                <a:gd name="connsiteY18" fmla="*/ -256 h 1065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532" h="1065328">
                  <a:moveTo>
                    <a:pt x="310006" y="222243"/>
                  </a:moveTo>
                  <a:lnTo>
                    <a:pt x="310006" y="842636"/>
                  </a:lnTo>
                  <a:lnTo>
                    <a:pt x="106118" y="1046607"/>
                  </a:lnTo>
                  <a:cubicBezTo>
                    <a:pt x="82013" y="1070979"/>
                    <a:pt x="42715" y="1071195"/>
                    <a:pt x="18343" y="1047090"/>
                  </a:cubicBezTo>
                  <a:cubicBezTo>
                    <a:pt x="6519" y="1035395"/>
                    <a:pt x="-117" y="1019444"/>
                    <a:pt x="-78" y="1002815"/>
                  </a:cubicBezTo>
                  <a:lnTo>
                    <a:pt x="-78" y="61727"/>
                  </a:lnTo>
                  <a:cubicBezTo>
                    <a:pt x="-36" y="27449"/>
                    <a:pt x="27789" y="-306"/>
                    <a:pt x="62068" y="-261"/>
                  </a:cubicBezTo>
                  <a:cubicBezTo>
                    <a:pt x="78386" y="-242"/>
                    <a:pt x="94039" y="6207"/>
                    <a:pt x="105641" y="17682"/>
                  </a:cubicBezTo>
                  <a:close/>
                  <a:moveTo>
                    <a:pt x="372017" y="-143"/>
                  </a:moveTo>
                  <a:cubicBezTo>
                    <a:pt x="337780" y="-143"/>
                    <a:pt x="310020" y="27603"/>
                    <a:pt x="310006" y="61840"/>
                  </a:cubicBezTo>
                  <a:lnTo>
                    <a:pt x="310006" y="222243"/>
                  </a:lnTo>
                  <a:lnTo>
                    <a:pt x="620230" y="532468"/>
                  </a:lnTo>
                  <a:lnTo>
                    <a:pt x="310006" y="842636"/>
                  </a:lnTo>
                  <a:lnTo>
                    <a:pt x="310006" y="1003123"/>
                  </a:lnTo>
                  <a:cubicBezTo>
                    <a:pt x="310059" y="1037385"/>
                    <a:pt x="337875" y="1065121"/>
                    <a:pt x="372140" y="1065067"/>
                  </a:cubicBezTo>
                  <a:cubicBezTo>
                    <a:pt x="388470" y="1065042"/>
                    <a:pt x="404128" y="1058580"/>
                    <a:pt x="415725" y="1047084"/>
                  </a:cubicBezTo>
                  <a:lnTo>
                    <a:pt x="930454" y="532411"/>
                  </a:lnTo>
                  <a:lnTo>
                    <a:pt x="415921" y="17823"/>
                  </a:lnTo>
                  <a:cubicBezTo>
                    <a:pt x="404266" y="6207"/>
                    <a:pt x="388470" y="-295"/>
                    <a:pt x="372017" y="-256"/>
                  </a:cubicBezTo>
                </a:path>
              </a:pathLst>
            </a:custGeom>
            <a:solidFill>
              <a:srgbClr val="FFFFFF">
                <a:alpha val="5000"/>
              </a:srgbClr>
            </a:solidFill>
            <a:ln w="2807" cap="flat">
              <a:noFill/>
              <a:prstDash val="solid"/>
              <a:miter/>
            </a:ln>
          </p:spPr>
          <p:txBody>
            <a:bodyPr rtlCol="0" anchor="ctr"/>
            <a:lstStyle/>
            <a:p>
              <a:endParaRPr lang="en-AU" dirty="0"/>
            </a:p>
          </p:txBody>
        </p:sp>
        <p:sp>
          <p:nvSpPr>
            <p:cNvPr id="173" name="Graphic 168">
              <a:extLst>
                <a:ext uri="{FF2B5EF4-FFF2-40B4-BE49-F238E27FC236}">
                  <a16:creationId xmlns:a16="http://schemas.microsoft.com/office/drawing/2014/main" id="{35D26413-32A3-4B6E-BAA3-D1E57AD7377A}"/>
                </a:ext>
              </a:extLst>
            </p:cNvPr>
            <p:cNvSpPr/>
            <p:nvPr/>
          </p:nvSpPr>
          <p:spPr>
            <a:xfrm>
              <a:off x="5390109" y="610336"/>
              <a:ext cx="930700" cy="1065373"/>
            </a:xfrm>
            <a:custGeom>
              <a:avLst/>
              <a:gdLst>
                <a:gd name="connsiteX0" fmla="*/ 310174 w 930700"/>
                <a:gd name="connsiteY0" fmla="*/ 222271 h 1065373"/>
                <a:gd name="connsiteX1" fmla="*/ 310174 w 930700"/>
                <a:gd name="connsiteY1" fmla="*/ 842664 h 1065373"/>
                <a:gd name="connsiteX2" fmla="*/ 106118 w 930700"/>
                <a:gd name="connsiteY2" fmla="*/ 1046691 h 1065373"/>
                <a:gd name="connsiteX3" fmla="*/ 18337 w 930700"/>
                <a:gd name="connsiteY3" fmla="*/ 1047174 h 1065373"/>
                <a:gd name="connsiteX4" fmla="*/ -78 w 930700"/>
                <a:gd name="connsiteY4" fmla="*/ 1002899 h 1065373"/>
                <a:gd name="connsiteX5" fmla="*/ -78 w 930700"/>
                <a:gd name="connsiteY5" fmla="*/ 61755 h 1065373"/>
                <a:gd name="connsiteX6" fmla="*/ 62045 w 930700"/>
                <a:gd name="connsiteY6" fmla="*/ -261 h 1065373"/>
                <a:gd name="connsiteX7" fmla="*/ 105669 w 930700"/>
                <a:gd name="connsiteY7" fmla="*/ 17710 h 1065373"/>
                <a:gd name="connsiteX8" fmla="*/ 372185 w 930700"/>
                <a:gd name="connsiteY8" fmla="*/ -115 h 1065373"/>
                <a:gd name="connsiteX9" fmla="*/ 310174 w 930700"/>
                <a:gd name="connsiteY9" fmla="*/ 61840 h 1065373"/>
                <a:gd name="connsiteX10" fmla="*/ 310174 w 930700"/>
                <a:gd name="connsiteY10" fmla="*/ 61868 h 1065373"/>
                <a:gd name="connsiteX11" fmla="*/ 310174 w 930700"/>
                <a:gd name="connsiteY11" fmla="*/ 222271 h 1065373"/>
                <a:gd name="connsiteX12" fmla="*/ 620398 w 930700"/>
                <a:gd name="connsiteY12" fmla="*/ 532496 h 1065373"/>
                <a:gd name="connsiteX13" fmla="*/ 310174 w 930700"/>
                <a:gd name="connsiteY13" fmla="*/ 842664 h 1065373"/>
                <a:gd name="connsiteX14" fmla="*/ 310174 w 930700"/>
                <a:gd name="connsiteY14" fmla="*/ 1003151 h 1065373"/>
                <a:gd name="connsiteX15" fmla="*/ 372241 w 930700"/>
                <a:gd name="connsiteY15" fmla="*/ 1065106 h 1065373"/>
                <a:gd name="connsiteX16" fmla="*/ 415865 w 930700"/>
                <a:gd name="connsiteY16" fmla="*/ 1047112 h 1065373"/>
                <a:gd name="connsiteX17" fmla="*/ 930622 w 930700"/>
                <a:gd name="connsiteY17" fmla="*/ 532439 h 1065373"/>
                <a:gd name="connsiteX18" fmla="*/ 416062 w 930700"/>
                <a:gd name="connsiteY18" fmla="*/ 17907 h 1065373"/>
                <a:gd name="connsiteX19" fmla="*/ 372185 w 930700"/>
                <a:gd name="connsiteY19" fmla="*/ -171 h 1065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700" h="1065373">
                  <a:moveTo>
                    <a:pt x="310174" y="222271"/>
                  </a:moveTo>
                  <a:lnTo>
                    <a:pt x="310174" y="842664"/>
                  </a:lnTo>
                  <a:lnTo>
                    <a:pt x="106118" y="1046691"/>
                  </a:lnTo>
                  <a:cubicBezTo>
                    <a:pt x="82004" y="1071063"/>
                    <a:pt x="42703" y="1071280"/>
                    <a:pt x="18337" y="1047174"/>
                  </a:cubicBezTo>
                  <a:cubicBezTo>
                    <a:pt x="6519" y="1035479"/>
                    <a:pt x="-106" y="1019529"/>
                    <a:pt x="-78" y="1002899"/>
                  </a:cubicBezTo>
                  <a:lnTo>
                    <a:pt x="-78" y="61755"/>
                  </a:lnTo>
                  <a:cubicBezTo>
                    <a:pt x="-50" y="27477"/>
                    <a:pt x="27769" y="-289"/>
                    <a:pt x="62045" y="-261"/>
                  </a:cubicBezTo>
                  <a:cubicBezTo>
                    <a:pt x="78383" y="-247"/>
                    <a:pt x="94047" y="6209"/>
                    <a:pt x="105669" y="17710"/>
                  </a:cubicBezTo>
                  <a:close/>
                  <a:moveTo>
                    <a:pt x="372185" y="-115"/>
                  </a:moveTo>
                  <a:cubicBezTo>
                    <a:pt x="337965" y="-132"/>
                    <a:pt x="310202" y="27609"/>
                    <a:pt x="310174" y="61840"/>
                  </a:cubicBezTo>
                  <a:cubicBezTo>
                    <a:pt x="310174" y="61848"/>
                    <a:pt x="310174" y="61859"/>
                    <a:pt x="310174" y="61868"/>
                  </a:cubicBezTo>
                  <a:lnTo>
                    <a:pt x="310174" y="222271"/>
                  </a:lnTo>
                  <a:lnTo>
                    <a:pt x="620398" y="532496"/>
                  </a:lnTo>
                  <a:lnTo>
                    <a:pt x="310174" y="842664"/>
                  </a:lnTo>
                  <a:lnTo>
                    <a:pt x="310174" y="1003151"/>
                  </a:lnTo>
                  <a:cubicBezTo>
                    <a:pt x="310202" y="1037399"/>
                    <a:pt x="337993" y="1065137"/>
                    <a:pt x="372241" y="1065106"/>
                  </a:cubicBezTo>
                  <a:cubicBezTo>
                    <a:pt x="388579" y="1065092"/>
                    <a:pt x="404272" y="1058625"/>
                    <a:pt x="415865" y="1047112"/>
                  </a:cubicBezTo>
                  <a:lnTo>
                    <a:pt x="930622" y="532439"/>
                  </a:lnTo>
                  <a:lnTo>
                    <a:pt x="416062" y="17907"/>
                  </a:lnTo>
                  <a:cubicBezTo>
                    <a:pt x="404440" y="6277"/>
                    <a:pt x="388636" y="-230"/>
                    <a:pt x="372185" y="-171"/>
                  </a:cubicBezTo>
                </a:path>
              </a:pathLst>
            </a:custGeom>
            <a:solidFill>
              <a:srgbClr val="FFFFFF">
                <a:alpha val="5000"/>
              </a:srgbClr>
            </a:solidFill>
            <a:ln w="2807" cap="flat">
              <a:noFill/>
              <a:prstDash val="solid"/>
              <a:miter/>
            </a:ln>
          </p:spPr>
          <p:txBody>
            <a:bodyPr rtlCol="0" anchor="ctr"/>
            <a:lstStyle/>
            <a:p>
              <a:endParaRPr lang="en-AU" dirty="0"/>
            </a:p>
          </p:txBody>
        </p:sp>
        <p:sp>
          <p:nvSpPr>
            <p:cNvPr id="174" name="Graphic 168">
              <a:extLst>
                <a:ext uri="{FF2B5EF4-FFF2-40B4-BE49-F238E27FC236}">
                  <a16:creationId xmlns:a16="http://schemas.microsoft.com/office/drawing/2014/main" id="{35D26413-32A3-4B6E-BAA3-D1E57AD7377A}"/>
                </a:ext>
              </a:extLst>
            </p:cNvPr>
            <p:cNvSpPr/>
            <p:nvPr/>
          </p:nvSpPr>
          <p:spPr>
            <a:xfrm>
              <a:off x="6398485" y="610364"/>
              <a:ext cx="930700" cy="1065334"/>
            </a:xfrm>
            <a:custGeom>
              <a:avLst/>
              <a:gdLst>
                <a:gd name="connsiteX0" fmla="*/ 310174 w 930700"/>
                <a:gd name="connsiteY0" fmla="*/ 222243 h 1065334"/>
                <a:gd name="connsiteX1" fmla="*/ 310174 w 930700"/>
                <a:gd name="connsiteY1" fmla="*/ 842636 h 1065334"/>
                <a:gd name="connsiteX2" fmla="*/ 106146 w 930700"/>
                <a:gd name="connsiteY2" fmla="*/ 1046663 h 1065334"/>
                <a:gd name="connsiteX3" fmla="*/ 18337 w 930700"/>
                <a:gd name="connsiteY3" fmla="*/ 1047107 h 1065334"/>
                <a:gd name="connsiteX4" fmla="*/ -78 w 930700"/>
                <a:gd name="connsiteY4" fmla="*/ 1002871 h 1065334"/>
                <a:gd name="connsiteX5" fmla="*/ -78 w 930700"/>
                <a:gd name="connsiteY5" fmla="*/ 61727 h 1065334"/>
                <a:gd name="connsiteX6" fmla="*/ 62073 w 930700"/>
                <a:gd name="connsiteY6" fmla="*/ -261 h 1065334"/>
                <a:gd name="connsiteX7" fmla="*/ 105641 w 930700"/>
                <a:gd name="connsiteY7" fmla="*/ 17682 h 1065334"/>
                <a:gd name="connsiteX8" fmla="*/ 372185 w 930700"/>
                <a:gd name="connsiteY8" fmla="*/ -143 h 1065334"/>
                <a:gd name="connsiteX9" fmla="*/ 310174 w 930700"/>
                <a:gd name="connsiteY9" fmla="*/ 61840 h 1065334"/>
                <a:gd name="connsiteX10" fmla="*/ 310174 w 930700"/>
                <a:gd name="connsiteY10" fmla="*/ 222243 h 1065334"/>
                <a:gd name="connsiteX11" fmla="*/ 620398 w 930700"/>
                <a:gd name="connsiteY11" fmla="*/ 532468 h 1065334"/>
                <a:gd name="connsiteX12" fmla="*/ 310174 w 930700"/>
                <a:gd name="connsiteY12" fmla="*/ 842636 h 1065334"/>
                <a:gd name="connsiteX13" fmla="*/ 310174 w 930700"/>
                <a:gd name="connsiteY13" fmla="*/ 1003123 h 1065334"/>
                <a:gd name="connsiteX14" fmla="*/ 372297 w 930700"/>
                <a:gd name="connsiteY14" fmla="*/ 1065067 h 1065334"/>
                <a:gd name="connsiteX15" fmla="*/ 415893 w 930700"/>
                <a:gd name="connsiteY15" fmla="*/ 1047084 h 1065334"/>
                <a:gd name="connsiteX16" fmla="*/ 930622 w 930700"/>
                <a:gd name="connsiteY16" fmla="*/ 532411 h 1065334"/>
                <a:gd name="connsiteX17" fmla="*/ 416062 w 930700"/>
                <a:gd name="connsiteY17" fmla="*/ 17879 h 1065334"/>
                <a:gd name="connsiteX18" fmla="*/ 372185 w 930700"/>
                <a:gd name="connsiteY18" fmla="*/ -199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4">
                  <a:moveTo>
                    <a:pt x="310174" y="222243"/>
                  </a:moveTo>
                  <a:lnTo>
                    <a:pt x="310174" y="842636"/>
                  </a:lnTo>
                  <a:lnTo>
                    <a:pt x="106146" y="1046663"/>
                  </a:lnTo>
                  <a:cubicBezTo>
                    <a:pt x="82032" y="1071035"/>
                    <a:pt x="42703" y="1071235"/>
                    <a:pt x="18337" y="1047107"/>
                  </a:cubicBezTo>
                  <a:cubicBezTo>
                    <a:pt x="6519" y="1035417"/>
                    <a:pt x="-106" y="1019487"/>
                    <a:pt x="-78" y="1002871"/>
                  </a:cubicBezTo>
                  <a:lnTo>
                    <a:pt x="-78" y="61727"/>
                  </a:lnTo>
                  <a:cubicBezTo>
                    <a:pt x="-22" y="27449"/>
                    <a:pt x="27797" y="-306"/>
                    <a:pt x="62073" y="-261"/>
                  </a:cubicBezTo>
                  <a:cubicBezTo>
                    <a:pt x="78383" y="-242"/>
                    <a:pt x="94047" y="6207"/>
                    <a:pt x="105641" y="17682"/>
                  </a:cubicBezTo>
                  <a:close/>
                  <a:moveTo>
                    <a:pt x="372185" y="-143"/>
                  </a:moveTo>
                  <a:cubicBezTo>
                    <a:pt x="337937" y="-143"/>
                    <a:pt x="310202" y="27603"/>
                    <a:pt x="310174" y="61840"/>
                  </a:cubicBezTo>
                  <a:lnTo>
                    <a:pt x="310174" y="222243"/>
                  </a:lnTo>
                  <a:lnTo>
                    <a:pt x="620398" y="532468"/>
                  </a:lnTo>
                  <a:lnTo>
                    <a:pt x="310174" y="842636"/>
                  </a:lnTo>
                  <a:lnTo>
                    <a:pt x="310174" y="1003123"/>
                  </a:lnTo>
                  <a:cubicBezTo>
                    <a:pt x="310230" y="1037385"/>
                    <a:pt x="338049" y="1065121"/>
                    <a:pt x="372297" y="1065067"/>
                  </a:cubicBezTo>
                  <a:cubicBezTo>
                    <a:pt x="388635" y="1065042"/>
                    <a:pt x="404299" y="1058580"/>
                    <a:pt x="415893" y="1047084"/>
                  </a:cubicBezTo>
                  <a:lnTo>
                    <a:pt x="930622" y="532411"/>
                  </a:lnTo>
                  <a:lnTo>
                    <a:pt x="416062" y="17879"/>
                  </a:lnTo>
                  <a:cubicBezTo>
                    <a:pt x="404440" y="6249"/>
                    <a:pt x="388635" y="-258"/>
                    <a:pt x="372185" y="-199"/>
                  </a:cubicBezTo>
                </a:path>
              </a:pathLst>
            </a:custGeom>
            <a:solidFill>
              <a:srgbClr val="FFFFFF">
                <a:alpha val="5000"/>
              </a:srgbClr>
            </a:solidFill>
            <a:ln w="2807" cap="flat">
              <a:noFill/>
              <a:prstDash val="solid"/>
              <a:miter/>
            </a:ln>
          </p:spPr>
          <p:txBody>
            <a:bodyPr rtlCol="0" anchor="ctr"/>
            <a:lstStyle/>
            <a:p>
              <a:endParaRPr lang="en-AU" dirty="0"/>
            </a:p>
          </p:txBody>
        </p:sp>
        <p:sp>
          <p:nvSpPr>
            <p:cNvPr id="175" name="Graphic 168">
              <a:extLst>
                <a:ext uri="{FF2B5EF4-FFF2-40B4-BE49-F238E27FC236}">
                  <a16:creationId xmlns:a16="http://schemas.microsoft.com/office/drawing/2014/main" id="{35D26413-32A3-4B6E-BAA3-D1E57AD7377A}"/>
                </a:ext>
              </a:extLst>
            </p:cNvPr>
            <p:cNvSpPr/>
            <p:nvPr/>
          </p:nvSpPr>
          <p:spPr>
            <a:xfrm>
              <a:off x="7406889" y="610364"/>
              <a:ext cx="930700" cy="1065345"/>
            </a:xfrm>
            <a:custGeom>
              <a:avLst/>
              <a:gdLst>
                <a:gd name="connsiteX0" fmla="*/ 310174 w 930700"/>
                <a:gd name="connsiteY0" fmla="*/ 222243 h 1065345"/>
                <a:gd name="connsiteX1" fmla="*/ 310174 w 930700"/>
                <a:gd name="connsiteY1" fmla="*/ 842636 h 1065345"/>
                <a:gd name="connsiteX2" fmla="*/ 106118 w 930700"/>
                <a:gd name="connsiteY2" fmla="*/ 1046663 h 1065345"/>
                <a:gd name="connsiteX3" fmla="*/ 18337 w 930700"/>
                <a:gd name="connsiteY3" fmla="*/ 1047146 h 1065345"/>
                <a:gd name="connsiteX4" fmla="*/ -78 w 930700"/>
                <a:gd name="connsiteY4" fmla="*/ 1002871 h 1065345"/>
                <a:gd name="connsiteX5" fmla="*/ -78 w 930700"/>
                <a:gd name="connsiteY5" fmla="*/ 61727 h 1065345"/>
                <a:gd name="connsiteX6" fmla="*/ 62073 w 930700"/>
                <a:gd name="connsiteY6" fmla="*/ -261 h 1065345"/>
                <a:gd name="connsiteX7" fmla="*/ 105641 w 930700"/>
                <a:gd name="connsiteY7" fmla="*/ 17682 h 1065345"/>
                <a:gd name="connsiteX8" fmla="*/ 372185 w 930700"/>
                <a:gd name="connsiteY8" fmla="*/ -143 h 1065345"/>
                <a:gd name="connsiteX9" fmla="*/ 310174 w 930700"/>
                <a:gd name="connsiteY9" fmla="*/ 61812 h 1065345"/>
                <a:gd name="connsiteX10" fmla="*/ 310174 w 930700"/>
                <a:gd name="connsiteY10" fmla="*/ 61840 h 1065345"/>
                <a:gd name="connsiteX11" fmla="*/ 310174 w 930700"/>
                <a:gd name="connsiteY11" fmla="*/ 222243 h 1065345"/>
                <a:gd name="connsiteX12" fmla="*/ 620398 w 930700"/>
                <a:gd name="connsiteY12" fmla="*/ 532468 h 1065345"/>
                <a:gd name="connsiteX13" fmla="*/ 310174 w 930700"/>
                <a:gd name="connsiteY13" fmla="*/ 842636 h 1065345"/>
                <a:gd name="connsiteX14" fmla="*/ 310174 w 930700"/>
                <a:gd name="connsiteY14" fmla="*/ 1003123 h 1065345"/>
                <a:gd name="connsiteX15" fmla="*/ 372241 w 930700"/>
                <a:gd name="connsiteY15" fmla="*/ 1065078 h 1065345"/>
                <a:gd name="connsiteX16" fmla="*/ 415865 w 930700"/>
                <a:gd name="connsiteY16" fmla="*/ 1047084 h 1065345"/>
                <a:gd name="connsiteX17" fmla="*/ 930622 w 930700"/>
                <a:gd name="connsiteY17" fmla="*/ 532355 h 1065345"/>
                <a:gd name="connsiteX18" fmla="*/ 416062 w 930700"/>
                <a:gd name="connsiteY18" fmla="*/ 17823 h 1065345"/>
                <a:gd name="connsiteX19" fmla="*/ 372185 w 930700"/>
                <a:gd name="connsiteY19" fmla="*/ -256 h 106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700" h="1065345">
                  <a:moveTo>
                    <a:pt x="310174" y="222243"/>
                  </a:moveTo>
                  <a:lnTo>
                    <a:pt x="310174" y="842636"/>
                  </a:lnTo>
                  <a:lnTo>
                    <a:pt x="106118" y="1046663"/>
                  </a:lnTo>
                  <a:cubicBezTo>
                    <a:pt x="82004" y="1071035"/>
                    <a:pt x="42703" y="1071252"/>
                    <a:pt x="18337" y="1047146"/>
                  </a:cubicBezTo>
                  <a:cubicBezTo>
                    <a:pt x="6519" y="1035451"/>
                    <a:pt x="-106" y="1019501"/>
                    <a:pt x="-78" y="1002871"/>
                  </a:cubicBezTo>
                  <a:lnTo>
                    <a:pt x="-78" y="61727"/>
                  </a:lnTo>
                  <a:cubicBezTo>
                    <a:pt x="-22" y="27449"/>
                    <a:pt x="27797" y="-306"/>
                    <a:pt x="62073" y="-261"/>
                  </a:cubicBezTo>
                  <a:cubicBezTo>
                    <a:pt x="78383" y="-242"/>
                    <a:pt x="94047" y="6207"/>
                    <a:pt x="105641" y="17682"/>
                  </a:cubicBezTo>
                  <a:close/>
                  <a:moveTo>
                    <a:pt x="372185" y="-143"/>
                  </a:moveTo>
                  <a:cubicBezTo>
                    <a:pt x="337965" y="-160"/>
                    <a:pt x="310202" y="27581"/>
                    <a:pt x="310174" y="61812"/>
                  </a:cubicBezTo>
                  <a:cubicBezTo>
                    <a:pt x="310174" y="61820"/>
                    <a:pt x="310174" y="61831"/>
                    <a:pt x="310174" y="61840"/>
                  </a:cubicBezTo>
                  <a:lnTo>
                    <a:pt x="310174" y="222243"/>
                  </a:lnTo>
                  <a:lnTo>
                    <a:pt x="620398" y="532468"/>
                  </a:lnTo>
                  <a:lnTo>
                    <a:pt x="310174" y="842636"/>
                  </a:lnTo>
                  <a:lnTo>
                    <a:pt x="310174" y="1003123"/>
                  </a:lnTo>
                  <a:cubicBezTo>
                    <a:pt x="310202" y="1037371"/>
                    <a:pt x="337993" y="1065109"/>
                    <a:pt x="372241" y="1065078"/>
                  </a:cubicBezTo>
                  <a:cubicBezTo>
                    <a:pt x="388579" y="1065064"/>
                    <a:pt x="404272" y="1058597"/>
                    <a:pt x="415865" y="1047084"/>
                  </a:cubicBezTo>
                  <a:lnTo>
                    <a:pt x="930622" y="532355"/>
                  </a:lnTo>
                  <a:lnTo>
                    <a:pt x="416062" y="17823"/>
                  </a:lnTo>
                  <a:cubicBezTo>
                    <a:pt x="404412" y="6212"/>
                    <a:pt x="388635" y="-292"/>
                    <a:pt x="372185" y="-256"/>
                  </a:cubicBezTo>
                </a:path>
              </a:pathLst>
            </a:custGeom>
            <a:solidFill>
              <a:srgbClr val="FFFFFF">
                <a:alpha val="5000"/>
              </a:srgbClr>
            </a:solidFill>
            <a:ln w="2807" cap="flat">
              <a:noFill/>
              <a:prstDash val="solid"/>
              <a:miter/>
            </a:ln>
          </p:spPr>
          <p:txBody>
            <a:bodyPr rtlCol="0" anchor="ctr"/>
            <a:lstStyle/>
            <a:p>
              <a:endParaRPr lang="en-AU" dirty="0"/>
            </a:p>
          </p:txBody>
        </p:sp>
        <p:sp>
          <p:nvSpPr>
            <p:cNvPr id="176" name="Graphic 168">
              <a:extLst>
                <a:ext uri="{FF2B5EF4-FFF2-40B4-BE49-F238E27FC236}">
                  <a16:creationId xmlns:a16="http://schemas.microsoft.com/office/drawing/2014/main" id="{35D26413-32A3-4B6E-BAA3-D1E57AD7377A}"/>
                </a:ext>
              </a:extLst>
            </p:cNvPr>
            <p:cNvSpPr/>
            <p:nvPr/>
          </p:nvSpPr>
          <p:spPr>
            <a:xfrm>
              <a:off x="8415265" y="610364"/>
              <a:ext cx="930700" cy="1065334"/>
            </a:xfrm>
            <a:custGeom>
              <a:avLst/>
              <a:gdLst>
                <a:gd name="connsiteX0" fmla="*/ 310174 w 930700"/>
                <a:gd name="connsiteY0" fmla="*/ 222243 h 1065334"/>
                <a:gd name="connsiteX1" fmla="*/ 310174 w 930700"/>
                <a:gd name="connsiteY1" fmla="*/ 842636 h 1065334"/>
                <a:gd name="connsiteX2" fmla="*/ 106147 w 930700"/>
                <a:gd name="connsiteY2" fmla="*/ 1046663 h 1065334"/>
                <a:gd name="connsiteX3" fmla="*/ 18337 w 930700"/>
                <a:gd name="connsiteY3" fmla="*/ 1047107 h 1065334"/>
                <a:gd name="connsiteX4" fmla="*/ -78 w 930700"/>
                <a:gd name="connsiteY4" fmla="*/ 1002871 h 1065334"/>
                <a:gd name="connsiteX5" fmla="*/ -78 w 930700"/>
                <a:gd name="connsiteY5" fmla="*/ 61727 h 1065334"/>
                <a:gd name="connsiteX6" fmla="*/ 62074 w 930700"/>
                <a:gd name="connsiteY6" fmla="*/ -261 h 1065334"/>
                <a:gd name="connsiteX7" fmla="*/ 105641 w 930700"/>
                <a:gd name="connsiteY7" fmla="*/ 17682 h 1065334"/>
                <a:gd name="connsiteX8" fmla="*/ 372185 w 930700"/>
                <a:gd name="connsiteY8" fmla="*/ -143 h 1065334"/>
                <a:gd name="connsiteX9" fmla="*/ 310174 w 930700"/>
                <a:gd name="connsiteY9" fmla="*/ 61840 h 1065334"/>
                <a:gd name="connsiteX10" fmla="*/ 310174 w 930700"/>
                <a:gd name="connsiteY10" fmla="*/ 222243 h 1065334"/>
                <a:gd name="connsiteX11" fmla="*/ 620398 w 930700"/>
                <a:gd name="connsiteY11" fmla="*/ 532355 h 1065334"/>
                <a:gd name="connsiteX12" fmla="*/ 310174 w 930700"/>
                <a:gd name="connsiteY12" fmla="*/ 842636 h 1065334"/>
                <a:gd name="connsiteX13" fmla="*/ 310174 w 930700"/>
                <a:gd name="connsiteY13" fmla="*/ 1003123 h 1065334"/>
                <a:gd name="connsiteX14" fmla="*/ 372298 w 930700"/>
                <a:gd name="connsiteY14" fmla="*/ 1065067 h 1065334"/>
                <a:gd name="connsiteX15" fmla="*/ 415893 w 930700"/>
                <a:gd name="connsiteY15" fmla="*/ 1047084 h 1065334"/>
                <a:gd name="connsiteX16" fmla="*/ 930622 w 930700"/>
                <a:gd name="connsiteY16" fmla="*/ 532411 h 1065334"/>
                <a:gd name="connsiteX17" fmla="*/ 416062 w 930700"/>
                <a:gd name="connsiteY17" fmla="*/ 17879 h 1065334"/>
                <a:gd name="connsiteX18" fmla="*/ 372185 w 930700"/>
                <a:gd name="connsiteY18" fmla="*/ -199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4">
                  <a:moveTo>
                    <a:pt x="310174" y="222243"/>
                  </a:moveTo>
                  <a:lnTo>
                    <a:pt x="310174" y="842636"/>
                  </a:lnTo>
                  <a:lnTo>
                    <a:pt x="106147" y="1046663"/>
                  </a:lnTo>
                  <a:cubicBezTo>
                    <a:pt x="82032" y="1071035"/>
                    <a:pt x="42703" y="1071235"/>
                    <a:pt x="18337" y="1047107"/>
                  </a:cubicBezTo>
                  <a:cubicBezTo>
                    <a:pt x="6519" y="1035417"/>
                    <a:pt x="-106" y="1019487"/>
                    <a:pt x="-78" y="1002871"/>
                  </a:cubicBezTo>
                  <a:lnTo>
                    <a:pt x="-78" y="61727"/>
                  </a:lnTo>
                  <a:cubicBezTo>
                    <a:pt x="-22" y="27449"/>
                    <a:pt x="27797" y="-306"/>
                    <a:pt x="62074" y="-261"/>
                  </a:cubicBezTo>
                  <a:cubicBezTo>
                    <a:pt x="78383" y="-242"/>
                    <a:pt x="94047" y="6207"/>
                    <a:pt x="105641" y="17682"/>
                  </a:cubicBezTo>
                  <a:close/>
                  <a:moveTo>
                    <a:pt x="372185" y="-143"/>
                  </a:moveTo>
                  <a:cubicBezTo>
                    <a:pt x="337937" y="-143"/>
                    <a:pt x="310202" y="27603"/>
                    <a:pt x="310174" y="61840"/>
                  </a:cubicBezTo>
                  <a:lnTo>
                    <a:pt x="310174" y="222243"/>
                  </a:lnTo>
                  <a:lnTo>
                    <a:pt x="620398" y="532355"/>
                  </a:lnTo>
                  <a:lnTo>
                    <a:pt x="310174" y="842636"/>
                  </a:lnTo>
                  <a:lnTo>
                    <a:pt x="310174" y="1003123"/>
                  </a:lnTo>
                  <a:cubicBezTo>
                    <a:pt x="310230" y="1037385"/>
                    <a:pt x="338049" y="1065121"/>
                    <a:pt x="372298" y="1065067"/>
                  </a:cubicBezTo>
                  <a:cubicBezTo>
                    <a:pt x="388635" y="1065042"/>
                    <a:pt x="404300" y="1058580"/>
                    <a:pt x="415893" y="1047084"/>
                  </a:cubicBezTo>
                  <a:lnTo>
                    <a:pt x="930622" y="532411"/>
                  </a:lnTo>
                  <a:lnTo>
                    <a:pt x="416062" y="17879"/>
                  </a:lnTo>
                  <a:cubicBezTo>
                    <a:pt x="404440" y="6249"/>
                    <a:pt x="388635" y="-258"/>
                    <a:pt x="372185" y="-199"/>
                  </a:cubicBezTo>
                </a:path>
              </a:pathLst>
            </a:custGeom>
            <a:solidFill>
              <a:srgbClr val="FFFFFF">
                <a:alpha val="5000"/>
              </a:srgbClr>
            </a:solidFill>
            <a:ln w="2807" cap="flat">
              <a:noFill/>
              <a:prstDash val="solid"/>
              <a:miter/>
            </a:ln>
          </p:spPr>
          <p:txBody>
            <a:bodyPr rtlCol="0" anchor="ctr"/>
            <a:lstStyle/>
            <a:p>
              <a:endParaRPr lang="en-AU" dirty="0"/>
            </a:p>
          </p:txBody>
        </p:sp>
        <p:sp>
          <p:nvSpPr>
            <p:cNvPr id="177" name="Graphic 168">
              <a:extLst>
                <a:ext uri="{FF2B5EF4-FFF2-40B4-BE49-F238E27FC236}">
                  <a16:creationId xmlns:a16="http://schemas.microsoft.com/office/drawing/2014/main" id="{35D26413-32A3-4B6E-BAA3-D1E57AD7377A}"/>
                </a:ext>
              </a:extLst>
            </p:cNvPr>
            <p:cNvSpPr/>
            <p:nvPr/>
          </p:nvSpPr>
          <p:spPr>
            <a:xfrm>
              <a:off x="9423612" y="610364"/>
              <a:ext cx="930756" cy="1065339"/>
            </a:xfrm>
            <a:custGeom>
              <a:avLst/>
              <a:gdLst>
                <a:gd name="connsiteX0" fmla="*/ 310202 w 930756"/>
                <a:gd name="connsiteY0" fmla="*/ 222243 h 1065339"/>
                <a:gd name="connsiteX1" fmla="*/ 310202 w 930756"/>
                <a:gd name="connsiteY1" fmla="*/ 842636 h 1065339"/>
                <a:gd name="connsiteX2" fmla="*/ 106118 w 930756"/>
                <a:gd name="connsiteY2" fmla="*/ 1046607 h 1065339"/>
                <a:gd name="connsiteX3" fmla="*/ 18337 w 930756"/>
                <a:gd name="connsiteY3" fmla="*/ 1047090 h 1065339"/>
                <a:gd name="connsiteX4" fmla="*/ -78 w 930756"/>
                <a:gd name="connsiteY4" fmla="*/ 1002815 h 1065339"/>
                <a:gd name="connsiteX5" fmla="*/ -78 w 930756"/>
                <a:gd name="connsiteY5" fmla="*/ 61727 h 1065339"/>
                <a:gd name="connsiteX6" fmla="*/ 62074 w 930756"/>
                <a:gd name="connsiteY6" fmla="*/ -261 h 1065339"/>
                <a:gd name="connsiteX7" fmla="*/ 105641 w 930756"/>
                <a:gd name="connsiteY7" fmla="*/ 17682 h 1065339"/>
                <a:gd name="connsiteX8" fmla="*/ 372242 w 930756"/>
                <a:gd name="connsiteY8" fmla="*/ -143 h 1065339"/>
                <a:gd name="connsiteX9" fmla="*/ 310230 w 930756"/>
                <a:gd name="connsiteY9" fmla="*/ 61812 h 1065339"/>
                <a:gd name="connsiteX10" fmla="*/ 310230 w 930756"/>
                <a:gd name="connsiteY10" fmla="*/ 61840 h 1065339"/>
                <a:gd name="connsiteX11" fmla="*/ 310230 w 930756"/>
                <a:gd name="connsiteY11" fmla="*/ 222243 h 1065339"/>
                <a:gd name="connsiteX12" fmla="*/ 620454 w 930756"/>
                <a:gd name="connsiteY12" fmla="*/ 532468 h 1065339"/>
                <a:gd name="connsiteX13" fmla="*/ 310230 w 930756"/>
                <a:gd name="connsiteY13" fmla="*/ 842636 h 1065339"/>
                <a:gd name="connsiteX14" fmla="*/ 310230 w 930756"/>
                <a:gd name="connsiteY14" fmla="*/ 1003123 h 1065339"/>
                <a:gd name="connsiteX15" fmla="*/ 372298 w 930756"/>
                <a:gd name="connsiteY15" fmla="*/ 1065078 h 1065339"/>
                <a:gd name="connsiteX16" fmla="*/ 415922 w 930756"/>
                <a:gd name="connsiteY16" fmla="*/ 1047084 h 1065339"/>
                <a:gd name="connsiteX17" fmla="*/ 930679 w 930756"/>
                <a:gd name="connsiteY17" fmla="*/ 532411 h 1065339"/>
                <a:gd name="connsiteX18" fmla="*/ 416118 w 930756"/>
                <a:gd name="connsiteY18" fmla="*/ 17879 h 1065339"/>
                <a:gd name="connsiteX19" fmla="*/ 372242 w 930756"/>
                <a:gd name="connsiteY19" fmla="*/ -199 h 1065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756" h="1065339">
                  <a:moveTo>
                    <a:pt x="310202" y="222243"/>
                  </a:moveTo>
                  <a:lnTo>
                    <a:pt x="310202" y="842636"/>
                  </a:lnTo>
                  <a:lnTo>
                    <a:pt x="106118" y="1046607"/>
                  </a:lnTo>
                  <a:cubicBezTo>
                    <a:pt x="82004" y="1070979"/>
                    <a:pt x="42703" y="1071195"/>
                    <a:pt x="18337" y="1047090"/>
                  </a:cubicBezTo>
                  <a:cubicBezTo>
                    <a:pt x="6519" y="1035395"/>
                    <a:pt x="-106" y="1019444"/>
                    <a:pt x="-78" y="1002815"/>
                  </a:cubicBezTo>
                  <a:lnTo>
                    <a:pt x="-78" y="61727"/>
                  </a:lnTo>
                  <a:cubicBezTo>
                    <a:pt x="-22" y="27449"/>
                    <a:pt x="27798" y="-306"/>
                    <a:pt x="62074" y="-261"/>
                  </a:cubicBezTo>
                  <a:cubicBezTo>
                    <a:pt x="78384" y="-242"/>
                    <a:pt x="94047" y="6207"/>
                    <a:pt x="105641" y="17682"/>
                  </a:cubicBezTo>
                  <a:close/>
                  <a:moveTo>
                    <a:pt x="372242" y="-143"/>
                  </a:moveTo>
                  <a:cubicBezTo>
                    <a:pt x="338022" y="-160"/>
                    <a:pt x="310258" y="27581"/>
                    <a:pt x="310230" y="61812"/>
                  </a:cubicBezTo>
                  <a:cubicBezTo>
                    <a:pt x="310230" y="61820"/>
                    <a:pt x="310230" y="61831"/>
                    <a:pt x="310230" y="61840"/>
                  </a:cubicBezTo>
                  <a:lnTo>
                    <a:pt x="310230" y="222243"/>
                  </a:lnTo>
                  <a:lnTo>
                    <a:pt x="620454" y="532468"/>
                  </a:lnTo>
                  <a:lnTo>
                    <a:pt x="310230" y="842636"/>
                  </a:lnTo>
                  <a:lnTo>
                    <a:pt x="310230" y="1003123"/>
                  </a:lnTo>
                  <a:cubicBezTo>
                    <a:pt x="310258" y="1037371"/>
                    <a:pt x="338050" y="1065109"/>
                    <a:pt x="372298" y="1065078"/>
                  </a:cubicBezTo>
                  <a:cubicBezTo>
                    <a:pt x="388635" y="1065064"/>
                    <a:pt x="404328" y="1058597"/>
                    <a:pt x="415922" y="1047084"/>
                  </a:cubicBezTo>
                  <a:lnTo>
                    <a:pt x="930679" y="532411"/>
                  </a:lnTo>
                  <a:lnTo>
                    <a:pt x="416118" y="17879"/>
                  </a:lnTo>
                  <a:cubicBezTo>
                    <a:pt x="404468" y="6268"/>
                    <a:pt x="388691" y="-236"/>
                    <a:pt x="372242" y="-199"/>
                  </a:cubicBezTo>
                </a:path>
              </a:pathLst>
            </a:custGeom>
            <a:solidFill>
              <a:srgbClr val="FFFFFF">
                <a:alpha val="5000"/>
              </a:srgbClr>
            </a:solidFill>
            <a:ln w="2807" cap="flat">
              <a:noFill/>
              <a:prstDash val="solid"/>
              <a:miter/>
            </a:ln>
          </p:spPr>
          <p:txBody>
            <a:bodyPr rtlCol="0" anchor="ctr"/>
            <a:lstStyle/>
            <a:p>
              <a:endParaRPr lang="en-AU" dirty="0"/>
            </a:p>
          </p:txBody>
        </p:sp>
        <p:sp>
          <p:nvSpPr>
            <p:cNvPr id="178" name="Graphic 168">
              <a:extLst>
                <a:ext uri="{FF2B5EF4-FFF2-40B4-BE49-F238E27FC236}">
                  <a16:creationId xmlns:a16="http://schemas.microsoft.com/office/drawing/2014/main" id="{35D26413-32A3-4B6E-BAA3-D1E57AD7377A}"/>
                </a:ext>
              </a:extLst>
            </p:cNvPr>
            <p:cNvSpPr/>
            <p:nvPr/>
          </p:nvSpPr>
          <p:spPr>
            <a:xfrm>
              <a:off x="10432044" y="610364"/>
              <a:ext cx="930700" cy="1065339"/>
            </a:xfrm>
            <a:custGeom>
              <a:avLst/>
              <a:gdLst>
                <a:gd name="connsiteX0" fmla="*/ 310174 w 930700"/>
                <a:gd name="connsiteY0" fmla="*/ 222243 h 1065339"/>
                <a:gd name="connsiteX1" fmla="*/ 310174 w 930700"/>
                <a:gd name="connsiteY1" fmla="*/ 842636 h 1065339"/>
                <a:gd name="connsiteX2" fmla="*/ 106147 w 930700"/>
                <a:gd name="connsiteY2" fmla="*/ 1046663 h 1065339"/>
                <a:gd name="connsiteX3" fmla="*/ 18337 w 930700"/>
                <a:gd name="connsiteY3" fmla="*/ 1047107 h 1065339"/>
                <a:gd name="connsiteX4" fmla="*/ -78 w 930700"/>
                <a:gd name="connsiteY4" fmla="*/ 1002871 h 1065339"/>
                <a:gd name="connsiteX5" fmla="*/ -78 w 930700"/>
                <a:gd name="connsiteY5" fmla="*/ 61727 h 1065339"/>
                <a:gd name="connsiteX6" fmla="*/ 62074 w 930700"/>
                <a:gd name="connsiteY6" fmla="*/ -261 h 1065339"/>
                <a:gd name="connsiteX7" fmla="*/ 105641 w 930700"/>
                <a:gd name="connsiteY7" fmla="*/ 17682 h 1065339"/>
                <a:gd name="connsiteX8" fmla="*/ 372157 w 930700"/>
                <a:gd name="connsiteY8" fmla="*/ -256 h 1065339"/>
                <a:gd name="connsiteX9" fmla="*/ 310146 w 930700"/>
                <a:gd name="connsiteY9" fmla="*/ 61727 h 1065339"/>
                <a:gd name="connsiteX10" fmla="*/ 310146 w 930700"/>
                <a:gd name="connsiteY10" fmla="*/ 222243 h 1065339"/>
                <a:gd name="connsiteX11" fmla="*/ 620370 w 930700"/>
                <a:gd name="connsiteY11" fmla="*/ 532468 h 1065339"/>
                <a:gd name="connsiteX12" fmla="*/ 310174 w 930700"/>
                <a:gd name="connsiteY12" fmla="*/ 842636 h 1065339"/>
                <a:gd name="connsiteX13" fmla="*/ 310174 w 930700"/>
                <a:gd name="connsiteY13" fmla="*/ 1003123 h 1065339"/>
                <a:gd name="connsiteX14" fmla="*/ 372242 w 930700"/>
                <a:gd name="connsiteY14" fmla="*/ 1065078 h 1065339"/>
                <a:gd name="connsiteX15" fmla="*/ 415866 w 930700"/>
                <a:gd name="connsiteY15" fmla="*/ 1047084 h 1065339"/>
                <a:gd name="connsiteX16" fmla="*/ 930622 w 930700"/>
                <a:gd name="connsiteY16" fmla="*/ 532411 h 1065339"/>
                <a:gd name="connsiteX17" fmla="*/ 416062 w 930700"/>
                <a:gd name="connsiteY17" fmla="*/ 17879 h 1065339"/>
                <a:gd name="connsiteX18" fmla="*/ 372185 w 930700"/>
                <a:gd name="connsiteY18" fmla="*/ -199 h 1065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9">
                  <a:moveTo>
                    <a:pt x="310174" y="222243"/>
                  </a:moveTo>
                  <a:lnTo>
                    <a:pt x="310174" y="842636"/>
                  </a:lnTo>
                  <a:lnTo>
                    <a:pt x="106147" y="1046663"/>
                  </a:lnTo>
                  <a:cubicBezTo>
                    <a:pt x="82032" y="1071035"/>
                    <a:pt x="42703" y="1071235"/>
                    <a:pt x="18337" y="1047107"/>
                  </a:cubicBezTo>
                  <a:cubicBezTo>
                    <a:pt x="6519" y="1035417"/>
                    <a:pt x="-106" y="1019487"/>
                    <a:pt x="-78" y="1002871"/>
                  </a:cubicBezTo>
                  <a:lnTo>
                    <a:pt x="-78" y="61727"/>
                  </a:lnTo>
                  <a:cubicBezTo>
                    <a:pt x="-22" y="27449"/>
                    <a:pt x="27798" y="-306"/>
                    <a:pt x="62074" y="-261"/>
                  </a:cubicBezTo>
                  <a:cubicBezTo>
                    <a:pt x="78384" y="-242"/>
                    <a:pt x="94047" y="6207"/>
                    <a:pt x="105641" y="17682"/>
                  </a:cubicBezTo>
                  <a:close/>
                  <a:moveTo>
                    <a:pt x="372157" y="-256"/>
                  </a:moveTo>
                  <a:cubicBezTo>
                    <a:pt x="337909" y="-256"/>
                    <a:pt x="310174" y="27491"/>
                    <a:pt x="310146" y="61727"/>
                  </a:cubicBezTo>
                  <a:lnTo>
                    <a:pt x="310146" y="222243"/>
                  </a:lnTo>
                  <a:lnTo>
                    <a:pt x="620370" y="532468"/>
                  </a:lnTo>
                  <a:lnTo>
                    <a:pt x="310174" y="842636"/>
                  </a:lnTo>
                  <a:lnTo>
                    <a:pt x="310174" y="1003123"/>
                  </a:lnTo>
                  <a:cubicBezTo>
                    <a:pt x="310202" y="1037371"/>
                    <a:pt x="337994" y="1065109"/>
                    <a:pt x="372242" y="1065078"/>
                  </a:cubicBezTo>
                  <a:cubicBezTo>
                    <a:pt x="388580" y="1065064"/>
                    <a:pt x="404272" y="1058597"/>
                    <a:pt x="415866" y="1047084"/>
                  </a:cubicBezTo>
                  <a:lnTo>
                    <a:pt x="930622" y="532411"/>
                  </a:lnTo>
                  <a:lnTo>
                    <a:pt x="416062" y="17879"/>
                  </a:lnTo>
                  <a:cubicBezTo>
                    <a:pt x="404440" y="6249"/>
                    <a:pt x="388636" y="-258"/>
                    <a:pt x="372185" y="-199"/>
                  </a:cubicBezTo>
                </a:path>
              </a:pathLst>
            </a:custGeom>
            <a:solidFill>
              <a:srgbClr val="FFFFFF">
                <a:alpha val="5000"/>
              </a:srgbClr>
            </a:solidFill>
            <a:ln w="2807" cap="flat">
              <a:noFill/>
              <a:prstDash val="solid"/>
              <a:miter/>
            </a:ln>
          </p:spPr>
          <p:txBody>
            <a:bodyPr rtlCol="0" anchor="ctr"/>
            <a:lstStyle/>
            <a:p>
              <a:endParaRPr lang="en-AU" dirty="0"/>
            </a:p>
          </p:txBody>
        </p:sp>
        <p:sp>
          <p:nvSpPr>
            <p:cNvPr id="179" name="Graphic 168">
              <a:extLst>
                <a:ext uri="{FF2B5EF4-FFF2-40B4-BE49-F238E27FC236}">
                  <a16:creationId xmlns:a16="http://schemas.microsoft.com/office/drawing/2014/main" id="{35D26413-32A3-4B6E-BAA3-D1E57AD7377A}"/>
                </a:ext>
              </a:extLst>
            </p:cNvPr>
            <p:cNvSpPr/>
            <p:nvPr/>
          </p:nvSpPr>
          <p:spPr>
            <a:xfrm>
              <a:off x="11440449" y="610364"/>
              <a:ext cx="930671" cy="1065345"/>
            </a:xfrm>
            <a:custGeom>
              <a:avLst/>
              <a:gdLst>
                <a:gd name="connsiteX0" fmla="*/ 310145 w 930671"/>
                <a:gd name="connsiteY0" fmla="*/ 222243 h 1065345"/>
                <a:gd name="connsiteX1" fmla="*/ 310145 w 930671"/>
                <a:gd name="connsiteY1" fmla="*/ 842636 h 1065345"/>
                <a:gd name="connsiteX2" fmla="*/ 106118 w 930671"/>
                <a:gd name="connsiteY2" fmla="*/ 1046663 h 1065345"/>
                <a:gd name="connsiteX3" fmla="*/ 18336 w 930671"/>
                <a:gd name="connsiteY3" fmla="*/ 1047146 h 1065345"/>
                <a:gd name="connsiteX4" fmla="*/ -78 w 930671"/>
                <a:gd name="connsiteY4" fmla="*/ 1002871 h 1065345"/>
                <a:gd name="connsiteX5" fmla="*/ -78 w 930671"/>
                <a:gd name="connsiteY5" fmla="*/ 61727 h 1065345"/>
                <a:gd name="connsiteX6" fmla="*/ 62073 w 930671"/>
                <a:gd name="connsiteY6" fmla="*/ -261 h 1065345"/>
                <a:gd name="connsiteX7" fmla="*/ 105641 w 930671"/>
                <a:gd name="connsiteY7" fmla="*/ 17682 h 1065345"/>
                <a:gd name="connsiteX8" fmla="*/ 372185 w 930671"/>
                <a:gd name="connsiteY8" fmla="*/ -143 h 1065345"/>
                <a:gd name="connsiteX9" fmla="*/ 310173 w 930671"/>
                <a:gd name="connsiteY9" fmla="*/ 61812 h 1065345"/>
                <a:gd name="connsiteX10" fmla="*/ 310173 w 930671"/>
                <a:gd name="connsiteY10" fmla="*/ 61840 h 1065345"/>
                <a:gd name="connsiteX11" fmla="*/ 310173 w 930671"/>
                <a:gd name="connsiteY11" fmla="*/ 222243 h 1065345"/>
                <a:gd name="connsiteX12" fmla="*/ 620369 w 930671"/>
                <a:gd name="connsiteY12" fmla="*/ 532468 h 1065345"/>
                <a:gd name="connsiteX13" fmla="*/ 310173 w 930671"/>
                <a:gd name="connsiteY13" fmla="*/ 842636 h 1065345"/>
                <a:gd name="connsiteX14" fmla="*/ 310173 w 930671"/>
                <a:gd name="connsiteY14" fmla="*/ 1003123 h 1065345"/>
                <a:gd name="connsiteX15" fmla="*/ 372241 w 930671"/>
                <a:gd name="connsiteY15" fmla="*/ 1065078 h 1065345"/>
                <a:gd name="connsiteX16" fmla="*/ 415865 w 930671"/>
                <a:gd name="connsiteY16" fmla="*/ 1047084 h 1065345"/>
                <a:gd name="connsiteX17" fmla="*/ 930594 w 930671"/>
                <a:gd name="connsiteY17" fmla="*/ 532411 h 1065345"/>
                <a:gd name="connsiteX18" fmla="*/ 416062 w 930671"/>
                <a:gd name="connsiteY18" fmla="*/ 17823 h 1065345"/>
                <a:gd name="connsiteX19" fmla="*/ 372185 w 930671"/>
                <a:gd name="connsiteY19" fmla="*/ -256 h 106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671" h="1065345">
                  <a:moveTo>
                    <a:pt x="310145" y="222243"/>
                  </a:moveTo>
                  <a:lnTo>
                    <a:pt x="310145" y="842636"/>
                  </a:lnTo>
                  <a:lnTo>
                    <a:pt x="106118" y="1046663"/>
                  </a:lnTo>
                  <a:cubicBezTo>
                    <a:pt x="82004" y="1071035"/>
                    <a:pt x="42703" y="1071252"/>
                    <a:pt x="18336" y="1047146"/>
                  </a:cubicBezTo>
                  <a:cubicBezTo>
                    <a:pt x="6518" y="1035451"/>
                    <a:pt x="-106" y="1019501"/>
                    <a:pt x="-78" y="1002871"/>
                  </a:cubicBezTo>
                  <a:lnTo>
                    <a:pt x="-78" y="61727"/>
                  </a:lnTo>
                  <a:cubicBezTo>
                    <a:pt x="-23" y="27449"/>
                    <a:pt x="27797" y="-306"/>
                    <a:pt x="62073" y="-261"/>
                  </a:cubicBezTo>
                  <a:cubicBezTo>
                    <a:pt x="78383" y="-242"/>
                    <a:pt x="94047" y="6207"/>
                    <a:pt x="105641" y="17682"/>
                  </a:cubicBezTo>
                  <a:close/>
                  <a:moveTo>
                    <a:pt x="372185" y="-143"/>
                  </a:moveTo>
                  <a:cubicBezTo>
                    <a:pt x="337965" y="-160"/>
                    <a:pt x="310201" y="27581"/>
                    <a:pt x="310173" y="61812"/>
                  </a:cubicBezTo>
                  <a:cubicBezTo>
                    <a:pt x="310173" y="61820"/>
                    <a:pt x="310173" y="61831"/>
                    <a:pt x="310173" y="61840"/>
                  </a:cubicBezTo>
                  <a:lnTo>
                    <a:pt x="310173" y="222243"/>
                  </a:lnTo>
                  <a:lnTo>
                    <a:pt x="620369" y="532468"/>
                  </a:lnTo>
                  <a:lnTo>
                    <a:pt x="310173" y="842636"/>
                  </a:lnTo>
                  <a:lnTo>
                    <a:pt x="310173" y="1003123"/>
                  </a:lnTo>
                  <a:cubicBezTo>
                    <a:pt x="310201" y="1037371"/>
                    <a:pt x="337993" y="1065109"/>
                    <a:pt x="372241" y="1065078"/>
                  </a:cubicBezTo>
                  <a:cubicBezTo>
                    <a:pt x="388579" y="1065064"/>
                    <a:pt x="404271" y="1058597"/>
                    <a:pt x="415865" y="1047084"/>
                  </a:cubicBezTo>
                  <a:lnTo>
                    <a:pt x="930594" y="532411"/>
                  </a:lnTo>
                  <a:lnTo>
                    <a:pt x="416062" y="17823"/>
                  </a:lnTo>
                  <a:cubicBezTo>
                    <a:pt x="404411" y="6212"/>
                    <a:pt x="388635" y="-292"/>
                    <a:pt x="372185" y="-256"/>
                  </a:cubicBezTo>
                </a:path>
              </a:pathLst>
            </a:custGeom>
            <a:solidFill>
              <a:srgbClr val="FFFFFF">
                <a:alpha val="5000"/>
              </a:srgbClr>
            </a:solidFill>
            <a:ln w="2807" cap="flat">
              <a:noFill/>
              <a:prstDash val="solid"/>
              <a:miter/>
            </a:ln>
          </p:spPr>
          <p:txBody>
            <a:bodyPr rtlCol="0" anchor="ctr"/>
            <a:lstStyle/>
            <a:p>
              <a:endParaRPr lang="en-AU" dirty="0"/>
            </a:p>
          </p:txBody>
        </p:sp>
        <p:sp>
          <p:nvSpPr>
            <p:cNvPr id="180" name="Graphic 168">
              <a:extLst>
                <a:ext uri="{FF2B5EF4-FFF2-40B4-BE49-F238E27FC236}">
                  <a16:creationId xmlns:a16="http://schemas.microsoft.com/office/drawing/2014/main" id="{35D26413-32A3-4B6E-BAA3-D1E57AD7377A}"/>
                </a:ext>
              </a:extLst>
            </p:cNvPr>
            <p:cNvSpPr/>
            <p:nvPr/>
          </p:nvSpPr>
          <p:spPr>
            <a:xfrm>
              <a:off x="2520051" y="1753351"/>
              <a:ext cx="930672" cy="1065362"/>
            </a:xfrm>
            <a:custGeom>
              <a:avLst/>
              <a:gdLst>
                <a:gd name="connsiteX0" fmla="*/ 310146 w 930672"/>
                <a:gd name="connsiteY0" fmla="*/ 222154 h 1065362"/>
                <a:gd name="connsiteX1" fmla="*/ 310146 w 930672"/>
                <a:gd name="connsiteY1" fmla="*/ 842546 h 1065362"/>
                <a:gd name="connsiteX2" fmla="*/ 106119 w 930672"/>
                <a:gd name="connsiteY2" fmla="*/ 1046574 h 1065362"/>
                <a:gd name="connsiteX3" fmla="*/ 18385 w 930672"/>
                <a:gd name="connsiteY3" fmla="*/ 1047163 h 1065362"/>
                <a:gd name="connsiteX4" fmla="*/ -78 w 930672"/>
                <a:gd name="connsiteY4" fmla="*/ 1002781 h 1065362"/>
                <a:gd name="connsiteX5" fmla="*/ -78 w 930672"/>
                <a:gd name="connsiteY5" fmla="*/ 61778 h 1065362"/>
                <a:gd name="connsiteX6" fmla="*/ 62040 w 930672"/>
                <a:gd name="connsiteY6" fmla="*/ -239 h 1065362"/>
                <a:gd name="connsiteX7" fmla="*/ 105641 w 930672"/>
                <a:gd name="connsiteY7" fmla="*/ 17705 h 1065362"/>
                <a:gd name="connsiteX8" fmla="*/ 372185 w 930672"/>
                <a:gd name="connsiteY8" fmla="*/ -261 h 1065362"/>
                <a:gd name="connsiteX9" fmla="*/ 310174 w 930672"/>
                <a:gd name="connsiteY9" fmla="*/ 61750 h 1065362"/>
                <a:gd name="connsiteX10" fmla="*/ 310174 w 930672"/>
                <a:gd name="connsiteY10" fmla="*/ 61778 h 1065362"/>
                <a:gd name="connsiteX11" fmla="*/ 310174 w 930672"/>
                <a:gd name="connsiteY11" fmla="*/ 222182 h 1065362"/>
                <a:gd name="connsiteX12" fmla="*/ 620483 w 930672"/>
                <a:gd name="connsiteY12" fmla="*/ 532378 h 1065362"/>
                <a:gd name="connsiteX13" fmla="*/ 310174 w 930672"/>
                <a:gd name="connsiteY13" fmla="*/ 842602 h 1065362"/>
                <a:gd name="connsiteX14" fmla="*/ 310174 w 930672"/>
                <a:gd name="connsiteY14" fmla="*/ 1003090 h 1065362"/>
                <a:gd name="connsiteX15" fmla="*/ 372185 w 930672"/>
                <a:gd name="connsiteY15" fmla="*/ 1065101 h 1065362"/>
                <a:gd name="connsiteX16" fmla="*/ 415865 w 930672"/>
                <a:gd name="connsiteY16" fmla="*/ 1047107 h 1065362"/>
                <a:gd name="connsiteX17" fmla="*/ 930594 w 930672"/>
                <a:gd name="connsiteY17" fmla="*/ 532434 h 1065362"/>
                <a:gd name="connsiteX18" fmla="*/ 416062 w 930672"/>
                <a:gd name="connsiteY18" fmla="*/ 17845 h 1065362"/>
                <a:gd name="connsiteX19" fmla="*/ 372185 w 930672"/>
                <a:gd name="connsiteY19" fmla="*/ -261 h 1065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672" h="1065362">
                  <a:moveTo>
                    <a:pt x="310146" y="222154"/>
                  </a:moveTo>
                  <a:lnTo>
                    <a:pt x="310146" y="842546"/>
                  </a:lnTo>
                  <a:lnTo>
                    <a:pt x="106119" y="1046574"/>
                  </a:lnTo>
                  <a:cubicBezTo>
                    <a:pt x="82052" y="1070968"/>
                    <a:pt x="42771" y="1071221"/>
                    <a:pt x="18385" y="1047163"/>
                  </a:cubicBezTo>
                  <a:cubicBezTo>
                    <a:pt x="6519" y="1035457"/>
                    <a:pt x="-137" y="1019456"/>
                    <a:pt x="-78" y="1002781"/>
                  </a:cubicBezTo>
                  <a:lnTo>
                    <a:pt x="-78" y="61778"/>
                  </a:lnTo>
                  <a:cubicBezTo>
                    <a:pt x="-50" y="27499"/>
                    <a:pt x="27761" y="-267"/>
                    <a:pt x="62040" y="-239"/>
                  </a:cubicBezTo>
                  <a:cubicBezTo>
                    <a:pt x="78366" y="-225"/>
                    <a:pt x="94033" y="6221"/>
                    <a:pt x="105641" y="17705"/>
                  </a:cubicBezTo>
                  <a:close/>
                  <a:moveTo>
                    <a:pt x="372185" y="-261"/>
                  </a:moveTo>
                  <a:cubicBezTo>
                    <a:pt x="337937" y="-261"/>
                    <a:pt x="310174" y="27502"/>
                    <a:pt x="310174" y="61750"/>
                  </a:cubicBezTo>
                  <a:cubicBezTo>
                    <a:pt x="310174" y="61758"/>
                    <a:pt x="310174" y="61770"/>
                    <a:pt x="310174" y="61778"/>
                  </a:cubicBezTo>
                  <a:lnTo>
                    <a:pt x="310174" y="222182"/>
                  </a:lnTo>
                  <a:lnTo>
                    <a:pt x="620483" y="532378"/>
                  </a:lnTo>
                  <a:lnTo>
                    <a:pt x="310174" y="842602"/>
                  </a:lnTo>
                  <a:lnTo>
                    <a:pt x="310174" y="1003090"/>
                  </a:lnTo>
                  <a:cubicBezTo>
                    <a:pt x="310174" y="1037338"/>
                    <a:pt x="337937" y="1065101"/>
                    <a:pt x="372185" y="1065101"/>
                  </a:cubicBezTo>
                  <a:cubicBezTo>
                    <a:pt x="388549" y="1065101"/>
                    <a:pt x="404249" y="1058644"/>
                    <a:pt x="415865" y="1047107"/>
                  </a:cubicBezTo>
                  <a:lnTo>
                    <a:pt x="930594" y="532434"/>
                  </a:lnTo>
                  <a:lnTo>
                    <a:pt x="416062" y="17845"/>
                  </a:lnTo>
                  <a:cubicBezTo>
                    <a:pt x="404432" y="6207"/>
                    <a:pt x="388638" y="-312"/>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81" name="Graphic 168">
              <a:extLst>
                <a:ext uri="{FF2B5EF4-FFF2-40B4-BE49-F238E27FC236}">
                  <a16:creationId xmlns:a16="http://schemas.microsoft.com/office/drawing/2014/main" id="{35D26413-32A3-4B6E-BAA3-D1E57AD7377A}"/>
                </a:ext>
              </a:extLst>
            </p:cNvPr>
            <p:cNvSpPr/>
            <p:nvPr/>
          </p:nvSpPr>
          <p:spPr>
            <a:xfrm>
              <a:off x="2675065" y="2896360"/>
              <a:ext cx="930813" cy="1065339"/>
            </a:xfrm>
            <a:custGeom>
              <a:avLst/>
              <a:gdLst>
                <a:gd name="connsiteX0" fmla="*/ 310286 w 930813"/>
                <a:gd name="connsiteY0" fmla="*/ 222154 h 1065339"/>
                <a:gd name="connsiteX1" fmla="*/ 310286 w 930813"/>
                <a:gd name="connsiteY1" fmla="*/ 842546 h 1065339"/>
                <a:gd name="connsiteX2" fmla="*/ 106146 w 930813"/>
                <a:gd name="connsiteY2" fmla="*/ 1046630 h 1065339"/>
                <a:gd name="connsiteX3" fmla="*/ 18371 w 930813"/>
                <a:gd name="connsiteY3" fmla="*/ 1047163 h 1065339"/>
                <a:gd name="connsiteX4" fmla="*/ -78 w 930813"/>
                <a:gd name="connsiteY4" fmla="*/ 1002838 h 1065339"/>
                <a:gd name="connsiteX5" fmla="*/ -78 w 930813"/>
                <a:gd name="connsiteY5" fmla="*/ 61722 h 1065339"/>
                <a:gd name="connsiteX6" fmla="*/ 62068 w 930813"/>
                <a:gd name="connsiteY6" fmla="*/ -261 h 1065339"/>
                <a:gd name="connsiteX7" fmla="*/ 105641 w 930813"/>
                <a:gd name="connsiteY7" fmla="*/ 17677 h 1065339"/>
                <a:gd name="connsiteX8" fmla="*/ 372297 w 930813"/>
                <a:gd name="connsiteY8" fmla="*/ -261 h 1065339"/>
                <a:gd name="connsiteX9" fmla="*/ 310286 w 930813"/>
                <a:gd name="connsiteY9" fmla="*/ 61722 h 1065339"/>
                <a:gd name="connsiteX10" fmla="*/ 310286 w 930813"/>
                <a:gd name="connsiteY10" fmla="*/ 222154 h 1065339"/>
                <a:gd name="connsiteX11" fmla="*/ 620511 w 930813"/>
                <a:gd name="connsiteY11" fmla="*/ 532378 h 1065339"/>
                <a:gd name="connsiteX12" fmla="*/ 310286 w 930813"/>
                <a:gd name="connsiteY12" fmla="*/ 842574 h 1065339"/>
                <a:gd name="connsiteX13" fmla="*/ 310286 w 930813"/>
                <a:gd name="connsiteY13" fmla="*/ 1003062 h 1065339"/>
                <a:gd name="connsiteX14" fmla="*/ 372326 w 930813"/>
                <a:gd name="connsiteY14" fmla="*/ 1065045 h 1065339"/>
                <a:gd name="connsiteX15" fmla="*/ 416006 w 930813"/>
                <a:gd name="connsiteY15" fmla="*/ 1047023 h 1065339"/>
                <a:gd name="connsiteX16" fmla="*/ 930735 w 930813"/>
                <a:gd name="connsiteY16" fmla="*/ 532378 h 1065339"/>
                <a:gd name="connsiteX17" fmla="*/ 416174 w 930813"/>
                <a:gd name="connsiteY17" fmla="*/ 17846 h 1065339"/>
                <a:gd name="connsiteX18" fmla="*/ 372297 w 930813"/>
                <a:gd name="connsiteY18" fmla="*/ -261 h 1065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813" h="1065339">
                  <a:moveTo>
                    <a:pt x="310286" y="222154"/>
                  </a:moveTo>
                  <a:lnTo>
                    <a:pt x="310286" y="842546"/>
                  </a:lnTo>
                  <a:lnTo>
                    <a:pt x="106146" y="1046630"/>
                  </a:lnTo>
                  <a:cubicBezTo>
                    <a:pt x="82058" y="1071024"/>
                    <a:pt x="42760" y="1071249"/>
                    <a:pt x="18371" y="1047163"/>
                  </a:cubicBezTo>
                  <a:cubicBezTo>
                    <a:pt x="6522" y="1035457"/>
                    <a:pt x="-126" y="1019484"/>
                    <a:pt x="-78" y="1002838"/>
                  </a:cubicBezTo>
                  <a:lnTo>
                    <a:pt x="-78" y="61722"/>
                  </a:lnTo>
                  <a:cubicBezTo>
                    <a:pt x="-36" y="27446"/>
                    <a:pt x="27789" y="-317"/>
                    <a:pt x="62068" y="-261"/>
                  </a:cubicBezTo>
                  <a:cubicBezTo>
                    <a:pt x="78386" y="-233"/>
                    <a:pt x="94039" y="6196"/>
                    <a:pt x="105641" y="17677"/>
                  </a:cubicBezTo>
                  <a:close/>
                  <a:moveTo>
                    <a:pt x="372297" y="-261"/>
                  </a:moveTo>
                  <a:cubicBezTo>
                    <a:pt x="338061" y="-261"/>
                    <a:pt x="310303" y="27474"/>
                    <a:pt x="310286" y="61722"/>
                  </a:cubicBezTo>
                  <a:lnTo>
                    <a:pt x="310286" y="222154"/>
                  </a:lnTo>
                  <a:lnTo>
                    <a:pt x="620511" y="532378"/>
                  </a:lnTo>
                  <a:lnTo>
                    <a:pt x="310286" y="842574"/>
                  </a:lnTo>
                  <a:lnTo>
                    <a:pt x="310286" y="1003062"/>
                  </a:lnTo>
                  <a:cubicBezTo>
                    <a:pt x="310300" y="1037310"/>
                    <a:pt x="338078" y="1065073"/>
                    <a:pt x="372326" y="1065045"/>
                  </a:cubicBezTo>
                  <a:cubicBezTo>
                    <a:pt x="388694" y="1065045"/>
                    <a:pt x="404395" y="1058561"/>
                    <a:pt x="416006" y="1047023"/>
                  </a:cubicBezTo>
                  <a:lnTo>
                    <a:pt x="930735" y="532378"/>
                  </a:lnTo>
                  <a:lnTo>
                    <a:pt x="416174" y="17846"/>
                  </a:lnTo>
                  <a:cubicBezTo>
                    <a:pt x="404544" y="6196"/>
                    <a:pt x="388750" y="-317"/>
                    <a:pt x="372297"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82" name="Graphic 168">
              <a:extLst>
                <a:ext uri="{FF2B5EF4-FFF2-40B4-BE49-F238E27FC236}">
                  <a16:creationId xmlns:a16="http://schemas.microsoft.com/office/drawing/2014/main" id="{35D26413-32A3-4B6E-BAA3-D1E57AD7377A}"/>
                </a:ext>
              </a:extLst>
            </p:cNvPr>
            <p:cNvSpPr/>
            <p:nvPr/>
          </p:nvSpPr>
          <p:spPr>
            <a:xfrm>
              <a:off x="3683582" y="2896360"/>
              <a:ext cx="930812" cy="1065334"/>
            </a:xfrm>
            <a:custGeom>
              <a:avLst/>
              <a:gdLst>
                <a:gd name="connsiteX0" fmla="*/ 310174 w 930812"/>
                <a:gd name="connsiteY0" fmla="*/ 222154 h 1065334"/>
                <a:gd name="connsiteX1" fmla="*/ 310174 w 930812"/>
                <a:gd name="connsiteY1" fmla="*/ 842546 h 1065334"/>
                <a:gd name="connsiteX2" fmla="*/ 106118 w 930812"/>
                <a:gd name="connsiteY2" fmla="*/ 1046630 h 1065334"/>
                <a:gd name="connsiteX3" fmla="*/ 62045 w 930812"/>
                <a:gd name="connsiteY3" fmla="*/ 1065073 h 1065334"/>
                <a:gd name="connsiteX4" fmla="*/ -78 w 930812"/>
                <a:gd name="connsiteY4" fmla="*/ 1002838 h 1065334"/>
                <a:gd name="connsiteX5" fmla="*/ -78 w 930812"/>
                <a:gd name="connsiteY5" fmla="*/ 61722 h 1065334"/>
                <a:gd name="connsiteX6" fmla="*/ 62067 w 930812"/>
                <a:gd name="connsiteY6" fmla="*/ -261 h 1065334"/>
                <a:gd name="connsiteX7" fmla="*/ 105641 w 930812"/>
                <a:gd name="connsiteY7" fmla="*/ 17677 h 1065334"/>
                <a:gd name="connsiteX8" fmla="*/ 372101 w 930812"/>
                <a:gd name="connsiteY8" fmla="*/ -261 h 1065334"/>
                <a:gd name="connsiteX9" fmla="*/ 310090 w 930812"/>
                <a:gd name="connsiteY9" fmla="*/ 61722 h 1065334"/>
                <a:gd name="connsiteX10" fmla="*/ 310090 w 930812"/>
                <a:gd name="connsiteY10" fmla="*/ 222154 h 1065334"/>
                <a:gd name="connsiteX11" fmla="*/ 620314 w 930812"/>
                <a:gd name="connsiteY11" fmla="*/ 532378 h 1065334"/>
                <a:gd name="connsiteX12" fmla="*/ 310090 w 930812"/>
                <a:gd name="connsiteY12" fmla="*/ 842574 h 1065334"/>
                <a:gd name="connsiteX13" fmla="*/ 310090 w 930812"/>
                <a:gd name="connsiteY13" fmla="*/ 1003062 h 1065334"/>
                <a:gd name="connsiteX14" fmla="*/ 372062 w 930812"/>
                <a:gd name="connsiteY14" fmla="*/ 1065045 h 1065334"/>
                <a:gd name="connsiteX15" fmla="*/ 415781 w 930812"/>
                <a:gd name="connsiteY15" fmla="*/ 1047023 h 1065334"/>
                <a:gd name="connsiteX16" fmla="*/ 930734 w 930812"/>
                <a:gd name="connsiteY16" fmla="*/ 532378 h 1065334"/>
                <a:gd name="connsiteX17" fmla="*/ 416174 w 930812"/>
                <a:gd name="connsiteY17" fmla="*/ 17846 h 1065334"/>
                <a:gd name="connsiteX18" fmla="*/ 372297 w 930812"/>
                <a:gd name="connsiteY18" fmla="*/ -261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812" h="1065334">
                  <a:moveTo>
                    <a:pt x="310174" y="222154"/>
                  </a:moveTo>
                  <a:lnTo>
                    <a:pt x="310174" y="842546"/>
                  </a:lnTo>
                  <a:lnTo>
                    <a:pt x="106118" y="1046630"/>
                  </a:lnTo>
                  <a:cubicBezTo>
                    <a:pt x="94496" y="1058448"/>
                    <a:pt x="78616" y="1065073"/>
                    <a:pt x="62045" y="1065073"/>
                  </a:cubicBezTo>
                  <a:cubicBezTo>
                    <a:pt x="27730" y="1064989"/>
                    <a:pt x="-47" y="1037142"/>
                    <a:pt x="-78" y="1002838"/>
                  </a:cubicBezTo>
                  <a:lnTo>
                    <a:pt x="-78" y="61722"/>
                  </a:lnTo>
                  <a:cubicBezTo>
                    <a:pt x="-36" y="27446"/>
                    <a:pt x="27789" y="-317"/>
                    <a:pt x="62067" y="-261"/>
                  </a:cubicBezTo>
                  <a:cubicBezTo>
                    <a:pt x="78386" y="-233"/>
                    <a:pt x="94039" y="6196"/>
                    <a:pt x="105641" y="17677"/>
                  </a:cubicBezTo>
                  <a:close/>
                  <a:moveTo>
                    <a:pt x="372101" y="-261"/>
                  </a:moveTo>
                  <a:cubicBezTo>
                    <a:pt x="337864" y="-261"/>
                    <a:pt x="310107" y="27474"/>
                    <a:pt x="310090" y="61722"/>
                  </a:cubicBezTo>
                  <a:lnTo>
                    <a:pt x="310090" y="222154"/>
                  </a:lnTo>
                  <a:lnTo>
                    <a:pt x="620314" y="532378"/>
                  </a:lnTo>
                  <a:lnTo>
                    <a:pt x="310090" y="842574"/>
                  </a:lnTo>
                  <a:lnTo>
                    <a:pt x="310090" y="1003062"/>
                  </a:lnTo>
                  <a:cubicBezTo>
                    <a:pt x="310084" y="1037282"/>
                    <a:pt x="337828" y="1065045"/>
                    <a:pt x="372062" y="1065045"/>
                  </a:cubicBezTo>
                  <a:cubicBezTo>
                    <a:pt x="388444" y="1065073"/>
                    <a:pt x="404165" y="1058589"/>
                    <a:pt x="415781" y="1047023"/>
                  </a:cubicBezTo>
                  <a:lnTo>
                    <a:pt x="930734" y="532378"/>
                  </a:lnTo>
                  <a:lnTo>
                    <a:pt x="416174" y="17846"/>
                  </a:lnTo>
                  <a:cubicBezTo>
                    <a:pt x="404544" y="6196"/>
                    <a:pt x="388750" y="-317"/>
                    <a:pt x="372297"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83" name="Graphic 168">
              <a:extLst>
                <a:ext uri="{FF2B5EF4-FFF2-40B4-BE49-F238E27FC236}">
                  <a16:creationId xmlns:a16="http://schemas.microsoft.com/office/drawing/2014/main" id="{35D26413-32A3-4B6E-BAA3-D1E57AD7377A}"/>
                </a:ext>
              </a:extLst>
            </p:cNvPr>
            <p:cNvSpPr/>
            <p:nvPr/>
          </p:nvSpPr>
          <p:spPr>
            <a:xfrm>
              <a:off x="4691957" y="2896360"/>
              <a:ext cx="930700" cy="1065339"/>
            </a:xfrm>
            <a:custGeom>
              <a:avLst/>
              <a:gdLst>
                <a:gd name="connsiteX0" fmla="*/ 310174 w 930700"/>
                <a:gd name="connsiteY0" fmla="*/ 222154 h 1065339"/>
                <a:gd name="connsiteX1" fmla="*/ 310174 w 930700"/>
                <a:gd name="connsiteY1" fmla="*/ 842546 h 1065339"/>
                <a:gd name="connsiteX2" fmla="*/ 106146 w 930700"/>
                <a:gd name="connsiteY2" fmla="*/ 1046630 h 1065339"/>
                <a:gd name="connsiteX3" fmla="*/ 18371 w 930700"/>
                <a:gd name="connsiteY3" fmla="*/ 1047163 h 1065339"/>
                <a:gd name="connsiteX4" fmla="*/ -78 w 930700"/>
                <a:gd name="connsiteY4" fmla="*/ 1002838 h 1065339"/>
                <a:gd name="connsiteX5" fmla="*/ -78 w 930700"/>
                <a:gd name="connsiteY5" fmla="*/ 61722 h 1065339"/>
                <a:gd name="connsiteX6" fmla="*/ 62068 w 930700"/>
                <a:gd name="connsiteY6" fmla="*/ -261 h 1065339"/>
                <a:gd name="connsiteX7" fmla="*/ 105641 w 930700"/>
                <a:gd name="connsiteY7" fmla="*/ 17677 h 1065339"/>
                <a:gd name="connsiteX8" fmla="*/ 372185 w 930700"/>
                <a:gd name="connsiteY8" fmla="*/ -261 h 1065339"/>
                <a:gd name="connsiteX9" fmla="*/ 310174 w 930700"/>
                <a:gd name="connsiteY9" fmla="*/ 61722 h 1065339"/>
                <a:gd name="connsiteX10" fmla="*/ 310174 w 930700"/>
                <a:gd name="connsiteY10" fmla="*/ 222154 h 1065339"/>
                <a:gd name="connsiteX11" fmla="*/ 620398 w 930700"/>
                <a:gd name="connsiteY11" fmla="*/ 532378 h 1065339"/>
                <a:gd name="connsiteX12" fmla="*/ 310174 w 930700"/>
                <a:gd name="connsiteY12" fmla="*/ 842574 h 1065339"/>
                <a:gd name="connsiteX13" fmla="*/ 310174 w 930700"/>
                <a:gd name="connsiteY13" fmla="*/ 1003062 h 1065339"/>
                <a:gd name="connsiteX14" fmla="*/ 372157 w 930700"/>
                <a:gd name="connsiteY14" fmla="*/ 1065045 h 1065339"/>
                <a:gd name="connsiteX15" fmla="*/ 415865 w 930700"/>
                <a:gd name="connsiteY15" fmla="*/ 1047023 h 1065339"/>
                <a:gd name="connsiteX16" fmla="*/ 930622 w 930700"/>
                <a:gd name="connsiteY16" fmla="*/ 532378 h 1065339"/>
                <a:gd name="connsiteX17" fmla="*/ 416062 w 930700"/>
                <a:gd name="connsiteY17" fmla="*/ 17846 h 1065339"/>
                <a:gd name="connsiteX18" fmla="*/ 372185 w 930700"/>
                <a:gd name="connsiteY18" fmla="*/ -261 h 1065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9">
                  <a:moveTo>
                    <a:pt x="310174" y="222154"/>
                  </a:moveTo>
                  <a:lnTo>
                    <a:pt x="310174" y="842546"/>
                  </a:lnTo>
                  <a:lnTo>
                    <a:pt x="106146" y="1046630"/>
                  </a:lnTo>
                  <a:cubicBezTo>
                    <a:pt x="82058" y="1071024"/>
                    <a:pt x="42760" y="1071249"/>
                    <a:pt x="18371" y="1047163"/>
                  </a:cubicBezTo>
                  <a:cubicBezTo>
                    <a:pt x="6524" y="1035457"/>
                    <a:pt x="-126" y="1019484"/>
                    <a:pt x="-78" y="1002838"/>
                  </a:cubicBezTo>
                  <a:lnTo>
                    <a:pt x="-78" y="61722"/>
                  </a:lnTo>
                  <a:cubicBezTo>
                    <a:pt x="-36" y="27446"/>
                    <a:pt x="27789" y="-317"/>
                    <a:pt x="62068" y="-261"/>
                  </a:cubicBezTo>
                  <a:cubicBezTo>
                    <a:pt x="78386" y="-233"/>
                    <a:pt x="94039" y="6196"/>
                    <a:pt x="105641" y="17677"/>
                  </a:cubicBezTo>
                  <a:close/>
                  <a:moveTo>
                    <a:pt x="372185" y="-261"/>
                  </a:moveTo>
                  <a:cubicBezTo>
                    <a:pt x="337937" y="-261"/>
                    <a:pt x="310202" y="27474"/>
                    <a:pt x="310174" y="61722"/>
                  </a:cubicBezTo>
                  <a:lnTo>
                    <a:pt x="310174" y="222154"/>
                  </a:lnTo>
                  <a:lnTo>
                    <a:pt x="620398" y="532378"/>
                  </a:lnTo>
                  <a:lnTo>
                    <a:pt x="310174" y="842574"/>
                  </a:lnTo>
                  <a:lnTo>
                    <a:pt x="310174" y="1003062"/>
                  </a:lnTo>
                  <a:cubicBezTo>
                    <a:pt x="310174" y="1037282"/>
                    <a:pt x="337909" y="1065045"/>
                    <a:pt x="372157" y="1065045"/>
                  </a:cubicBezTo>
                  <a:cubicBezTo>
                    <a:pt x="388523" y="1065073"/>
                    <a:pt x="404244" y="1058589"/>
                    <a:pt x="415865" y="1047023"/>
                  </a:cubicBezTo>
                  <a:lnTo>
                    <a:pt x="930622" y="532378"/>
                  </a:lnTo>
                  <a:lnTo>
                    <a:pt x="416062" y="17846"/>
                  </a:lnTo>
                  <a:cubicBezTo>
                    <a:pt x="404440" y="6196"/>
                    <a:pt x="388635" y="-317"/>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84" name="Graphic 168">
              <a:extLst>
                <a:ext uri="{FF2B5EF4-FFF2-40B4-BE49-F238E27FC236}">
                  <a16:creationId xmlns:a16="http://schemas.microsoft.com/office/drawing/2014/main" id="{35D26413-32A3-4B6E-BAA3-D1E57AD7377A}"/>
                </a:ext>
              </a:extLst>
            </p:cNvPr>
            <p:cNvSpPr/>
            <p:nvPr/>
          </p:nvSpPr>
          <p:spPr>
            <a:xfrm>
              <a:off x="5700361" y="2896360"/>
              <a:ext cx="930700" cy="1065356"/>
            </a:xfrm>
            <a:custGeom>
              <a:avLst/>
              <a:gdLst>
                <a:gd name="connsiteX0" fmla="*/ 310146 w 930700"/>
                <a:gd name="connsiteY0" fmla="*/ 222154 h 1065356"/>
                <a:gd name="connsiteX1" fmla="*/ 310146 w 930700"/>
                <a:gd name="connsiteY1" fmla="*/ 842546 h 1065356"/>
                <a:gd name="connsiteX2" fmla="*/ 106119 w 930700"/>
                <a:gd name="connsiteY2" fmla="*/ 1046630 h 1065356"/>
                <a:gd name="connsiteX3" fmla="*/ 18394 w 930700"/>
                <a:gd name="connsiteY3" fmla="*/ 1047219 h 1065356"/>
                <a:gd name="connsiteX4" fmla="*/ -78 w 930700"/>
                <a:gd name="connsiteY4" fmla="*/ 1002838 h 1065356"/>
                <a:gd name="connsiteX5" fmla="*/ -78 w 930700"/>
                <a:gd name="connsiteY5" fmla="*/ 61722 h 1065356"/>
                <a:gd name="connsiteX6" fmla="*/ 62073 w 930700"/>
                <a:gd name="connsiteY6" fmla="*/ -261 h 1065356"/>
                <a:gd name="connsiteX7" fmla="*/ 105641 w 930700"/>
                <a:gd name="connsiteY7" fmla="*/ 17677 h 1065356"/>
                <a:gd name="connsiteX8" fmla="*/ 372185 w 930700"/>
                <a:gd name="connsiteY8" fmla="*/ -261 h 1065356"/>
                <a:gd name="connsiteX9" fmla="*/ 310174 w 930700"/>
                <a:gd name="connsiteY9" fmla="*/ 61722 h 1065356"/>
                <a:gd name="connsiteX10" fmla="*/ 310174 w 930700"/>
                <a:gd name="connsiteY10" fmla="*/ 222154 h 1065356"/>
                <a:gd name="connsiteX11" fmla="*/ 620398 w 930700"/>
                <a:gd name="connsiteY11" fmla="*/ 532378 h 1065356"/>
                <a:gd name="connsiteX12" fmla="*/ 310174 w 930700"/>
                <a:gd name="connsiteY12" fmla="*/ 842574 h 1065356"/>
                <a:gd name="connsiteX13" fmla="*/ 310174 w 930700"/>
                <a:gd name="connsiteY13" fmla="*/ 1003062 h 1065356"/>
                <a:gd name="connsiteX14" fmla="*/ 372157 w 930700"/>
                <a:gd name="connsiteY14" fmla="*/ 1065045 h 1065356"/>
                <a:gd name="connsiteX15" fmla="*/ 415866 w 930700"/>
                <a:gd name="connsiteY15" fmla="*/ 1047023 h 1065356"/>
                <a:gd name="connsiteX16" fmla="*/ 930623 w 930700"/>
                <a:gd name="connsiteY16" fmla="*/ 532378 h 1065356"/>
                <a:gd name="connsiteX17" fmla="*/ 416062 w 930700"/>
                <a:gd name="connsiteY17" fmla="*/ 17846 h 1065356"/>
                <a:gd name="connsiteX18" fmla="*/ 372185 w 930700"/>
                <a:gd name="connsiteY18" fmla="*/ -261 h 1065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56">
                  <a:moveTo>
                    <a:pt x="310146" y="222154"/>
                  </a:moveTo>
                  <a:lnTo>
                    <a:pt x="310146" y="842546"/>
                  </a:lnTo>
                  <a:lnTo>
                    <a:pt x="106119" y="1046630"/>
                  </a:lnTo>
                  <a:cubicBezTo>
                    <a:pt x="82061" y="1071024"/>
                    <a:pt x="42760" y="1071277"/>
                    <a:pt x="18394" y="1047219"/>
                  </a:cubicBezTo>
                  <a:cubicBezTo>
                    <a:pt x="6519" y="1035513"/>
                    <a:pt x="-134" y="1019512"/>
                    <a:pt x="-78" y="1002838"/>
                  </a:cubicBezTo>
                  <a:lnTo>
                    <a:pt x="-78" y="61722"/>
                  </a:lnTo>
                  <a:cubicBezTo>
                    <a:pt x="-22" y="27446"/>
                    <a:pt x="27798" y="-317"/>
                    <a:pt x="62073" y="-261"/>
                  </a:cubicBezTo>
                  <a:cubicBezTo>
                    <a:pt x="78384" y="-233"/>
                    <a:pt x="94048" y="6196"/>
                    <a:pt x="105641" y="17677"/>
                  </a:cubicBezTo>
                  <a:close/>
                  <a:moveTo>
                    <a:pt x="372185" y="-261"/>
                  </a:moveTo>
                  <a:cubicBezTo>
                    <a:pt x="337938" y="-261"/>
                    <a:pt x="310202" y="27474"/>
                    <a:pt x="310174" y="61722"/>
                  </a:cubicBezTo>
                  <a:lnTo>
                    <a:pt x="310174" y="222154"/>
                  </a:lnTo>
                  <a:lnTo>
                    <a:pt x="620398" y="532378"/>
                  </a:lnTo>
                  <a:lnTo>
                    <a:pt x="310174" y="842574"/>
                  </a:lnTo>
                  <a:lnTo>
                    <a:pt x="310174" y="1003062"/>
                  </a:lnTo>
                  <a:cubicBezTo>
                    <a:pt x="310174" y="1037282"/>
                    <a:pt x="337909" y="1065045"/>
                    <a:pt x="372157" y="1065045"/>
                  </a:cubicBezTo>
                  <a:cubicBezTo>
                    <a:pt x="388523" y="1065073"/>
                    <a:pt x="404244" y="1058589"/>
                    <a:pt x="415866" y="1047023"/>
                  </a:cubicBezTo>
                  <a:lnTo>
                    <a:pt x="930623" y="532378"/>
                  </a:lnTo>
                  <a:lnTo>
                    <a:pt x="416062" y="17846"/>
                  </a:lnTo>
                  <a:cubicBezTo>
                    <a:pt x="404440" y="6196"/>
                    <a:pt x="388635" y="-317"/>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85" name="Graphic 168">
              <a:extLst>
                <a:ext uri="{FF2B5EF4-FFF2-40B4-BE49-F238E27FC236}">
                  <a16:creationId xmlns:a16="http://schemas.microsoft.com/office/drawing/2014/main" id="{35D26413-32A3-4B6E-BAA3-D1E57AD7377A}"/>
                </a:ext>
              </a:extLst>
            </p:cNvPr>
            <p:cNvSpPr/>
            <p:nvPr/>
          </p:nvSpPr>
          <p:spPr>
            <a:xfrm>
              <a:off x="6708738" y="2896360"/>
              <a:ext cx="930700" cy="1065334"/>
            </a:xfrm>
            <a:custGeom>
              <a:avLst/>
              <a:gdLst>
                <a:gd name="connsiteX0" fmla="*/ 310174 w 930700"/>
                <a:gd name="connsiteY0" fmla="*/ 222154 h 1065334"/>
                <a:gd name="connsiteX1" fmla="*/ 310174 w 930700"/>
                <a:gd name="connsiteY1" fmla="*/ 842546 h 1065334"/>
                <a:gd name="connsiteX2" fmla="*/ 106118 w 930700"/>
                <a:gd name="connsiteY2" fmla="*/ 1046630 h 1065334"/>
                <a:gd name="connsiteX3" fmla="*/ 62045 w 930700"/>
                <a:gd name="connsiteY3" fmla="*/ 1065073 h 1065334"/>
                <a:gd name="connsiteX4" fmla="*/ -78 w 930700"/>
                <a:gd name="connsiteY4" fmla="*/ 1002838 h 1065334"/>
                <a:gd name="connsiteX5" fmla="*/ -78 w 930700"/>
                <a:gd name="connsiteY5" fmla="*/ 61722 h 1065334"/>
                <a:gd name="connsiteX6" fmla="*/ 62073 w 930700"/>
                <a:gd name="connsiteY6" fmla="*/ -261 h 1065334"/>
                <a:gd name="connsiteX7" fmla="*/ 105641 w 930700"/>
                <a:gd name="connsiteY7" fmla="*/ 17677 h 1065334"/>
                <a:gd name="connsiteX8" fmla="*/ 372185 w 930700"/>
                <a:gd name="connsiteY8" fmla="*/ -261 h 1065334"/>
                <a:gd name="connsiteX9" fmla="*/ 310174 w 930700"/>
                <a:gd name="connsiteY9" fmla="*/ 61722 h 1065334"/>
                <a:gd name="connsiteX10" fmla="*/ 310174 w 930700"/>
                <a:gd name="connsiteY10" fmla="*/ 222154 h 1065334"/>
                <a:gd name="connsiteX11" fmla="*/ 620398 w 930700"/>
                <a:gd name="connsiteY11" fmla="*/ 532378 h 1065334"/>
                <a:gd name="connsiteX12" fmla="*/ 310174 w 930700"/>
                <a:gd name="connsiteY12" fmla="*/ 842574 h 1065334"/>
                <a:gd name="connsiteX13" fmla="*/ 310174 w 930700"/>
                <a:gd name="connsiteY13" fmla="*/ 1003062 h 1065334"/>
                <a:gd name="connsiteX14" fmla="*/ 372157 w 930700"/>
                <a:gd name="connsiteY14" fmla="*/ 1065045 h 1065334"/>
                <a:gd name="connsiteX15" fmla="*/ 415865 w 930700"/>
                <a:gd name="connsiteY15" fmla="*/ 1047023 h 1065334"/>
                <a:gd name="connsiteX16" fmla="*/ 930622 w 930700"/>
                <a:gd name="connsiteY16" fmla="*/ 532378 h 1065334"/>
                <a:gd name="connsiteX17" fmla="*/ 416062 w 930700"/>
                <a:gd name="connsiteY17" fmla="*/ 17846 h 1065334"/>
                <a:gd name="connsiteX18" fmla="*/ 372185 w 930700"/>
                <a:gd name="connsiteY18" fmla="*/ -261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4">
                  <a:moveTo>
                    <a:pt x="310174" y="222154"/>
                  </a:moveTo>
                  <a:lnTo>
                    <a:pt x="310174" y="842546"/>
                  </a:lnTo>
                  <a:lnTo>
                    <a:pt x="106118" y="1046630"/>
                  </a:lnTo>
                  <a:cubicBezTo>
                    <a:pt x="94496" y="1058448"/>
                    <a:pt x="78607" y="1065073"/>
                    <a:pt x="62045" y="1065073"/>
                  </a:cubicBezTo>
                  <a:cubicBezTo>
                    <a:pt x="27741" y="1064989"/>
                    <a:pt x="-51" y="1037142"/>
                    <a:pt x="-78" y="1002838"/>
                  </a:cubicBezTo>
                  <a:lnTo>
                    <a:pt x="-78" y="61722"/>
                  </a:lnTo>
                  <a:cubicBezTo>
                    <a:pt x="-23" y="27446"/>
                    <a:pt x="27797" y="-317"/>
                    <a:pt x="62073" y="-261"/>
                  </a:cubicBezTo>
                  <a:cubicBezTo>
                    <a:pt x="78383" y="-233"/>
                    <a:pt x="94047" y="6196"/>
                    <a:pt x="105641" y="17677"/>
                  </a:cubicBezTo>
                  <a:close/>
                  <a:moveTo>
                    <a:pt x="372185" y="-261"/>
                  </a:moveTo>
                  <a:cubicBezTo>
                    <a:pt x="337937" y="-261"/>
                    <a:pt x="310202" y="27474"/>
                    <a:pt x="310174" y="61722"/>
                  </a:cubicBezTo>
                  <a:lnTo>
                    <a:pt x="310174" y="222154"/>
                  </a:lnTo>
                  <a:lnTo>
                    <a:pt x="620398" y="532378"/>
                  </a:lnTo>
                  <a:lnTo>
                    <a:pt x="310174" y="842574"/>
                  </a:lnTo>
                  <a:lnTo>
                    <a:pt x="310174" y="1003062"/>
                  </a:lnTo>
                  <a:cubicBezTo>
                    <a:pt x="310174" y="1037282"/>
                    <a:pt x="337909" y="1065045"/>
                    <a:pt x="372157" y="1065045"/>
                  </a:cubicBezTo>
                  <a:cubicBezTo>
                    <a:pt x="388523" y="1065073"/>
                    <a:pt x="404243" y="1058589"/>
                    <a:pt x="415865" y="1047023"/>
                  </a:cubicBezTo>
                  <a:lnTo>
                    <a:pt x="930622" y="532378"/>
                  </a:lnTo>
                  <a:lnTo>
                    <a:pt x="416062" y="17846"/>
                  </a:lnTo>
                  <a:cubicBezTo>
                    <a:pt x="404440" y="6196"/>
                    <a:pt x="388635" y="-317"/>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86" name="Graphic 168">
              <a:extLst>
                <a:ext uri="{FF2B5EF4-FFF2-40B4-BE49-F238E27FC236}">
                  <a16:creationId xmlns:a16="http://schemas.microsoft.com/office/drawing/2014/main" id="{35D26413-32A3-4B6E-BAA3-D1E57AD7377A}"/>
                </a:ext>
              </a:extLst>
            </p:cNvPr>
            <p:cNvSpPr/>
            <p:nvPr/>
          </p:nvSpPr>
          <p:spPr>
            <a:xfrm>
              <a:off x="7717141" y="2896360"/>
              <a:ext cx="930672" cy="1065356"/>
            </a:xfrm>
            <a:custGeom>
              <a:avLst/>
              <a:gdLst>
                <a:gd name="connsiteX0" fmla="*/ 310146 w 930672"/>
                <a:gd name="connsiteY0" fmla="*/ 222154 h 1065356"/>
                <a:gd name="connsiteX1" fmla="*/ 310146 w 930672"/>
                <a:gd name="connsiteY1" fmla="*/ 842546 h 1065356"/>
                <a:gd name="connsiteX2" fmla="*/ 106119 w 930672"/>
                <a:gd name="connsiteY2" fmla="*/ 1046630 h 1065356"/>
                <a:gd name="connsiteX3" fmla="*/ 18393 w 930672"/>
                <a:gd name="connsiteY3" fmla="*/ 1047219 h 1065356"/>
                <a:gd name="connsiteX4" fmla="*/ -78 w 930672"/>
                <a:gd name="connsiteY4" fmla="*/ 1002838 h 1065356"/>
                <a:gd name="connsiteX5" fmla="*/ -78 w 930672"/>
                <a:gd name="connsiteY5" fmla="*/ 61722 h 1065356"/>
                <a:gd name="connsiteX6" fmla="*/ 62073 w 930672"/>
                <a:gd name="connsiteY6" fmla="*/ -261 h 1065356"/>
                <a:gd name="connsiteX7" fmla="*/ 105641 w 930672"/>
                <a:gd name="connsiteY7" fmla="*/ 17677 h 1065356"/>
                <a:gd name="connsiteX8" fmla="*/ 372157 w 930672"/>
                <a:gd name="connsiteY8" fmla="*/ -261 h 1065356"/>
                <a:gd name="connsiteX9" fmla="*/ 310146 w 930672"/>
                <a:gd name="connsiteY9" fmla="*/ 61722 h 1065356"/>
                <a:gd name="connsiteX10" fmla="*/ 310146 w 930672"/>
                <a:gd name="connsiteY10" fmla="*/ 222154 h 1065356"/>
                <a:gd name="connsiteX11" fmla="*/ 620370 w 930672"/>
                <a:gd name="connsiteY11" fmla="*/ 532378 h 1065356"/>
                <a:gd name="connsiteX12" fmla="*/ 310146 w 930672"/>
                <a:gd name="connsiteY12" fmla="*/ 842574 h 1065356"/>
                <a:gd name="connsiteX13" fmla="*/ 310146 w 930672"/>
                <a:gd name="connsiteY13" fmla="*/ 1003062 h 1065356"/>
                <a:gd name="connsiteX14" fmla="*/ 372185 w 930672"/>
                <a:gd name="connsiteY14" fmla="*/ 1065045 h 1065356"/>
                <a:gd name="connsiteX15" fmla="*/ 415865 w 930672"/>
                <a:gd name="connsiteY15" fmla="*/ 1047023 h 1065356"/>
                <a:gd name="connsiteX16" fmla="*/ 930594 w 930672"/>
                <a:gd name="connsiteY16" fmla="*/ 532378 h 1065356"/>
                <a:gd name="connsiteX17" fmla="*/ 416062 w 930672"/>
                <a:gd name="connsiteY17" fmla="*/ 17846 h 1065356"/>
                <a:gd name="connsiteX18" fmla="*/ 372157 w 930672"/>
                <a:gd name="connsiteY18" fmla="*/ -261 h 1065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72" h="1065356">
                  <a:moveTo>
                    <a:pt x="310146" y="222154"/>
                  </a:moveTo>
                  <a:lnTo>
                    <a:pt x="310146" y="842546"/>
                  </a:lnTo>
                  <a:lnTo>
                    <a:pt x="106119" y="1046630"/>
                  </a:lnTo>
                  <a:cubicBezTo>
                    <a:pt x="82061" y="1071024"/>
                    <a:pt x="42760" y="1071277"/>
                    <a:pt x="18393" y="1047219"/>
                  </a:cubicBezTo>
                  <a:cubicBezTo>
                    <a:pt x="6519" y="1035513"/>
                    <a:pt x="-134" y="1019512"/>
                    <a:pt x="-78" y="1002838"/>
                  </a:cubicBezTo>
                  <a:lnTo>
                    <a:pt x="-78" y="61722"/>
                  </a:lnTo>
                  <a:cubicBezTo>
                    <a:pt x="-22" y="27446"/>
                    <a:pt x="27797" y="-317"/>
                    <a:pt x="62073" y="-261"/>
                  </a:cubicBezTo>
                  <a:cubicBezTo>
                    <a:pt x="78383" y="-233"/>
                    <a:pt x="94048" y="6196"/>
                    <a:pt x="105641" y="17677"/>
                  </a:cubicBezTo>
                  <a:close/>
                  <a:moveTo>
                    <a:pt x="372157" y="-261"/>
                  </a:moveTo>
                  <a:cubicBezTo>
                    <a:pt x="337909" y="-261"/>
                    <a:pt x="310174" y="27474"/>
                    <a:pt x="310146" y="61722"/>
                  </a:cubicBezTo>
                  <a:lnTo>
                    <a:pt x="310146" y="222154"/>
                  </a:lnTo>
                  <a:lnTo>
                    <a:pt x="620370" y="532378"/>
                  </a:lnTo>
                  <a:lnTo>
                    <a:pt x="310146" y="842574"/>
                  </a:lnTo>
                  <a:lnTo>
                    <a:pt x="310146" y="1003062"/>
                  </a:lnTo>
                  <a:cubicBezTo>
                    <a:pt x="310174" y="1037310"/>
                    <a:pt x="337937" y="1065073"/>
                    <a:pt x="372185" y="1065045"/>
                  </a:cubicBezTo>
                  <a:cubicBezTo>
                    <a:pt x="388551" y="1065045"/>
                    <a:pt x="404244" y="1058561"/>
                    <a:pt x="415865" y="1047023"/>
                  </a:cubicBezTo>
                  <a:lnTo>
                    <a:pt x="930594" y="532378"/>
                  </a:lnTo>
                  <a:lnTo>
                    <a:pt x="416062" y="17846"/>
                  </a:lnTo>
                  <a:cubicBezTo>
                    <a:pt x="404412" y="6196"/>
                    <a:pt x="388607" y="-317"/>
                    <a:pt x="372157"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87" name="Graphic 168">
              <a:extLst>
                <a:ext uri="{FF2B5EF4-FFF2-40B4-BE49-F238E27FC236}">
                  <a16:creationId xmlns:a16="http://schemas.microsoft.com/office/drawing/2014/main" id="{35D26413-32A3-4B6E-BAA3-D1E57AD7377A}"/>
                </a:ext>
              </a:extLst>
            </p:cNvPr>
            <p:cNvSpPr/>
            <p:nvPr/>
          </p:nvSpPr>
          <p:spPr>
            <a:xfrm>
              <a:off x="8725517" y="2896360"/>
              <a:ext cx="930616" cy="1065334"/>
            </a:xfrm>
            <a:custGeom>
              <a:avLst/>
              <a:gdLst>
                <a:gd name="connsiteX0" fmla="*/ 310146 w 930616"/>
                <a:gd name="connsiteY0" fmla="*/ 222154 h 1065334"/>
                <a:gd name="connsiteX1" fmla="*/ 310146 w 930616"/>
                <a:gd name="connsiteY1" fmla="*/ 842546 h 1065334"/>
                <a:gd name="connsiteX2" fmla="*/ 106118 w 930616"/>
                <a:gd name="connsiteY2" fmla="*/ 1046630 h 1065334"/>
                <a:gd name="connsiteX3" fmla="*/ 62045 w 930616"/>
                <a:gd name="connsiteY3" fmla="*/ 1065073 h 1065334"/>
                <a:gd name="connsiteX4" fmla="*/ -78 w 930616"/>
                <a:gd name="connsiteY4" fmla="*/ 1002838 h 1065334"/>
                <a:gd name="connsiteX5" fmla="*/ -78 w 930616"/>
                <a:gd name="connsiteY5" fmla="*/ 61722 h 1065334"/>
                <a:gd name="connsiteX6" fmla="*/ 62073 w 930616"/>
                <a:gd name="connsiteY6" fmla="*/ -261 h 1065334"/>
                <a:gd name="connsiteX7" fmla="*/ 105641 w 930616"/>
                <a:gd name="connsiteY7" fmla="*/ 17677 h 1065334"/>
                <a:gd name="connsiteX8" fmla="*/ 372157 w 930616"/>
                <a:gd name="connsiteY8" fmla="*/ -261 h 1065334"/>
                <a:gd name="connsiteX9" fmla="*/ 310146 w 930616"/>
                <a:gd name="connsiteY9" fmla="*/ 61722 h 1065334"/>
                <a:gd name="connsiteX10" fmla="*/ 310146 w 930616"/>
                <a:gd name="connsiteY10" fmla="*/ 222154 h 1065334"/>
                <a:gd name="connsiteX11" fmla="*/ 620370 w 930616"/>
                <a:gd name="connsiteY11" fmla="*/ 532378 h 1065334"/>
                <a:gd name="connsiteX12" fmla="*/ 310146 w 930616"/>
                <a:gd name="connsiteY12" fmla="*/ 842574 h 1065334"/>
                <a:gd name="connsiteX13" fmla="*/ 310146 w 930616"/>
                <a:gd name="connsiteY13" fmla="*/ 1003062 h 1065334"/>
                <a:gd name="connsiteX14" fmla="*/ 372129 w 930616"/>
                <a:gd name="connsiteY14" fmla="*/ 1065045 h 1065334"/>
                <a:gd name="connsiteX15" fmla="*/ 415837 w 930616"/>
                <a:gd name="connsiteY15" fmla="*/ 1047023 h 1065334"/>
                <a:gd name="connsiteX16" fmla="*/ 930538 w 930616"/>
                <a:gd name="connsiteY16" fmla="*/ 532378 h 1065334"/>
                <a:gd name="connsiteX17" fmla="*/ 415977 w 930616"/>
                <a:gd name="connsiteY17" fmla="*/ 17846 h 1065334"/>
                <a:gd name="connsiteX18" fmla="*/ 372101 w 930616"/>
                <a:gd name="connsiteY18" fmla="*/ -261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16" h="1065334">
                  <a:moveTo>
                    <a:pt x="310146" y="222154"/>
                  </a:moveTo>
                  <a:lnTo>
                    <a:pt x="310146" y="842546"/>
                  </a:lnTo>
                  <a:lnTo>
                    <a:pt x="106118" y="1046630"/>
                  </a:lnTo>
                  <a:cubicBezTo>
                    <a:pt x="94496" y="1058448"/>
                    <a:pt x="78608" y="1065073"/>
                    <a:pt x="62045" y="1065073"/>
                  </a:cubicBezTo>
                  <a:cubicBezTo>
                    <a:pt x="27741" y="1064989"/>
                    <a:pt x="-50" y="1037142"/>
                    <a:pt x="-78" y="1002838"/>
                  </a:cubicBezTo>
                  <a:lnTo>
                    <a:pt x="-78" y="61722"/>
                  </a:lnTo>
                  <a:cubicBezTo>
                    <a:pt x="-22" y="27446"/>
                    <a:pt x="27797" y="-317"/>
                    <a:pt x="62073" y="-261"/>
                  </a:cubicBezTo>
                  <a:cubicBezTo>
                    <a:pt x="78383" y="-233"/>
                    <a:pt x="94047" y="6196"/>
                    <a:pt x="105641" y="17677"/>
                  </a:cubicBezTo>
                  <a:close/>
                  <a:moveTo>
                    <a:pt x="372157" y="-261"/>
                  </a:moveTo>
                  <a:cubicBezTo>
                    <a:pt x="337909" y="-261"/>
                    <a:pt x="310174" y="27474"/>
                    <a:pt x="310146" y="61722"/>
                  </a:cubicBezTo>
                  <a:lnTo>
                    <a:pt x="310146" y="222154"/>
                  </a:lnTo>
                  <a:lnTo>
                    <a:pt x="620370" y="532378"/>
                  </a:lnTo>
                  <a:lnTo>
                    <a:pt x="310146" y="842574"/>
                  </a:lnTo>
                  <a:lnTo>
                    <a:pt x="310146" y="1003062"/>
                  </a:lnTo>
                  <a:cubicBezTo>
                    <a:pt x="310146" y="1037282"/>
                    <a:pt x="337881" y="1065045"/>
                    <a:pt x="372129" y="1065045"/>
                  </a:cubicBezTo>
                  <a:cubicBezTo>
                    <a:pt x="388495" y="1065073"/>
                    <a:pt x="404215" y="1058589"/>
                    <a:pt x="415837" y="1047023"/>
                  </a:cubicBezTo>
                  <a:lnTo>
                    <a:pt x="930538" y="532378"/>
                  </a:lnTo>
                  <a:lnTo>
                    <a:pt x="415977" y="17846"/>
                  </a:lnTo>
                  <a:cubicBezTo>
                    <a:pt x="404356" y="6196"/>
                    <a:pt x="388551" y="-317"/>
                    <a:pt x="372101"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88" name="Graphic 168">
              <a:extLst>
                <a:ext uri="{FF2B5EF4-FFF2-40B4-BE49-F238E27FC236}">
                  <a16:creationId xmlns:a16="http://schemas.microsoft.com/office/drawing/2014/main" id="{35D26413-32A3-4B6E-BAA3-D1E57AD7377A}"/>
                </a:ext>
              </a:extLst>
            </p:cNvPr>
            <p:cNvSpPr/>
            <p:nvPr/>
          </p:nvSpPr>
          <p:spPr>
            <a:xfrm>
              <a:off x="9733893" y="2896360"/>
              <a:ext cx="930700" cy="1065339"/>
            </a:xfrm>
            <a:custGeom>
              <a:avLst/>
              <a:gdLst>
                <a:gd name="connsiteX0" fmla="*/ 310174 w 930700"/>
                <a:gd name="connsiteY0" fmla="*/ 222154 h 1065339"/>
                <a:gd name="connsiteX1" fmla="*/ 310174 w 930700"/>
                <a:gd name="connsiteY1" fmla="*/ 842546 h 1065339"/>
                <a:gd name="connsiteX2" fmla="*/ 106147 w 930700"/>
                <a:gd name="connsiteY2" fmla="*/ 1046630 h 1065339"/>
                <a:gd name="connsiteX3" fmla="*/ 18365 w 930700"/>
                <a:gd name="connsiteY3" fmla="*/ 1047163 h 1065339"/>
                <a:gd name="connsiteX4" fmla="*/ -78 w 930700"/>
                <a:gd name="connsiteY4" fmla="*/ 1002838 h 1065339"/>
                <a:gd name="connsiteX5" fmla="*/ -78 w 930700"/>
                <a:gd name="connsiteY5" fmla="*/ 61722 h 1065339"/>
                <a:gd name="connsiteX6" fmla="*/ 62074 w 930700"/>
                <a:gd name="connsiteY6" fmla="*/ -261 h 1065339"/>
                <a:gd name="connsiteX7" fmla="*/ 105642 w 930700"/>
                <a:gd name="connsiteY7" fmla="*/ 17677 h 1065339"/>
                <a:gd name="connsiteX8" fmla="*/ 372186 w 930700"/>
                <a:gd name="connsiteY8" fmla="*/ -261 h 1065339"/>
                <a:gd name="connsiteX9" fmla="*/ 310174 w 930700"/>
                <a:gd name="connsiteY9" fmla="*/ 61722 h 1065339"/>
                <a:gd name="connsiteX10" fmla="*/ 310174 w 930700"/>
                <a:gd name="connsiteY10" fmla="*/ 222154 h 1065339"/>
                <a:gd name="connsiteX11" fmla="*/ 620398 w 930700"/>
                <a:gd name="connsiteY11" fmla="*/ 532378 h 1065339"/>
                <a:gd name="connsiteX12" fmla="*/ 310174 w 930700"/>
                <a:gd name="connsiteY12" fmla="*/ 842574 h 1065339"/>
                <a:gd name="connsiteX13" fmla="*/ 310174 w 930700"/>
                <a:gd name="connsiteY13" fmla="*/ 1003062 h 1065339"/>
                <a:gd name="connsiteX14" fmla="*/ 372214 w 930700"/>
                <a:gd name="connsiteY14" fmla="*/ 1065045 h 1065339"/>
                <a:gd name="connsiteX15" fmla="*/ 415893 w 930700"/>
                <a:gd name="connsiteY15" fmla="*/ 1047023 h 1065339"/>
                <a:gd name="connsiteX16" fmla="*/ 930623 w 930700"/>
                <a:gd name="connsiteY16" fmla="*/ 532378 h 1065339"/>
                <a:gd name="connsiteX17" fmla="*/ 416062 w 930700"/>
                <a:gd name="connsiteY17" fmla="*/ 17846 h 1065339"/>
                <a:gd name="connsiteX18" fmla="*/ 372186 w 930700"/>
                <a:gd name="connsiteY18" fmla="*/ -261 h 1065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9">
                  <a:moveTo>
                    <a:pt x="310174" y="222154"/>
                  </a:moveTo>
                  <a:lnTo>
                    <a:pt x="310174" y="842546"/>
                  </a:lnTo>
                  <a:lnTo>
                    <a:pt x="106147" y="1046630"/>
                  </a:lnTo>
                  <a:cubicBezTo>
                    <a:pt x="82061" y="1071024"/>
                    <a:pt x="42760" y="1071249"/>
                    <a:pt x="18365" y="1047163"/>
                  </a:cubicBezTo>
                  <a:cubicBezTo>
                    <a:pt x="6519" y="1035457"/>
                    <a:pt x="-134" y="1019484"/>
                    <a:pt x="-78" y="1002838"/>
                  </a:cubicBezTo>
                  <a:lnTo>
                    <a:pt x="-78" y="61722"/>
                  </a:lnTo>
                  <a:cubicBezTo>
                    <a:pt x="-22" y="27446"/>
                    <a:pt x="27797" y="-317"/>
                    <a:pt x="62074" y="-261"/>
                  </a:cubicBezTo>
                  <a:cubicBezTo>
                    <a:pt x="78383" y="-233"/>
                    <a:pt x="94048" y="6196"/>
                    <a:pt x="105642" y="17677"/>
                  </a:cubicBezTo>
                  <a:close/>
                  <a:moveTo>
                    <a:pt x="372186" y="-261"/>
                  </a:moveTo>
                  <a:cubicBezTo>
                    <a:pt x="337938" y="-261"/>
                    <a:pt x="310202" y="27474"/>
                    <a:pt x="310174" y="61722"/>
                  </a:cubicBezTo>
                  <a:lnTo>
                    <a:pt x="310174" y="222154"/>
                  </a:lnTo>
                  <a:lnTo>
                    <a:pt x="620398" y="532378"/>
                  </a:lnTo>
                  <a:lnTo>
                    <a:pt x="310174" y="842574"/>
                  </a:lnTo>
                  <a:lnTo>
                    <a:pt x="310174" y="1003062"/>
                  </a:lnTo>
                  <a:cubicBezTo>
                    <a:pt x="310202" y="1037310"/>
                    <a:pt x="337966" y="1065073"/>
                    <a:pt x="372214" y="1065045"/>
                  </a:cubicBezTo>
                  <a:cubicBezTo>
                    <a:pt x="388579" y="1065045"/>
                    <a:pt x="404272" y="1058561"/>
                    <a:pt x="415893" y="1047023"/>
                  </a:cubicBezTo>
                  <a:lnTo>
                    <a:pt x="930623" y="532378"/>
                  </a:lnTo>
                  <a:lnTo>
                    <a:pt x="416062" y="17846"/>
                  </a:lnTo>
                  <a:cubicBezTo>
                    <a:pt x="404440" y="6196"/>
                    <a:pt x="388635" y="-317"/>
                    <a:pt x="372186"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89" name="Graphic 168">
              <a:extLst>
                <a:ext uri="{FF2B5EF4-FFF2-40B4-BE49-F238E27FC236}">
                  <a16:creationId xmlns:a16="http://schemas.microsoft.com/office/drawing/2014/main" id="{35D26413-32A3-4B6E-BAA3-D1E57AD7377A}"/>
                </a:ext>
              </a:extLst>
            </p:cNvPr>
            <p:cNvSpPr/>
            <p:nvPr/>
          </p:nvSpPr>
          <p:spPr>
            <a:xfrm>
              <a:off x="10742297" y="2896360"/>
              <a:ext cx="930841" cy="1065334"/>
            </a:xfrm>
            <a:custGeom>
              <a:avLst/>
              <a:gdLst>
                <a:gd name="connsiteX0" fmla="*/ 310174 w 930841"/>
                <a:gd name="connsiteY0" fmla="*/ 222154 h 1065334"/>
                <a:gd name="connsiteX1" fmla="*/ 310174 w 930841"/>
                <a:gd name="connsiteY1" fmla="*/ 842546 h 1065334"/>
                <a:gd name="connsiteX2" fmla="*/ 106118 w 930841"/>
                <a:gd name="connsiteY2" fmla="*/ 1046630 h 1065334"/>
                <a:gd name="connsiteX3" fmla="*/ 62045 w 930841"/>
                <a:gd name="connsiteY3" fmla="*/ 1065073 h 1065334"/>
                <a:gd name="connsiteX4" fmla="*/ -78 w 930841"/>
                <a:gd name="connsiteY4" fmla="*/ 1002838 h 1065334"/>
                <a:gd name="connsiteX5" fmla="*/ -78 w 930841"/>
                <a:gd name="connsiteY5" fmla="*/ 61722 h 1065334"/>
                <a:gd name="connsiteX6" fmla="*/ 62073 w 930841"/>
                <a:gd name="connsiteY6" fmla="*/ -261 h 1065334"/>
                <a:gd name="connsiteX7" fmla="*/ 105641 w 930841"/>
                <a:gd name="connsiteY7" fmla="*/ 17677 h 1065334"/>
                <a:gd name="connsiteX8" fmla="*/ 372185 w 930841"/>
                <a:gd name="connsiteY8" fmla="*/ -261 h 1065334"/>
                <a:gd name="connsiteX9" fmla="*/ 310174 w 930841"/>
                <a:gd name="connsiteY9" fmla="*/ 61722 h 1065334"/>
                <a:gd name="connsiteX10" fmla="*/ 310174 w 930841"/>
                <a:gd name="connsiteY10" fmla="*/ 222154 h 1065334"/>
                <a:gd name="connsiteX11" fmla="*/ 620539 w 930841"/>
                <a:gd name="connsiteY11" fmla="*/ 532378 h 1065334"/>
                <a:gd name="connsiteX12" fmla="*/ 310314 w 930841"/>
                <a:gd name="connsiteY12" fmla="*/ 842574 h 1065334"/>
                <a:gd name="connsiteX13" fmla="*/ 310314 w 930841"/>
                <a:gd name="connsiteY13" fmla="*/ 1003062 h 1065334"/>
                <a:gd name="connsiteX14" fmla="*/ 372298 w 930841"/>
                <a:gd name="connsiteY14" fmla="*/ 1065045 h 1065334"/>
                <a:gd name="connsiteX15" fmla="*/ 416005 w 930841"/>
                <a:gd name="connsiteY15" fmla="*/ 1047023 h 1065334"/>
                <a:gd name="connsiteX16" fmla="*/ 930763 w 930841"/>
                <a:gd name="connsiteY16" fmla="*/ 532378 h 1065334"/>
                <a:gd name="connsiteX17" fmla="*/ 416202 w 930841"/>
                <a:gd name="connsiteY17" fmla="*/ 17846 h 1065334"/>
                <a:gd name="connsiteX18" fmla="*/ 372326 w 930841"/>
                <a:gd name="connsiteY18" fmla="*/ -261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841" h="1065334">
                  <a:moveTo>
                    <a:pt x="310174" y="222154"/>
                  </a:moveTo>
                  <a:lnTo>
                    <a:pt x="310174" y="842546"/>
                  </a:lnTo>
                  <a:lnTo>
                    <a:pt x="106118" y="1046630"/>
                  </a:lnTo>
                  <a:cubicBezTo>
                    <a:pt x="94497" y="1058448"/>
                    <a:pt x="78608" y="1065073"/>
                    <a:pt x="62045" y="1065073"/>
                  </a:cubicBezTo>
                  <a:cubicBezTo>
                    <a:pt x="27741" y="1064989"/>
                    <a:pt x="-50" y="1037142"/>
                    <a:pt x="-78" y="1002838"/>
                  </a:cubicBezTo>
                  <a:lnTo>
                    <a:pt x="-78" y="61722"/>
                  </a:lnTo>
                  <a:cubicBezTo>
                    <a:pt x="-22" y="27446"/>
                    <a:pt x="27798" y="-317"/>
                    <a:pt x="62073" y="-261"/>
                  </a:cubicBezTo>
                  <a:cubicBezTo>
                    <a:pt x="78383" y="-233"/>
                    <a:pt x="94047" y="6196"/>
                    <a:pt x="105641" y="17677"/>
                  </a:cubicBezTo>
                  <a:close/>
                  <a:moveTo>
                    <a:pt x="372185" y="-261"/>
                  </a:moveTo>
                  <a:cubicBezTo>
                    <a:pt x="337938" y="-261"/>
                    <a:pt x="310202" y="27474"/>
                    <a:pt x="310174" y="61722"/>
                  </a:cubicBezTo>
                  <a:lnTo>
                    <a:pt x="310174" y="222154"/>
                  </a:lnTo>
                  <a:lnTo>
                    <a:pt x="620539" y="532378"/>
                  </a:lnTo>
                  <a:lnTo>
                    <a:pt x="310314" y="842574"/>
                  </a:lnTo>
                  <a:lnTo>
                    <a:pt x="310314" y="1003062"/>
                  </a:lnTo>
                  <a:cubicBezTo>
                    <a:pt x="310314" y="1037282"/>
                    <a:pt x="338050" y="1065045"/>
                    <a:pt x="372298" y="1065045"/>
                  </a:cubicBezTo>
                  <a:cubicBezTo>
                    <a:pt x="388663" y="1065073"/>
                    <a:pt x="404384" y="1058589"/>
                    <a:pt x="416005" y="1047023"/>
                  </a:cubicBezTo>
                  <a:lnTo>
                    <a:pt x="930763" y="532378"/>
                  </a:lnTo>
                  <a:lnTo>
                    <a:pt x="416202" y="17846"/>
                  </a:lnTo>
                  <a:cubicBezTo>
                    <a:pt x="404581" y="6196"/>
                    <a:pt x="388776" y="-317"/>
                    <a:pt x="372326"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90" name="Graphic 168">
              <a:extLst>
                <a:ext uri="{FF2B5EF4-FFF2-40B4-BE49-F238E27FC236}">
                  <a16:creationId xmlns:a16="http://schemas.microsoft.com/office/drawing/2014/main" id="{35D26413-32A3-4B6E-BAA3-D1E57AD7377A}"/>
                </a:ext>
              </a:extLst>
            </p:cNvPr>
            <p:cNvSpPr/>
            <p:nvPr/>
          </p:nvSpPr>
          <p:spPr>
            <a:xfrm>
              <a:off x="11750756" y="2896360"/>
              <a:ext cx="930616" cy="1065339"/>
            </a:xfrm>
            <a:custGeom>
              <a:avLst/>
              <a:gdLst>
                <a:gd name="connsiteX0" fmla="*/ 310090 w 930616"/>
                <a:gd name="connsiteY0" fmla="*/ 222154 h 1065339"/>
                <a:gd name="connsiteX1" fmla="*/ 310090 w 930616"/>
                <a:gd name="connsiteY1" fmla="*/ 842546 h 1065339"/>
                <a:gd name="connsiteX2" fmla="*/ 106147 w 930616"/>
                <a:gd name="connsiteY2" fmla="*/ 1046630 h 1065339"/>
                <a:gd name="connsiteX3" fmla="*/ 18365 w 930616"/>
                <a:gd name="connsiteY3" fmla="*/ 1047163 h 1065339"/>
                <a:gd name="connsiteX4" fmla="*/ -78 w 930616"/>
                <a:gd name="connsiteY4" fmla="*/ 1002838 h 1065339"/>
                <a:gd name="connsiteX5" fmla="*/ -78 w 930616"/>
                <a:gd name="connsiteY5" fmla="*/ 61722 h 1065339"/>
                <a:gd name="connsiteX6" fmla="*/ 62074 w 930616"/>
                <a:gd name="connsiteY6" fmla="*/ -261 h 1065339"/>
                <a:gd name="connsiteX7" fmla="*/ 105642 w 930616"/>
                <a:gd name="connsiteY7" fmla="*/ 17677 h 1065339"/>
                <a:gd name="connsiteX8" fmla="*/ 372101 w 930616"/>
                <a:gd name="connsiteY8" fmla="*/ -261 h 1065339"/>
                <a:gd name="connsiteX9" fmla="*/ 310090 w 930616"/>
                <a:gd name="connsiteY9" fmla="*/ 61722 h 1065339"/>
                <a:gd name="connsiteX10" fmla="*/ 310090 w 930616"/>
                <a:gd name="connsiteY10" fmla="*/ 222154 h 1065339"/>
                <a:gd name="connsiteX11" fmla="*/ 620314 w 930616"/>
                <a:gd name="connsiteY11" fmla="*/ 532378 h 1065339"/>
                <a:gd name="connsiteX12" fmla="*/ 310090 w 930616"/>
                <a:gd name="connsiteY12" fmla="*/ 842574 h 1065339"/>
                <a:gd name="connsiteX13" fmla="*/ 310090 w 930616"/>
                <a:gd name="connsiteY13" fmla="*/ 1003062 h 1065339"/>
                <a:gd name="connsiteX14" fmla="*/ 372129 w 930616"/>
                <a:gd name="connsiteY14" fmla="*/ 1065045 h 1065339"/>
                <a:gd name="connsiteX15" fmla="*/ 415810 w 930616"/>
                <a:gd name="connsiteY15" fmla="*/ 1047023 h 1065339"/>
                <a:gd name="connsiteX16" fmla="*/ 930538 w 930616"/>
                <a:gd name="connsiteY16" fmla="*/ 532378 h 1065339"/>
                <a:gd name="connsiteX17" fmla="*/ 415978 w 930616"/>
                <a:gd name="connsiteY17" fmla="*/ 17846 h 1065339"/>
                <a:gd name="connsiteX18" fmla="*/ 372101 w 930616"/>
                <a:gd name="connsiteY18" fmla="*/ -261 h 1065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16" h="1065339">
                  <a:moveTo>
                    <a:pt x="310090" y="222154"/>
                  </a:moveTo>
                  <a:lnTo>
                    <a:pt x="310090" y="842546"/>
                  </a:lnTo>
                  <a:lnTo>
                    <a:pt x="106147" y="1046630"/>
                  </a:lnTo>
                  <a:cubicBezTo>
                    <a:pt x="82061" y="1071024"/>
                    <a:pt x="42760" y="1071249"/>
                    <a:pt x="18365" y="1047163"/>
                  </a:cubicBezTo>
                  <a:cubicBezTo>
                    <a:pt x="6519" y="1035457"/>
                    <a:pt x="-134" y="1019484"/>
                    <a:pt x="-78" y="1002838"/>
                  </a:cubicBezTo>
                  <a:lnTo>
                    <a:pt x="-78" y="61722"/>
                  </a:lnTo>
                  <a:cubicBezTo>
                    <a:pt x="-22" y="27446"/>
                    <a:pt x="27798" y="-317"/>
                    <a:pt x="62074" y="-261"/>
                  </a:cubicBezTo>
                  <a:cubicBezTo>
                    <a:pt x="78384" y="-233"/>
                    <a:pt x="94048" y="6196"/>
                    <a:pt x="105642" y="17677"/>
                  </a:cubicBezTo>
                  <a:close/>
                  <a:moveTo>
                    <a:pt x="372101" y="-261"/>
                  </a:moveTo>
                  <a:cubicBezTo>
                    <a:pt x="337854" y="-261"/>
                    <a:pt x="310118" y="27474"/>
                    <a:pt x="310090" y="61722"/>
                  </a:cubicBezTo>
                  <a:lnTo>
                    <a:pt x="310090" y="222154"/>
                  </a:lnTo>
                  <a:lnTo>
                    <a:pt x="620314" y="532378"/>
                  </a:lnTo>
                  <a:lnTo>
                    <a:pt x="310090" y="842574"/>
                  </a:lnTo>
                  <a:lnTo>
                    <a:pt x="310090" y="1003062"/>
                  </a:lnTo>
                  <a:cubicBezTo>
                    <a:pt x="310118" y="1037310"/>
                    <a:pt x="337882" y="1065073"/>
                    <a:pt x="372129" y="1065045"/>
                  </a:cubicBezTo>
                  <a:cubicBezTo>
                    <a:pt x="388496" y="1065045"/>
                    <a:pt x="404187" y="1058561"/>
                    <a:pt x="415810" y="1047023"/>
                  </a:cubicBezTo>
                  <a:lnTo>
                    <a:pt x="930538" y="532378"/>
                  </a:lnTo>
                  <a:lnTo>
                    <a:pt x="415978" y="17846"/>
                  </a:lnTo>
                  <a:cubicBezTo>
                    <a:pt x="404356" y="6196"/>
                    <a:pt x="388552" y="-317"/>
                    <a:pt x="372101"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91" name="Graphic 168">
              <a:extLst>
                <a:ext uri="{FF2B5EF4-FFF2-40B4-BE49-F238E27FC236}">
                  <a16:creationId xmlns:a16="http://schemas.microsoft.com/office/drawing/2014/main" id="{35D26413-32A3-4B6E-BAA3-D1E57AD7377A}"/>
                </a:ext>
              </a:extLst>
            </p:cNvPr>
            <p:cNvSpPr/>
            <p:nvPr/>
          </p:nvSpPr>
          <p:spPr>
            <a:xfrm>
              <a:off x="3528483" y="1753351"/>
              <a:ext cx="930701" cy="1065362"/>
            </a:xfrm>
            <a:custGeom>
              <a:avLst/>
              <a:gdLst>
                <a:gd name="connsiteX0" fmla="*/ 310146 w 930701"/>
                <a:gd name="connsiteY0" fmla="*/ 222154 h 1065362"/>
                <a:gd name="connsiteX1" fmla="*/ 310146 w 930701"/>
                <a:gd name="connsiteY1" fmla="*/ 842546 h 1065362"/>
                <a:gd name="connsiteX2" fmla="*/ 106119 w 930701"/>
                <a:gd name="connsiteY2" fmla="*/ 1046601 h 1065362"/>
                <a:gd name="connsiteX3" fmla="*/ 18385 w 930701"/>
                <a:gd name="connsiteY3" fmla="*/ 1047191 h 1065362"/>
                <a:gd name="connsiteX4" fmla="*/ -78 w 930701"/>
                <a:gd name="connsiteY4" fmla="*/ 1002809 h 1065362"/>
                <a:gd name="connsiteX5" fmla="*/ -78 w 930701"/>
                <a:gd name="connsiteY5" fmla="*/ 61778 h 1065362"/>
                <a:gd name="connsiteX6" fmla="*/ 62040 w 930701"/>
                <a:gd name="connsiteY6" fmla="*/ -239 h 1065362"/>
                <a:gd name="connsiteX7" fmla="*/ 105641 w 930701"/>
                <a:gd name="connsiteY7" fmla="*/ 17705 h 1065362"/>
                <a:gd name="connsiteX8" fmla="*/ 372185 w 930701"/>
                <a:gd name="connsiteY8" fmla="*/ -261 h 1065362"/>
                <a:gd name="connsiteX9" fmla="*/ 310174 w 930701"/>
                <a:gd name="connsiteY9" fmla="*/ 61750 h 1065362"/>
                <a:gd name="connsiteX10" fmla="*/ 310174 w 930701"/>
                <a:gd name="connsiteY10" fmla="*/ 61778 h 1065362"/>
                <a:gd name="connsiteX11" fmla="*/ 310174 w 930701"/>
                <a:gd name="connsiteY11" fmla="*/ 222182 h 1065362"/>
                <a:gd name="connsiteX12" fmla="*/ 620398 w 930701"/>
                <a:gd name="connsiteY12" fmla="*/ 532378 h 1065362"/>
                <a:gd name="connsiteX13" fmla="*/ 310174 w 930701"/>
                <a:gd name="connsiteY13" fmla="*/ 842602 h 1065362"/>
                <a:gd name="connsiteX14" fmla="*/ 310174 w 930701"/>
                <a:gd name="connsiteY14" fmla="*/ 1003090 h 1065362"/>
                <a:gd name="connsiteX15" fmla="*/ 372185 w 930701"/>
                <a:gd name="connsiteY15" fmla="*/ 1065101 h 1065362"/>
                <a:gd name="connsiteX16" fmla="*/ 415866 w 930701"/>
                <a:gd name="connsiteY16" fmla="*/ 1047107 h 1065362"/>
                <a:gd name="connsiteX17" fmla="*/ 930623 w 930701"/>
                <a:gd name="connsiteY17" fmla="*/ 532434 h 1065362"/>
                <a:gd name="connsiteX18" fmla="*/ 416062 w 930701"/>
                <a:gd name="connsiteY18" fmla="*/ 17845 h 1065362"/>
                <a:gd name="connsiteX19" fmla="*/ 372185 w 930701"/>
                <a:gd name="connsiteY19" fmla="*/ -261 h 1065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701" h="1065362">
                  <a:moveTo>
                    <a:pt x="310146" y="222154"/>
                  </a:moveTo>
                  <a:lnTo>
                    <a:pt x="310146" y="842546"/>
                  </a:lnTo>
                  <a:lnTo>
                    <a:pt x="106119" y="1046601"/>
                  </a:lnTo>
                  <a:cubicBezTo>
                    <a:pt x="82052" y="1070996"/>
                    <a:pt x="42771" y="1071249"/>
                    <a:pt x="18385" y="1047191"/>
                  </a:cubicBezTo>
                  <a:cubicBezTo>
                    <a:pt x="6519" y="1035485"/>
                    <a:pt x="-137" y="1019484"/>
                    <a:pt x="-78" y="1002809"/>
                  </a:cubicBezTo>
                  <a:lnTo>
                    <a:pt x="-78" y="61778"/>
                  </a:lnTo>
                  <a:cubicBezTo>
                    <a:pt x="-50" y="27499"/>
                    <a:pt x="27761" y="-267"/>
                    <a:pt x="62040" y="-239"/>
                  </a:cubicBezTo>
                  <a:cubicBezTo>
                    <a:pt x="78367" y="-225"/>
                    <a:pt x="94034" y="6221"/>
                    <a:pt x="105641" y="17705"/>
                  </a:cubicBezTo>
                  <a:close/>
                  <a:moveTo>
                    <a:pt x="372185" y="-261"/>
                  </a:moveTo>
                  <a:cubicBezTo>
                    <a:pt x="337938" y="-261"/>
                    <a:pt x="310174" y="27502"/>
                    <a:pt x="310174" y="61750"/>
                  </a:cubicBezTo>
                  <a:cubicBezTo>
                    <a:pt x="310174" y="61758"/>
                    <a:pt x="310174" y="61770"/>
                    <a:pt x="310174" y="61778"/>
                  </a:cubicBezTo>
                  <a:lnTo>
                    <a:pt x="310174" y="222182"/>
                  </a:lnTo>
                  <a:lnTo>
                    <a:pt x="620398" y="532378"/>
                  </a:lnTo>
                  <a:lnTo>
                    <a:pt x="310174" y="842602"/>
                  </a:lnTo>
                  <a:lnTo>
                    <a:pt x="310174" y="1003090"/>
                  </a:lnTo>
                  <a:cubicBezTo>
                    <a:pt x="310174" y="1037338"/>
                    <a:pt x="337938" y="1065101"/>
                    <a:pt x="372185" y="1065101"/>
                  </a:cubicBezTo>
                  <a:cubicBezTo>
                    <a:pt x="388549" y="1065101"/>
                    <a:pt x="404249" y="1058644"/>
                    <a:pt x="415866" y="1047107"/>
                  </a:cubicBezTo>
                  <a:lnTo>
                    <a:pt x="930623" y="532434"/>
                  </a:lnTo>
                  <a:lnTo>
                    <a:pt x="416062" y="17845"/>
                  </a:lnTo>
                  <a:cubicBezTo>
                    <a:pt x="404432" y="6207"/>
                    <a:pt x="388638" y="-312"/>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92" name="Graphic 168">
              <a:extLst>
                <a:ext uri="{FF2B5EF4-FFF2-40B4-BE49-F238E27FC236}">
                  <a16:creationId xmlns:a16="http://schemas.microsoft.com/office/drawing/2014/main" id="{35D26413-32A3-4B6E-BAA3-D1E57AD7377A}"/>
                </a:ext>
              </a:extLst>
            </p:cNvPr>
            <p:cNvSpPr/>
            <p:nvPr/>
          </p:nvSpPr>
          <p:spPr>
            <a:xfrm>
              <a:off x="4536916" y="1753351"/>
              <a:ext cx="930700" cy="1065334"/>
            </a:xfrm>
            <a:custGeom>
              <a:avLst/>
              <a:gdLst>
                <a:gd name="connsiteX0" fmla="*/ 310146 w 930700"/>
                <a:gd name="connsiteY0" fmla="*/ 222154 h 1065334"/>
                <a:gd name="connsiteX1" fmla="*/ 310146 w 930700"/>
                <a:gd name="connsiteY1" fmla="*/ 842546 h 1065334"/>
                <a:gd name="connsiteX2" fmla="*/ 106118 w 930700"/>
                <a:gd name="connsiteY2" fmla="*/ 1046574 h 1065334"/>
                <a:gd name="connsiteX3" fmla="*/ 62045 w 930700"/>
                <a:gd name="connsiteY3" fmla="*/ 1065017 h 1065334"/>
                <a:gd name="connsiteX4" fmla="*/ -78 w 930700"/>
                <a:gd name="connsiteY4" fmla="*/ 1002781 h 1065334"/>
                <a:gd name="connsiteX5" fmla="*/ -78 w 930700"/>
                <a:gd name="connsiteY5" fmla="*/ 61778 h 1065334"/>
                <a:gd name="connsiteX6" fmla="*/ 62039 w 930700"/>
                <a:gd name="connsiteY6" fmla="*/ -239 h 1065334"/>
                <a:gd name="connsiteX7" fmla="*/ 105641 w 930700"/>
                <a:gd name="connsiteY7" fmla="*/ 17705 h 1065334"/>
                <a:gd name="connsiteX8" fmla="*/ 372157 w 930700"/>
                <a:gd name="connsiteY8" fmla="*/ -261 h 1065334"/>
                <a:gd name="connsiteX9" fmla="*/ 310174 w 930700"/>
                <a:gd name="connsiteY9" fmla="*/ 61778 h 1065334"/>
                <a:gd name="connsiteX10" fmla="*/ 310174 w 930700"/>
                <a:gd name="connsiteY10" fmla="*/ 222182 h 1065334"/>
                <a:gd name="connsiteX11" fmla="*/ 620398 w 930700"/>
                <a:gd name="connsiteY11" fmla="*/ 532406 h 1065334"/>
                <a:gd name="connsiteX12" fmla="*/ 310174 w 930700"/>
                <a:gd name="connsiteY12" fmla="*/ 842630 h 1065334"/>
                <a:gd name="connsiteX13" fmla="*/ 310174 w 930700"/>
                <a:gd name="connsiteY13" fmla="*/ 1003118 h 1065334"/>
                <a:gd name="connsiteX14" fmla="*/ 372241 w 930700"/>
                <a:gd name="connsiteY14" fmla="*/ 1065073 h 1065334"/>
                <a:gd name="connsiteX15" fmla="*/ 415865 w 930700"/>
                <a:gd name="connsiteY15" fmla="*/ 1047079 h 1065334"/>
                <a:gd name="connsiteX16" fmla="*/ 930622 w 930700"/>
                <a:gd name="connsiteY16" fmla="*/ 532406 h 1065334"/>
                <a:gd name="connsiteX17" fmla="*/ 416062 w 930700"/>
                <a:gd name="connsiteY17" fmla="*/ 17873 h 1065334"/>
                <a:gd name="connsiteX18" fmla="*/ 372157 w 930700"/>
                <a:gd name="connsiteY18" fmla="*/ -261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4">
                  <a:moveTo>
                    <a:pt x="310146" y="222154"/>
                  </a:moveTo>
                  <a:lnTo>
                    <a:pt x="310146" y="842546"/>
                  </a:lnTo>
                  <a:lnTo>
                    <a:pt x="106118" y="1046574"/>
                  </a:lnTo>
                  <a:cubicBezTo>
                    <a:pt x="94496" y="1058392"/>
                    <a:pt x="78616" y="1065045"/>
                    <a:pt x="62045" y="1065017"/>
                  </a:cubicBezTo>
                  <a:cubicBezTo>
                    <a:pt x="27730" y="1064933"/>
                    <a:pt x="-48" y="1037085"/>
                    <a:pt x="-78" y="1002781"/>
                  </a:cubicBezTo>
                  <a:lnTo>
                    <a:pt x="-78" y="61778"/>
                  </a:lnTo>
                  <a:cubicBezTo>
                    <a:pt x="-50" y="27499"/>
                    <a:pt x="27761" y="-267"/>
                    <a:pt x="62039" y="-239"/>
                  </a:cubicBezTo>
                  <a:cubicBezTo>
                    <a:pt x="78366" y="-225"/>
                    <a:pt x="94033" y="6221"/>
                    <a:pt x="105641" y="17705"/>
                  </a:cubicBezTo>
                  <a:close/>
                  <a:moveTo>
                    <a:pt x="372157" y="-261"/>
                  </a:moveTo>
                  <a:cubicBezTo>
                    <a:pt x="337909" y="-244"/>
                    <a:pt x="310146" y="27530"/>
                    <a:pt x="310174" y="61778"/>
                  </a:cubicBezTo>
                  <a:lnTo>
                    <a:pt x="310174" y="222182"/>
                  </a:lnTo>
                  <a:lnTo>
                    <a:pt x="620398" y="532406"/>
                  </a:lnTo>
                  <a:lnTo>
                    <a:pt x="310174" y="842630"/>
                  </a:lnTo>
                  <a:lnTo>
                    <a:pt x="310174" y="1003118"/>
                  </a:lnTo>
                  <a:cubicBezTo>
                    <a:pt x="310202" y="1037366"/>
                    <a:pt x="337993" y="1065101"/>
                    <a:pt x="372241" y="1065073"/>
                  </a:cubicBezTo>
                  <a:cubicBezTo>
                    <a:pt x="388579" y="1065073"/>
                    <a:pt x="404271" y="1058588"/>
                    <a:pt x="415865" y="1047079"/>
                  </a:cubicBezTo>
                  <a:lnTo>
                    <a:pt x="930622" y="532406"/>
                  </a:lnTo>
                  <a:lnTo>
                    <a:pt x="416062" y="17873"/>
                  </a:lnTo>
                  <a:cubicBezTo>
                    <a:pt x="404440" y="6218"/>
                    <a:pt x="388635" y="-312"/>
                    <a:pt x="372157"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93" name="Graphic 168">
              <a:extLst>
                <a:ext uri="{FF2B5EF4-FFF2-40B4-BE49-F238E27FC236}">
                  <a16:creationId xmlns:a16="http://schemas.microsoft.com/office/drawing/2014/main" id="{35D26413-32A3-4B6E-BAA3-D1E57AD7377A}"/>
                </a:ext>
              </a:extLst>
            </p:cNvPr>
            <p:cNvSpPr/>
            <p:nvPr/>
          </p:nvSpPr>
          <p:spPr>
            <a:xfrm>
              <a:off x="5545348" y="1753351"/>
              <a:ext cx="930700" cy="1065362"/>
            </a:xfrm>
            <a:custGeom>
              <a:avLst/>
              <a:gdLst>
                <a:gd name="connsiteX0" fmla="*/ 310146 w 930700"/>
                <a:gd name="connsiteY0" fmla="*/ 222153 h 1065362"/>
                <a:gd name="connsiteX1" fmla="*/ 310146 w 930700"/>
                <a:gd name="connsiteY1" fmla="*/ 842546 h 1065362"/>
                <a:gd name="connsiteX2" fmla="*/ 106118 w 930700"/>
                <a:gd name="connsiteY2" fmla="*/ 1046573 h 1065362"/>
                <a:gd name="connsiteX3" fmla="*/ 62045 w 930700"/>
                <a:gd name="connsiteY3" fmla="*/ 1065017 h 1065362"/>
                <a:gd name="connsiteX4" fmla="*/ -78 w 930700"/>
                <a:gd name="connsiteY4" fmla="*/ 1002781 h 1065362"/>
                <a:gd name="connsiteX5" fmla="*/ -78 w 930700"/>
                <a:gd name="connsiteY5" fmla="*/ 61778 h 1065362"/>
                <a:gd name="connsiteX6" fmla="*/ 62045 w 930700"/>
                <a:gd name="connsiteY6" fmla="*/ -239 h 1065362"/>
                <a:gd name="connsiteX7" fmla="*/ 105641 w 930700"/>
                <a:gd name="connsiteY7" fmla="*/ 17705 h 1065362"/>
                <a:gd name="connsiteX8" fmla="*/ 372185 w 930700"/>
                <a:gd name="connsiteY8" fmla="*/ -261 h 1065362"/>
                <a:gd name="connsiteX9" fmla="*/ 310174 w 930700"/>
                <a:gd name="connsiteY9" fmla="*/ 61750 h 1065362"/>
                <a:gd name="connsiteX10" fmla="*/ 310174 w 930700"/>
                <a:gd name="connsiteY10" fmla="*/ 61778 h 1065362"/>
                <a:gd name="connsiteX11" fmla="*/ 310174 w 930700"/>
                <a:gd name="connsiteY11" fmla="*/ 222182 h 1065362"/>
                <a:gd name="connsiteX12" fmla="*/ 620398 w 930700"/>
                <a:gd name="connsiteY12" fmla="*/ 532406 h 1065362"/>
                <a:gd name="connsiteX13" fmla="*/ 310174 w 930700"/>
                <a:gd name="connsiteY13" fmla="*/ 842630 h 1065362"/>
                <a:gd name="connsiteX14" fmla="*/ 310174 w 930700"/>
                <a:gd name="connsiteY14" fmla="*/ 1003118 h 1065362"/>
                <a:gd name="connsiteX15" fmla="*/ 372213 w 930700"/>
                <a:gd name="connsiteY15" fmla="*/ 1065101 h 1065362"/>
                <a:gd name="connsiteX16" fmla="*/ 415865 w 930700"/>
                <a:gd name="connsiteY16" fmla="*/ 1047107 h 1065362"/>
                <a:gd name="connsiteX17" fmla="*/ 930622 w 930700"/>
                <a:gd name="connsiteY17" fmla="*/ 532434 h 1065362"/>
                <a:gd name="connsiteX18" fmla="*/ 416062 w 930700"/>
                <a:gd name="connsiteY18" fmla="*/ 17901 h 1065362"/>
                <a:gd name="connsiteX19" fmla="*/ 372185 w 930700"/>
                <a:gd name="connsiteY19" fmla="*/ -205 h 1065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700" h="1065362">
                  <a:moveTo>
                    <a:pt x="310146" y="222153"/>
                  </a:moveTo>
                  <a:lnTo>
                    <a:pt x="310146" y="842546"/>
                  </a:lnTo>
                  <a:lnTo>
                    <a:pt x="106118" y="1046573"/>
                  </a:lnTo>
                  <a:cubicBezTo>
                    <a:pt x="94496" y="1058392"/>
                    <a:pt x="78608" y="1065045"/>
                    <a:pt x="62045" y="1065017"/>
                  </a:cubicBezTo>
                  <a:cubicBezTo>
                    <a:pt x="27741" y="1064932"/>
                    <a:pt x="-50" y="1037085"/>
                    <a:pt x="-78" y="1002781"/>
                  </a:cubicBezTo>
                  <a:lnTo>
                    <a:pt x="-78" y="61778"/>
                  </a:lnTo>
                  <a:cubicBezTo>
                    <a:pt x="-50" y="27499"/>
                    <a:pt x="27769" y="-267"/>
                    <a:pt x="62045" y="-239"/>
                  </a:cubicBezTo>
                  <a:cubicBezTo>
                    <a:pt x="78355" y="-225"/>
                    <a:pt x="94047" y="6220"/>
                    <a:pt x="105641" y="17705"/>
                  </a:cubicBezTo>
                  <a:close/>
                  <a:moveTo>
                    <a:pt x="372185" y="-261"/>
                  </a:moveTo>
                  <a:cubicBezTo>
                    <a:pt x="337937" y="-261"/>
                    <a:pt x="310174" y="27502"/>
                    <a:pt x="310174" y="61750"/>
                  </a:cubicBezTo>
                  <a:cubicBezTo>
                    <a:pt x="310174" y="61758"/>
                    <a:pt x="310174" y="61769"/>
                    <a:pt x="310174" y="61778"/>
                  </a:cubicBezTo>
                  <a:lnTo>
                    <a:pt x="310174" y="222182"/>
                  </a:lnTo>
                  <a:lnTo>
                    <a:pt x="620398" y="532406"/>
                  </a:lnTo>
                  <a:lnTo>
                    <a:pt x="310174" y="842630"/>
                  </a:lnTo>
                  <a:lnTo>
                    <a:pt x="310174" y="1003118"/>
                  </a:lnTo>
                  <a:cubicBezTo>
                    <a:pt x="310202" y="1037366"/>
                    <a:pt x="337965" y="1065129"/>
                    <a:pt x="372213" y="1065101"/>
                  </a:cubicBezTo>
                  <a:cubicBezTo>
                    <a:pt x="388579" y="1065101"/>
                    <a:pt x="404243" y="1058616"/>
                    <a:pt x="415865" y="1047107"/>
                  </a:cubicBezTo>
                  <a:lnTo>
                    <a:pt x="930622" y="532434"/>
                  </a:lnTo>
                  <a:lnTo>
                    <a:pt x="416062" y="17901"/>
                  </a:lnTo>
                  <a:cubicBezTo>
                    <a:pt x="404440" y="6263"/>
                    <a:pt x="388635" y="-256"/>
                    <a:pt x="372185"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194" name="Graphic 168">
              <a:extLst>
                <a:ext uri="{FF2B5EF4-FFF2-40B4-BE49-F238E27FC236}">
                  <a16:creationId xmlns:a16="http://schemas.microsoft.com/office/drawing/2014/main" id="{35D26413-32A3-4B6E-BAA3-D1E57AD7377A}"/>
                </a:ext>
              </a:extLst>
            </p:cNvPr>
            <p:cNvSpPr/>
            <p:nvPr/>
          </p:nvSpPr>
          <p:spPr>
            <a:xfrm>
              <a:off x="6553780" y="1753351"/>
              <a:ext cx="930616" cy="1065278"/>
            </a:xfrm>
            <a:custGeom>
              <a:avLst/>
              <a:gdLst>
                <a:gd name="connsiteX0" fmla="*/ 310174 w 930616"/>
                <a:gd name="connsiteY0" fmla="*/ 222154 h 1065278"/>
                <a:gd name="connsiteX1" fmla="*/ 310174 w 930616"/>
                <a:gd name="connsiteY1" fmla="*/ 842546 h 1065278"/>
                <a:gd name="connsiteX2" fmla="*/ 106118 w 930616"/>
                <a:gd name="connsiteY2" fmla="*/ 1046574 h 1065278"/>
                <a:gd name="connsiteX3" fmla="*/ 62045 w 930616"/>
                <a:gd name="connsiteY3" fmla="*/ 1065017 h 1065278"/>
                <a:gd name="connsiteX4" fmla="*/ -78 w 930616"/>
                <a:gd name="connsiteY4" fmla="*/ 1002781 h 1065278"/>
                <a:gd name="connsiteX5" fmla="*/ -78 w 930616"/>
                <a:gd name="connsiteY5" fmla="*/ 61778 h 1065278"/>
                <a:gd name="connsiteX6" fmla="*/ 62045 w 930616"/>
                <a:gd name="connsiteY6" fmla="*/ -239 h 1065278"/>
                <a:gd name="connsiteX7" fmla="*/ 105641 w 930616"/>
                <a:gd name="connsiteY7" fmla="*/ 17705 h 1065278"/>
                <a:gd name="connsiteX8" fmla="*/ 372185 w 930616"/>
                <a:gd name="connsiteY8" fmla="*/ -261 h 1065278"/>
                <a:gd name="connsiteX9" fmla="*/ 310174 w 930616"/>
                <a:gd name="connsiteY9" fmla="*/ 61750 h 1065278"/>
                <a:gd name="connsiteX10" fmla="*/ 310174 w 930616"/>
                <a:gd name="connsiteY10" fmla="*/ 61778 h 1065278"/>
                <a:gd name="connsiteX11" fmla="*/ 310174 w 930616"/>
                <a:gd name="connsiteY11" fmla="*/ 222182 h 1065278"/>
                <a:gd name="connsiteX12" fmla="*/ 620398 w 930616"/>
                <a:gd name="connsiteY12" fmla="*/ 532406 h 1065278"/>
                <a:gd name="connsiteX13" fmla="*/ 310174 w 930616"/>
                <a:gd name="connsiteY13" fmla="*/ 842630 h 1065278"/>
                <a:gd name="connsiteX14" fmla="*/ 310174 w 930616"/>
                <a:gd name="connsiteY14" fmla="*/ 1003118 h 1065278"/>
                <a:gd name="connsiteX15" fmla="*/ 372297 w 930616"/>
                <a:gd name="connsiteY15" fmla="*/ 1065017 h 1065278"/>
                <a:gd name="connsiteX16" fmla="*/ 415781 w 930616"/>
                <a:gd name="connsiteY16" fmla="*/ 1047107 h 1065278"/>
                <a:gd name="connsiteX17" fmla="*/ 930538 w 930616"/>
                <a:gd name="connsiteY17" fmla="*/ 532434 h 1065278"/>
                <a:gd name="connsiteX18" fmla="*/ 416062 w 930616"/>
                <a:gd name="connsiteY18" fmla="*/ 17845 h 1065278"/>
                <a:gd name="connsiteX19" fmla="*/ 372185 w 930616"/>
                <a:gd name="connsiteY19" fmla="*/ -261 h 106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616" h="1065278">
                  <a:moveTo>
                    <a:pt x="310174" y="222154"/>
                  </a:moveTo>
                  <a:lnTo>
                    <a:pt x="310174" y="842546"/>
                  </a:lnTo>
                  <a:lnTo>
                    <a:pt x="106118" y="1046574"/>
                  </a:lnTo>
                  <a:cubicBezTo>
                    <a:pt x="94496" y="1058392"/>
                    <a:pt x="78608" y="1065045"/>
                    <a:pt x="62045" y="1065017"/>
                  </a:cubicBezTo>
                  <a:cubicBezTo>
                    <a:pt x="27741" y="1064933"/>
                    <a:pt x="-50" y="1037085"/>
                    <a:pt x="-78" y="1002781"/>
                  </a:cubicBezTo>
                  <a:lnTo>
                    <a:pt x="-78" y="61778"/>
                  </a:lnTo>
                  <a:cubicBezTo>
                    <a:pt x="-50" y="27499"/>
                    <a:pt x="27769" y="-267"/>
                    <a:pt x="62045" y="-239"/>
                  </a:cubicBezTo>
                  <a:cubicBezTo>
                    <a:pt x="78355" y="-225"/>
                    <a:pt x="94047" y="6221"/>
                    <a:pt x="105641" y="17705"/>
                  </a:cubicBezTo>
                  <a:close/>
                  <a:moveTo>
                    <a:pt x="372185" y="-261"/>
                  </a:moveTo>
                  <a:cubicBezTo>
                    <a:pt x="337937" y="-261"/>
                    <a:pt x="310174" y="27502"/>
                    <a:pt x="310174" y="61750"/>
                  </a:cubicBezTo>
                  <a:cubicBezTo>
                    <a:pt x="310174" y="61758"/>
                    <a:pt x="310174" y="61770"/>
                    <a:pt x="310174" y="61778"/>
                  </a:cubicBezTo>
                  <a:lnTo>
                    <a:pt x="310174" y="222182"/>
                  </a:lnTo>
                  <a:lnTo>
                    <a:pt x="620398" y="532406"/>
                  </a:lnTo>
                  <a:lnTo>
                    <a:pt x="310174" y="842630"/>
                  </a:lnTo>
                  <a:lnTo>
                    <a:pt x="310174" y="1003118"/>
                  </a:lnTo>
                  <a:cubicBezTo>
                    <a:pt x="310230" y="1037366"/>
                    <a:pt x="338050" y="1065073"/>
                    <a:pt x="372297" y="1065017"/>
                  </a:cubicBezTo>
                  <a:cubicBezTo>
                    <a:pt x="388579" y="1064989"/>
                    <a:pt x="404187" y="1058560"/>
                    <a:pt x="415781" y="1047107"/>
                  </a:cubicBezTo>
                  <a:lnTo>
                    <a:pt x="930538" y="532434"/>
                  </a:lnTo>
                  <a:lnTo>
                    <a:pt x="416062" y="17845"/>
                  </a:lnTo>
                  <a:cubicBezTo>
                    <a:pt x="404440" y="6207"/>
                    <a:pt x="388635" y="-312"/>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95" name="Graphic 168">
              <a:extLst>
                <a:ext uri="{FF2B5EF4-FFF2-40B4-BE49-F238E27FC236}">
                  <a16:creationId xmlns:a16="http://schemas.microsoft.com/office/drawing/2014/main" id="{35D26413-32A3-4B6E-BAA3-D1E57AD7377A}"/>
                </a:ext>
              </a:extLst>
            </p:cNvPr>
            <p:cNvSpPr/>
            <p:nvPr/>
          </p:nvSpPr>
          <p:spPr>
            <a:xfrm>
              <a:off x="7562212" y="1753351"/>
              <a:ext cx="930700" cy="1065334"/>
            </a:xfrm>
            <a:custGeom>
              <a:avLst/>
              <a:gdLst>
                <a:gd name="connsiteX0" fmla="*/ 310174 w 930700"/>
                <a:gd name="connsiteY0" fmla="*/ 222153 h 1065334"/>
                <a:gd name="connsiteX1" fmla="*/ 310174 w 930700"/>
                <a:gd name="connsiteY1" fmla="*/ 842546 h 1065334"/>
                <a:gd name="connsiteX2" fmla="*/ 106118 w 930700"/>
                <a:gd name="connsiteY2" fmla="*/ 1046573 h 1065334"/>
                <a:gd name="connsiteX3" fmla="*/ 62045 w 930700"/>
                <a:gd name="connsiteY3" fmla="*/ 1065017 h 1065334"/>
                <a:gd name="connsiteX4" fmla="*/ -78 w 930700"/>
                <a:gd name="connsiteY4" fmla="*/ 1002781 h 1065334"/>
                <a:gd name="connsiteX5" fmla="*/ -78 w 930700"/>
                <a:gd name="connsiteY5" fmla="*/ 61778 h 1065334"/>
                <a:gd name="connsiteX6" fmla="*/ 62045 w 930700"/>
                <a:gd name="connsiteY6" fmla="*/ -239 h 1065334"/>
                <a:gd name="connsiteX7" fmla="*/ 105641 w 930700"/>
                <a:gd name="connsiteY7" fmla="*/ 17705 h 1065334"/>
                <a:gd name="connsiteX8" fmla="*/ 372185 w 930700"/>
                <a:gd name="connsiteY8" fmla="*/ -261 h 1065334"/>
                <a:gd name="connsiteX9" fmla="*/ 310174 w 930700"/>
                <a:gd name="connsiteY9" fmla="*/ 61750 h 1065334"/>
                <a:gd name="connsiteX10" fmla="*/ 310174 w 930700"/>
                <a:gd name="connsiteY10" fmla="*/ 61778 h 1065334"/>
                <a:gd name="connsiteX11" fmla="*/ 310174 w 930700"/>
                <a:gd name="connsiteY11" fmla="*/ 222182 h 1065334"/>
                <a:gd name="connsiteX12" fmla="*/ 620398 w 930700"/>
                <a:gd name="connsiteY12" fmla="*/ 532406 h 1065334"/>
                <a:gd name="connsiteX13" fmla="*/ 310174 w 930700"/>
                <a:gd name="connsiteY13" fmla="*/ 842630 h 1065334"/>
                <a:gd name="connsiteX14" fmla="*/ 310174 w 930700"/>
                <a:gd name="connsiteY14" fmla="*/ 1003118 h 1065334"/>
                <a:gd name="connsiteX15" fmla="*/ 372241 w 930700"/>
                <a:gd name="connsiteY15" fmla="*/ 1065073 h 1065334"/>
                <a:gd name="connsiteX16" fmla="*/ 415865 w 930700"/>
                <a:gd name="connsiteY16" fmla="*/ 1047078 h 1065334"/>
                <a:gd name="connsiteX17" fmla="*/ 930622 w 930700"/>
                <a:gd name="connsiteY17" fmla="*/ 532406 h 1065334"/>
                <a:gd name="connsiteX18" fmla="*/ 416062 w 930700"/>
                <a:gd name="connsiteY18" fmla="*/ 17873 h 1065334"/>
                <a:gd name="connsiteX19" fmla="*/ 372185 w 930700"/>
                <a:gd name="connsiteY19" fmla="*/ -233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700" h="1065334">
                  <a:moveTo>
                    <a:pt x="310174" y="222153"/>
                  </a:moveTo>
                  <a:lnTo>
                    <a:pt x="310174" y="842546"/>
                  </a:lnTo>
                  <a:lnTo>
                    <a:pt x="106118" y="1046573"/>
                  </a:lnTo>
                  <a:cubicBezTo>
                    <a:pt x="94496" y="1058392"/>
                    <a:pt x="78608" y="1065045"/>
                    <a:pt x="62045" y="1065017"/>
                  </a:cubicBezTo>
                  <a:cubicBezTo>
                    <a:pt x="27741" y="1064932"/>
                    <a:pt x="-50" y="1037085"/>
                    <a:pt x="-78" y="1002781"/>
                  </a:cubicBezTo>
                  <a:lnTo>
                    <a:pt x="-78" y="61778"/>
                  </a:lnTo>
                  <a:cubicBezTo>
                    <a:pt x="-50" y="27499"/>
                    <a:pt x="27769" y="-267"/>
                    <a:pt x="62045" y="-239"/>
                  </a:cubicBezTo>
                  <a:cubicBezTo>
                    <a:pt x="78355" y="-225"/>
                    <a:pt x="94019" y="6220"/>
                    <a:pt x="105641" y="17705"/>
                  </a:cubicBezTo>
                  <a:close/>
                  <a:moveTo>
                    <a:pt x="372185" y="-261"/>
                  </a:moveTo>
                  <a:cubicBezTo>
                    <a:pt x="337937" y="-261"/>
                    <a:pt x="310174" y="27502"/>
                    <a:pt x="310174" y="61750"/>
                  </a:cubicBezTo>
                  <a:cubicBezTo>
                    <a:pt x="310174" y="61758"/>
                    <a:pt x="310174" y="61769"/>
                    <a:pt x="310174" y="61778"/>
                  </a:cubicBezTo>
                  <a:lnTo>
                    <a:pt x="310174" y="222182"/>
                  </a:lnTo>
                  <a:lnTo>
                    <a:pt x="620398" y="532406"/>
                  </a:lnTo>
                  <a:lnTo>
                    <a:pt x="310174" y="842630"/>
                  </a:lnTo>
                  <a:lnTo>
                    <a:pt x="310174" y="1003118"/>
                  </a:lnTo>
                  <a:cubicBezTo>
                    <a:pt x="310202" y="1037366"/>
                    <a:pt x="337993" y="1065101"/>
                    <a:pt x="372241" y="1065073"/>
                  </a:cubicBezTo>
                  <a:cubicBezTo>
                    <a:pt x="388579" y="1065073"/>
                    <a:pt x="404271" y="1058588"/>
                    <a:pt x="415865" y="1047078"/>
                  </a:cubicBezTo>
                  <a:lnTo>
                    <a:pt x="930622" y="532406"/>
                  </a:lnTo>
                  <a:lnTo>
                    <a:pt x="416062" y="17873"/>
                  </a:lnTo>
                  <a:cubicBezTo>
                    <a:pt x="404440" y="6234"/>
                    <a:pt x="388635" y="-284"/>
                    <a:pt x="372185" y="-233"/>
                  </a:cubicBezTo>
                </a:path>
              </a:pathLst>
            </a:custGeom>
            <a:solidFill>
              <a:srgbClr val="FFFFFF">
                <a:alpha val="5000"/>
              </a:srgbClr>
            </a:solidFill>
            <a:ln w="2807" cap="flat">
              <a:noFill/>
              <a:prstDash val="solid"/>
              <a:miter/>
            </a:ln>
          </p:spPr>
          <p:txBody>
            <a:bodyPr rtlCol="0" anchor="ctr"/>
            <a:lstStyle/>
            <a:p>
              <a:endParaRPr lang="en-AU" dirty="0"/>
            </a:p>
          </p:txBody>
        </p:sp>
        <p:sp>
          <p:nvSpPr>
            <p:cNvPr id="196" name="Graphic 168">
              <a:extLst>
                <a:ext uri="{FF2B5EF4-FFF2-40B4-BE49-F238E27FC236}">
                  <a16:creationId xmlns:a16="http://schemas.microsoft.com/office/drawing/2014/main" id="{35D26413-32A3-4B6E-BAA3-D1E57AD7377A}"/>
                </a:ext>
              </a:extLst>
            </p:cNvPr>
            <p:cNvSpPr/>
            <p:nvPr/>
          </p:nvSpPr>
          <p:spPr>
            <a:xfrm>
              <a:off x="8570644" y="1753351"/>
              <a:ext cx="930700" cy="1065334"/>
            </a:xfrm>
            <a:custGeom>
              <a:avLst/>
              <a:gdLst>
                <a:gd name="connsiteX0" fmla="*/ 310174 w 930700"/>
                <a:gd name="connsiteY0" fmla="*/ 222153 h 1065334"/>
                <a:gd name="connsiteX1" fmla="*/ 310174 w 930700"/>
                <a:gd name="connsiteY1" fmla="*/ 842546 h 1065334"/>
                <a:gd name="connsiteX2" fmla="*/ 106118 w 930700"/>
                <a:gd name="connsiteY2" fmla="*/ 1046573 h 1065334"/>
                <a:gd name="connsiteX3" fmla="*/ 62045 w 930700"/>
                <a:gd name="connsiteY3" fmla="*/ 1065017 h 1065334"/>
                <a:gd name="connsiteX4" fmla="*/ -78 w 930700"/>
                <a:gd name="connsiteY4" fmla="*/ 1002781 h 1065334"/>
                <a:gd name="connsiteX5" fmla="*/ -78 w 930700"/>
                <a:gd name="connsiteY5" fmla="*/ 61778 h 1065334"/>
                <a:gd name="connsiteX6" fmla="*/ 62045 w 930700"/>
                <a:gd name="connsiteY6" fmla="*/ -239 h 1065334"/>
                <a:gd name="connsiteX7" fmla="*/ 105641 w 930700"/>
                <a:gd name="connsiteY7" fmla="*/ 17705 h 1065334"/>
                <a:gd name="connsiteX8" fmla="*/ 372185 w 930700"/>
                <a:gd name="connsiteY8" fmla="*/ -261 h 1065334"/>
                <a:gd name="connsiteX9" fmla="*/ 310174 w 930700"/>
                <a:gd name="connsiteY9" fmla="*/ 61750 h 1065334"/>
                <a:gd name="connsiteX10" fmla="*/ 310174 w 930700"/>
                <a:gd name="connsiteY10" fmla="*/ 61778 h 1065334"/>
                <a:gd name="connsiteX11" fmla="*/ 310174 w 930700"/>
                <a:gd name="connsiteY11" fmla="*/ 222182 h 1065334"/>
                <a:gd name="connsiteX12" fmla="*/ 620398 w 930700"/>
                <a:gd name="connsiteY12" fmla="*/ 532406 h 1065334"/>
                <a:gd name="connsiteX13" fmla="*/ 310174 w 930700"/>
                <a:gd name="connsiteY13" fmla="*/ 842630 h 1065334"/>
                <a:gd name="connsiteX14" fmla="*/ 310174 w 930700"/>
                <a:gd name="connsiteY14" fmla="*/ 1003118 h 1065334"/>
                <a:gd name="connsiteX15" fmla="*/ 372241 w 930700"/>
                <a:gd name="connsiteY15" fmla="*/ 1065073 h 1065334"/>
                <a:gd name="connsiteX16" fmla="*/ 415865 w 930700"/>
                <a:gd name="connsiteY16" fmla="*/ 1047078 h 1065334"/>
                <a:gd name="connsiteX17" fmla="*/ 930622 w 930700"/>
                <a:gd name="connsiteY17" fmla="*/ 532406 h 1065334"/>
                <a:gd name="connsiteX18" fmla="*/ 416062 w 930700"/>
                <a:gd name="connsiteY18" fmla="*/ 17873 h 1065334"/>
                <a:gd name="connsiteX19" fmla="*/ 372185 w 930700"/>
                <a:gd name="connsiteY19" fmla="*/ -233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700" h="1065334">
                  <a:moveTo>
                    <a:pt x="310174" y="222153"/>
                  </a:moveTo>
                  <a:lnTo>
                    <a:pt x="310174" y="842546"/>
                  </a:lnTo>
                  <a:lnTo>
                    <a:pt x="106118" y="1046573"/>
                  </a:lnTo>
                  <a:cubicBezTo>
                    <a:pt x="94496" y="1058392"/>
                    <a:pt x="78608" y="1065045"/>
                    <a:pt x="62045" y="1065017"/>
                  </a:cubicBezTo>
                  <a:cubicBezTo>
                    <a:pt x="27741" y="1064932"/>
                    <a:pt x="-50" y="1037085"/>
                    <a:pt x="-78" y="1002781"/>
                  </a:cubicBezTo>
                  <a:lnTo>
                    <a:pt x="-78" y="61778"/>
                  </a:lnTo>
                  <a:cubicBezTo>
                    <a:pt x="-50" y="27499"/>
                    <a:pt x="27769" y="-267"/>
                    <a:pt x="62045" y="-239"/>
                  </a:cubicBezTo>
                  <a:cubicBezTo>
                    <a:pt x="78355" y="-225"/>
                    <a:pt x="94019" y="6220"/>
                    <a:pt x="105641" y="17705"/>
                  </a:cubicBezTo>
                  <a:close/>
                  <a:moveTo>
                    <a:pt x="372185" y="-261"/>
                  </a:moveTo>
                  <a:cubicBezTo>
                    <a:pt x="337937" y="-261"/>
                    <a:pt x="310174" y="27502"/>
                    <a:pt x="310174" y="61750"/>
                  </a:cubicBezTo>
                  <a:cubicBezTo>
                    <a:pt x="310174" y="61758"/>
                    <a:pt x="310174" y="61769"/>
                    <a:pt x="310174" y="61778"/>
                  </a:cubicBezTo>
                  <a:lnTo>
                    <a:pt x="310174" y="222182"/>
                  </a:lnTo>
                  <a:lnTo>
                    <a:pt x="620398" y="532406"/>
                  </a:lnTo>
                  <a:lnTo>
                    <a:pt x="310174" y="842630"/>
                  </a:lnTo>
                  <a:lnTo>
                    <a:pt x="310174" y="1003118"/>
                  </a:lnTo>
                  <a:cubicBezTo>
                    <a:pt x="310202" y="1037366"/>
                    <a:pt x="337993" y="1065101"/>
                    <a:pt x="372241" y="1065073"/>
                  </a:cubicBezTo>
                  <a:cubicBezTo>
                    <a:pt x="388579" y="1065073"/>
                    <a:pt x="404271" y="1058588"/>
                    <a:pt x="415865" y="1047078"/>
                  </a:cubicBezTo>
                  <a:lnTo>
                    <a:pt x="930622" y="532406"/>
                  </a:lnTo>
                  <a:lnTo>
                    <a:pt x="416062" y="17873"/>
                  </a:lnTo>
                  <a:cubicBezTo>
                    <a:pt x="404439" y="6234"/>
                    <a:pt x="388635" y="-284"/>
                    <a:pt x="372185" y="-233"/>
                  </a:cubicBezTo>
                </a:path>
              </a:pathLst>
            </a:custGeom>
            <a:solidFill>
              <a:srgbClr val="FFFFFF">
                <a:alpha val="5000"/>
              </a:srgbClr>
            </a:solidFill>
            <a:ln w="2807" cap="flat">
              <a:noFill/>
              <a:prstDash val="solid"/>
              <a:miter/>
            </a:ln>
          </p:spPr>
          <p:txBody>
            <a:bodyPr rtlCol="0" anchor="ctr"/>
            <a:lstStyle/>
            <a:p>
              <a:endParaRPr lang="en-AU" dirty="0"/>
            </a:p>
          </p:txBody>
        </p:sp>
        <p:sp>
          <p:nvSpPr>
            <p:cNvPr id="197" name="Graphic 168">
              <a:extLst>
                <a:ext uri="{FF2B5EF4-FFF2-40B4-BE49-F238E27FC236}">
                  <a16:creationId xmlns:a16="http://schemas.microsoft.com/office/drawing/2014/main" id="{35D26413-32A3-4B6E-BAA3-D1E57AD7377A}"/>
                </a:ext>
              </a:extLst>
            </p:cNvPr>
            <p:cNvSpPr/>
            <p:nvPr/>
          </p:nvSpPr>
          <p:spPr>
            <a:xfrm>
              <a:off x="9579076" y="1753351"/>
              <a:ext cx="930700" cy="1065334"/>
            </a:xfrm>
            <a:custGeom>
              <a:avLst/>
              <a:gdLst>
                <a:gd name="connsiteX0" fmla="*/ 310174 w 930700"/>
                <a:gd name="connsiteY0" fmla="*/ 222153 h 1065334"/>
                <a:gd name="connsiteX1" fmla="*/ 310174 w 930700"/>
                <a:gd name="connsiteY1" fmla="*/ 842546 h 1065334"/>
                <a:gd name="connsiteX2" fmla="*/ 106118 w 930700"/>
                <a:gd name="connsiteY2" fmla="*/ 1046573 h 1065334"/>
                <a:gd name="connsiteX3" fmla="*/ 62045 w 930700"/>
                <a:gd name="connsiteY3" fmla="*/ 1065017 h 1065334"/>
                <a:gd name="connsiteX4" fmla="*/ -78 w 930700"/>
                <a:gd name="connsiteY4" fmla="*/ 1002781 h 1065334"/>
                <a:gd name="connsiteX5" fmla="*/ -78 w 930700"/>
                <a:gd name="connsiteY5" fmla="*/ 61778 h 1065334"/>
                <a:gd name="connsiteX6" fmla="*/ 62045 w 930700"/>
                <a:gd name="connsiteY6" fmla="*/ -239 h 1065334"/>
                <a:gd name="connsiteX7" fmla="*/ 105641 w 930700"/>
                <a:gd name="connsiteY7" fmla="*/ 17705 h 1065334"/>
                <a:gd name="connsiteX8" fmla="*/ 372185 w 930700"/>
                <a:gd name="connsiteY8" fmla="*/ -261 h 1065334"/>
                <a:gd name="connsiteX9" fmla="*/ 310174 w 930700"/>
                <a:gd name="connsiteY9" fmla="*/ 61750 h 1065334"/>
                <a:gd name="connsiteX10" fmla="*/ 310174 w 930700"/>
                <a:gd name="connsiteY10" fmla="*/ 61778 h 1065334"/>
                <a:gd name="connsiteX11" fmla="*/ 310174 w 930700"/>
                <a:gd name="connsiteY11" fmla="*/ 222182 h 1065334"/>
                <a:gd name="connsiteX12" fmla="*/ 620398 w 930700"/>
                <a:gd name="connsiteY12" fmla="*/ 532406 h 1065334"/>
                <a:gd name="connsiteX13" fmla="*/ 310174 w 930700"/>
                <a:gd name="connsiteY13" fmla="*/ 842630 h 1065334"/>
                <a:gd name="connsiteX14" fmla="*/ 310174 w 930700"/>
                <a:gd name="connsiteY14" fmla="*/ 1003118 h 1065334"/>
                <a:gd name="connsiteX15" fmla="*/ 372241 w 930700"/>
                <a:gd name="connsiteY15" fmla="*/ 1065073 h 1065334"/>
                <a:gd name="connsiteX16" fmla="*/ 415865 w 930700"/>
                <a:gd name="connsiteY16" fmla="*/ 1047078 h 1065334"/>
                <a:gd name="connsiteX17" fmla="*/ 930622 w 930700"/>
                <a:gd name="connsiteY17" fmla="*/ 532406 h 1065334"/>
                <a:gd name="connsiteX18" fmla="*/ 416062 w 930700"/>
                <a:gd name="connsiteY18" fmla="*/ 17873 h 1065334"/>
                <a:gd name="connsiteX19" fmla="*/ 372185 w 930700"/>
                <a:gd name="connsiteY19" fmla="*/ -233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700" h="1065334">
                  <a:moveTo>
                    <a:pt x="310174" y="222153"/>
                  </a:moveTo>
                  <a:lnTo>
                    <a:pt x="310174" y="842546"/>
                  </a:lnTo>
                  <a:lnTo>
                    <a:pt x="106118" y="1046573"/>
                  </a:lnTo>
                  <a:cubicBezTo>
                    <a:pt x="94496" y="1058392"/>
                    <a:pt x="78608" y="1065045"/>
                    <a:pt x="62045" y="1065017"/>
                  </a:cubicBezTo>
                  <a:cubicBezTo>
                    <a:pt x="27741" y="1064932"/>
                    <a:pt x="-50" y="1037085"/>
                    <a:pt x="-78" y="1002781"/>
                  </a:cubicBezTo>
                  <a:lnTo>
                    <a:pt x="-78" y="61778"/>
                  </a:lnTo>
                  <a:cubicBezTo>
                    <a:pt x="-50" y="27499"/>
                    <a:pt x="27769" y="-267"/>
                    <a:pt x="62045" y="-239"/>
                  </a:cubicBezTo>
                  <a:cubicBezTo>
                    <a:pt x="78355" y="-225"/>
                    <a:pt x="94019" y="6220"/>
                    <a:pt x="105641" y="17705"/>
                  </a:cubicBezTo>
                  <a:close/>
                  <a:moveTo>
                    <a:pt x="372185" y="-261"/>
                  </a:moveTo>
                  <a:cubicBezTo>
                    <a:pt x="337937" y="-261"/>
                    <a:pt x="310174" y="27502"/>
                    <a:pt x="310174" y="61750"/>
                  </a:cubicBezTo>
                  <a:cubicBezTo>
                    <a:pt x="310174" y="61758"/>
                    <a:pt x="310174" y="61769"/>
                    <a:pt x="310174" y="61778"/>
                  </a:cubicBezTo>
                  <a:lnTo>
                    <a:pt x="310174" y="222182"/>
                  </a:lnTo>
                  <a:lnTo>
                    <a:pt x="620398" y="532406"/>
                  </a:lnTo>
                  <a:lnTo>
                    <a:pt x="310174" y="842630"/>
                  </a:lnTo>
                  <a:lnTo>
                    <a:pt x="310174" y="1003118"/>
                  </a:lnTo>
                  <a:cubicBezTo>
                    <a:pt x="310202" y="1037366"/>
                    <a:pt x="337993" y="1065101"/>
                    <a:pt x="372241" y="1065073"/>
                  </a:cubicBezTo>
                  <a:cubicBezTo>
                    <a:pt x="388579" y="1065073"/>
                    <a:pt x="404271" y="1058588"/>
                    <a:pt x="415865" y="1047078"/>
                  </a:cubicBezTo>
                  <a:lnTo>
                    <a:pt x="930622" y="532406"/>
                  </a:lnTo>
                  <a:lnTo>
                    <a:pt x="416062" y="17873"/>
                  </a:lnTo>
                  <a:cubicBezTo>
                    <a:pt x="404439" y="6234"/>
                    <a:pt x="388635" y="-284"/>
                    <a:pt x="372185" y="-233"/>
                  </a:cubicBezTo>
                </a:path>
              </a:pathLst>
            </a:custGeom>
            <a:solidFill>
              <a:srgbClr val="FFFFFF">
                <a:alpha val="5000"/>
              </a:srgbClr>
            </a:solidFill>
            <a:ln w="2807" cap="flat">
              <a:noFill/>
              <a:prstDash val="solid"/>
              <a:miter/>
            </a:ln>
          </p:spPr>
          <p:txBody>
            <a:bodyPr rtlCol="0" anchor="ctr"/>
            <a:lstStyle/>
            <a:p>
              <a:endParaRPr lang="en-AU" dirty="0"/>
            </a:p>
          </p:txBody>
        </p:sp>
        <p:sp>
          <p:nvSpPr>
            <p:cNvPr id="198" name="Graphic 168">
              <a:extLst>
                <a:ext uri="{FF2B5EF4-FFF2-40B4-BE49-F238E27FC236}">
                  <a16:creationId xmlns:a16="http://schemas.microsoft.com/office/drawing/2014/main" id="{35D26413-32A3-4B6E-BAA3-D1E57AD7377A}"/>
                </a:ext>
              </a:extLst>
            </p:cNvPr>
            <p:cNvSpPr/>
            <p:nvPr/>
          </p:nvSpPr>
          <p:spPr>
            <a:xfrm>
              <a:off x="10587508" y="1753351"/>
              <a:ext cx="930841" cy="1065502"/>
            </a:xfrm>
            <a:custGeom>
              <a:avLst/>
              <a:gdLst>
                <a:gd name="connsiteX0" fmla="*/ 310174 w 930841"/>
                <a:gd name="connsiteY0" fmla="*/ 222154 h 1065502"/>
                <a:gd name="connsiteX1" fmla="*/ 310174 w 930841"/>
                <a:gd name="connsiteY1" fmla="*/ 842546 h 1065502"/>
                <a:gd name="connsiteX2" fmla="*/ 106118 w 930841"/>
                <a:gd name="connsiteY2" fmla="*/ 1046574 h 1065502"/>
                <a:gd name="connsiteX3" fmla="*/ 62045 w 930841"/>
                <a:gd name="connsiteY3" fmla="*/ 1065017 h 1065502"/>
                <a:gd name="connsiteX4" fmla="*/ -78 w 930841"/>
                <a:gd name="connsiteY4" fmla="*/ 1002781 h 1065502"/>
                <a:gd name="connsiteX5" fmla="*/ -78 w 930841"/>
                <a:gd name="connsiteY5" fmla="*/ 61778 h 1065502"/>
                <a:gd name="connsiteX6" fmla="*/ 62045 w 930841"/>
                <a:gd name="connsiteY6" fmla="*/ -239 h 1065502"/>
                <a:gd name="connsiteX7" fmla="*/ 105641 w 930841"/>
                <a:gd name="connsiteY7" fmla="*/ 17705 h 1065502"/>
                <a:gd name="connsiteX8" fmla="*/ 372185 w 930841"/>
                <a:gd name="connsiteY8" fmla="*/ -261 h 1065502"/>
                <a:gd name="connsiteX9" fmla="*/ 310174 w 930841"/>
                <a:gd name="connsiteY9" fmla="*/ 61750 h 1065502"/>
                <a:gd name="connsiteX10" fmla="*/ 310174 w 930841"/>
                <a:gd name="connsiteY10" fmla="*/ 61778 h 1065502"/>
                <a:gd name="connsiteX11" fmla="*/ 310174 w 930841"/>
                <a:gd name="connsiteY11" fmla="*/ 222182 h 1065502"/>
                <a:gd name="connsiteX12" fmla="*/ 620398 w 930841"/>
                <a:gd name="connsiteY12" fmla="*/ 532406 h 1065502"/>
                <a:gd name="connsiteX13" fmla="*/ 310174 w 930841"/>
                <a:gd name="connsiteY13" fmla="*/ 842602 h 1065502"/>
                <a:gd name="connsiteX14" fmla="*/ 310174 w 930841"/>
                <a:gd name="connsiteY14" fmla="*/ 1003090 h 1065502"/>
                <a:gd name="connsiteX15" fmla="*/ 372045 w 930841"/>
                <a:gd name="connsiteY15" fmla="*/ 1065241 h 1065502"/>
                <a:gd name="connsiteX16" fmla="*/ 416005 w 930841"/>
                <a:gd name="connsiteY16" fmla="*/ 1047107 h 1065502"/>
                <a:gd name="connsiteX17" fmla="*/ 930763 w 930841"/>
                <a:gd name="connsiteY17" fmla="*/ 532434 h 1065502"/>
                <a:gd name="connsiteX18" fmla="*/ 416005 w 930841"/>
                <a:gd name="connsiteY18" fmla="*/ 17845 h 1065502"/>
                <a:gd name="connsiteX19" fmla="*/ 372129 w 930841"/>
                <a:gd name="connsiteY19" fmla="*/ -261 h 1065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841" h="1065502">
                  <a:moveTo>
                    <a:pt x="310174" y="222154"/>
                  </a:moveTo>
                  <a:lnTo>
                    <a:pt x="310174" y="842546"/>
                  </a:lnTo>
                  <a:lnTo>
                    <a:pt x="106118" y="1046574"/>
                  </a:lnTo>
                  <a:cubicBezTo>
                    <a:pt x="94496" y="1058392"/>
                    <a:pt x="78608" y="1065045"/>
                    <a:pt x="62045" y="1065017"/>
                  </a:cubicBezTo>
                  <a:cubicBezTo>
                    <a:pt x="27741" y="1064933"/>
                    <a:pt x="-50" y="1037085"/>
                    <a:pt x="-78" y="1002781"/>
                  </a:cubicBezTo>
                  <a:lnTo>
                    <a:pt x="-78" y="61778"/>
                  </a:lnTo>
                  <a:cubicBezTo>
                    <a:pt x="-50" y="27499"/>
                    <a:pt x="27769" y="-267"/>
                    <a:pt x="62045" y="-239"/>
                  </a:cubicBezTo>
                  <a:cubicBezTo>
                    <a:pt x="78355" y="-225"/>
                    <a:pt x="94019" y="6221"/>
                    <a:pt x="105641" y="17705"/>
                  </a:cubicBezTo>
                  <a:close/>
                  <a:moveTo>
                    <a:pt x="372185" y="-261"/>
                  </a:moveTo>
                  <a:cubicBezTo>
                    <a:pt x="337937" y="-261"/>
                    <a:pt x="310174" y="27502"/>
                    <a:pt x="310174" y="61750"/>
                  </a:cubicBezTo>
                  <a:cubicBezTo>
                    <a:pt x="310174" y="61758"/>
                    <a:pt x="310174" y="61770"/>
                    <a:pt x="310174" y="61778"/>
                  </a:cubicBezTo>
                  <a:lnTo>
                    <a:pt x="310174" y="222182"/>
                  </a:lnTo>
                  <a:lnTo>
                    <a:pt x="620398" y="532406"/>
                  </a:lnTo>
                  <a:lnTo>
                    <a:pt x="310174" y="842602"/>
                  </a:lnTo>
                  <a:lnTo>
                    <a:pt x="310174" y="1003090"/>
                  </a:lnTo>
                  <a:cubicBezTo>
                    <a:pt x="310090" y="1037338"/>
                    <a:pt x="337796" y="1065157"/>
                    <a:pt x="372045" y="1065241"/>
                  </a:cubicBezTo>
                  <a:cubicBezTo>
                    <a:pt x="388523" y="1065269"/>
                    <a:pt x="404356" y="1058757"/>
                    <a:pt x="416005" y="1047107"/>
                  </a:cubicBezTo>
                  <a:lnTo>
                    <a:pt x="930763" y="532434"/>
                  </a:lnTo>
                  <a:lnTo>
                    <a:pt x="416005" y="17845"/>
                  </a:lnTo>
                  <a:cubicBezTo>
                    <a:pt x="404384" y="6207"/>
                    <a:pt x="388579" y="-312"/>
                    <a:pt x="372129"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99" name="Graphic 168">
              <a:extLst>
                <a:ext uri="{FF2B5EF4-FFF2-40B4-BE49-F238E27FC236}">
                  <a16:creationId xmlns:a16="http://schemas.microsoft.com/office/drawing/2014/main" id="{35D26413-32A3-4B6E-BAA3-D1E57AD7377A}"/>
                </a:ext>
              </a:extLst>
            </p:cNvPr>
            <p:cNvSpPr/>
            <p:nvPr/>
          </p:nvSpPr>
          <p:spPr>
            <a:xfrm>
              <a:off x="11595940" y="1753351"/>
              <a:ext cx="930588" cy="1065306"/>
            </a:xfrm>
            <a:custGeom>
              <a:avLst/>
              <a:gdLst>
                <a:gd name="connsiteX0" fmla="*/ 310174 w 930588"/>
                <a:gd name="connsiteY0" fmla="*/ 222154 h 1065306"/>
                <a:gd name="connsiteX1" fmla="*/ 310174 w 930588"/>
                <a:gd name="connsiteY1" fmla="*/ 842546 h 1065306"/>
                <a:gd name="connsiteX2" fmla="*/ 106118 w 930588"/>
                <a:gd name="connsiteY2" fmla="*/ 1046574 h 1065306"/>
                <a:gd name="connsiteX3" fmla="*/ 62045 w 930588"/>
                <a:gd name="connsiteY3" fmla="*/ 1065017 h 1065306"/>
                <a:gd name="connsiteX4" fmla="*/ -78 w 930588"/>
                <a:gd name="connsiteY4" fmla="*/ 1002781 h 1065306"/>
                <a:gd name="connsiteX5" fmla="*/ -78 w 930588"/>
                <a:gd name="connsiteY5" fmla="*/ 61778 h 1065306"/>
                <a:gd name="connsiteX6" fmla="*/ 62045 w 930588"/>
                <a:gd name="connsiteY6" fmla="*/ -239 h 1065306"/>
                <a:gd name="connsiteX7" fmla="*/ 105641 w 930588"/>
                <a:gd name="connsiteY7" fmla="*/ 17705 h 1065306"/>
                <a:gd name="connsiteX8" fmla="*/ 372185 w 930588"/>
                <a:gd name="connsiteY8" fmla="*/ -261 h 1065306"/>
                <a:gd name="connsiteX9" fmla="*/ 310174 w 930588"/>
                <a:gd name="connsiteY9" fmla="*/ 61778 h 1065306"/>
                <a:gd name="connsiteX10" fmla="*/ 310174 w 930588"/>
                <a:gd name="connsiteY10" fmla="*/ 222182 h 1065306"/>
                <a:gd name="connsiteX11" fmla="*/ 620286 w 930588"/>
                <a:gd name="connsiteY11" fmla="*/ 532378 h 1065306"/>
                <a:gd name="connsiteX12" fmla="*/ 310061 w 930588"/>
                <a:gd name="connsiteY12" fmla="*/ 842602 h 1065306"/>
                <a:gd name="connsiteX13" fmla="*/ 310061 w 930588"/>
                <a:gd name="connsiteY13" fmla="*/ 1003090 h 1065306"/>
                <a:gd name="connsiteX14" fmla="*/ 372129 w 930588"/>
                <a:gd name="connsiteY14" fmla="*/ 1065045 h 1065306"/>
                <a:gd name="connsiteX15" fmla="*/ 415752 w 930588"/>
                <a:gd name="connsiteY15" fmla="*/ 1047051 h 1065306"/>
                <a:gd name="connsiteX16" fmla="*/ 930510 w 930588"/>
                <a:gd name="connsiteY16" fmla="*/ 532378 h 1065306"/>
                <a:gd name="connsiteX17" fmla="*/ 415949 w 930588"/>
                <a:gd name="connsiteY17" fmla="*/ 17845 h 1065306"/>
                <a:gd name="connsiteX18" fmla="*/ 372073 w 930588"/>
                <a:gd name="connsiteY18" fmla="*/ -261 h 1065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588" h="1065306">
                  <a:moveTo>
                    <a:pt x="310174" y="222154"/>
                  </a:moveTo>
                  <a:lnTo>
                    <a:pt x="310174" y="842546"/>
                  </a:lnTo>
                  <a:lnTo>
                    <a:pt x="106118" y="1046574"/>
                  </a:lnTo>
                  <a:cubicBezTo>
                    <a:pt x="94496" y="1058392"/>
                    <a:pt x="78608" y="1065045"/>
                    <a:pt x="62045" y="1065017"/>
                  </a:cubicBezTo>
                  <a:cubicBezTo>
                    <a:pt x="27741" y="1064933"/>
                    <a:pt x="-50" y="1037085"/>
                    <a:pt x="-78" y="1002781"/>
                  </a:cubicBezTo>
                  <a:lnTo>
                    <a:pt x="-78" y="61778"/>
                  </a:lnTo>
                  <a:cubicBezTo>
                    <a:pt x="-50" y="27499"/>
                    <a:pt x="27769" y="-267"/>
                    <a:pt x="62045" y="-239"/>
                  </a:cubicBezTo>
                  <a:cubicBezTo>
                    <a:pt x="78355" y="-225"/>
                    <a:pt x="94019" y="6221"/>
                    <a:pt x="105641" y="17705"/>
                  </a:cubicBezTo>
                  <a:close/>
                  <a:moveTo>
                    <a:pt x="372185" y="-261"/>
                  </a:moveTo>
                  <a:cubicBezTo>
                    <a:pt x="337937" y="-244"/>
                    <a:pt x="310174" y="27525"/>
                    <a:pt x="310174" y="61778"/>
                  </a:cubicBezTo>
                  <a:lnTo>
                    <a:pt x="310174" y="222182"/>
                  </a:lnTo>
                  <a:lnTo>
                    <a:pt x="620286" y="532378"/>
                  </a:lnTo>
                  <a:lnTo>
                    <a:pt x="310061" y="842602"/>
                  </a:lnTo>
                  <a:lnTo>
                    <a:pt x="310061" y="1003090"/>
                  </a:lnTo>
                  <a:cubicBezTo>
                    <a:pt x="310090" y="1037338"/>
                    <a:pt x="337881" y="1065073"/>
                    <a:pt x="372129" y="1065045"/>
                  </a:cubicBezTo>
                  <a:cubicBezTo>
                    <a:pt x="388466" y="1065045"/>
                    <a:pt x="404159" y="1058560"/>
                    <a:pt x="415752" y="1047051"/>
                  </a:cubicBezTo>
                  <a:lnTo>
                    <a:pt x="930510" y="532378"/>
                  </a:lnTo>
                  <a:lnTo>
                    <a:pt x="415949" y="17845"/>
                  </a:lnTo>
                  <a:cubicBezTo>
                    <a:pt x="404328" y="6207"/>
                    <a:pt x="388523" y="-312"/>
                    <a:pt x="372073"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200" name="Graphic 168">
              <a:extLst>
                <a:ext uri="{FF2B5EF4-FFF2-40B4-BE49-F238E27FC236}">
                  <a16:creationId xmlns:a16="http://schemas.microsoft.com/office/drawing/2014/main" id="{35D26413-32A3-4B6E-BAA3-D1E57AD7377A}"/>
                </a:ext>
              </a:extLst>
            </p:cNvPr>
            <p:cNvSpPr/>
            <p:nvPr/>
          </p:nvSpPr>
          <p:spPr>
            <a:xfrm>
              <a:off x="2830360" y="4039370"/>
              <a:ext cx="930644" cy="1065277"/>
            </a:xfrm>
            <a:custGeom>
              <a:avLst/>
              <a:gdLst>
                <a:gd name="connsiteX0" fmla="*/ 310174 w 930644"/>
                <a:gd name="connsiteY0" fmla="*/ 222154 h 1065277"/>
                <a:gd name="connsiteX1" fmla="*/ 310174 w 930644"/>
                <a:gd name="connsiteY1" fmla="*/ 842546 h 1065277"/>
                <a:gd name="connsiteX2" fmla="*/ 106146 w 930644"/>
                <a:gd name="connsiteY2" fmla="*/ 1046573 h 1065277"/>
                <a:gd name="connsiteX3" fmla="*/ 18331 w 930644"/>
                <a:gd name="connsiteY3" fmla="*/ 1047023 h 1065277"/>
                <a:gd name="connsiteX4" fmla="*/ -78 w 930644"/>
                <a:gd name="connsiteY4" fmla="*/ 1002781 h 1065277"/>
                <a:gd name="connsiteX5" fmla="*/ -78 w 930644"/>
                <a:gd name="connsiteY5" fmla="*/ 61722 h 1065277"/>
                <a:gd name="connsiteX6" fmla="*/ 62068 w 930644"/>
                <a:gd name="connsiteY6" fmla="*/ -261 h 1065277"/>
                <a:gd name="connsiteX7" fmla="*/ 105641 w 930644"/>
                <a:gd name="connsiteY7" fmla="*/ 17677 h 1065277"/>
                <a:gd name="connsiteX8" fmla="*/ 372185 w 930644"/>
                <a:gd name="connsiteY8" fmla="*/ -261 h 1065277"/>
                <a:gd name="connsiteX9" fmla="*/ 310174 w 930644"/>
                <a:gd name="connsiteY9" fmla="*/ 61722 h 1065277"/>
                <a:gd name="connsiteX10" fmla="*/ 310174 w 930644"/>
                <a:gd name="connsiteY10" fmla="*/ 222154 h 1065277"/>
                <a:gd name="connsiteX11" fmla="*/ 620314 w 930644"/>
                <a:gd name="connsiteY11" fmla="*/ 532434 h 1065277"/>
                <a:gd name="connsiteX12" fmla="*/ 310174 w 930644"/>
                <a:gd name="connsiteY12" fmla="*/ 842574 h 1065277"/>
                <a:gd name="connsiteX13" fmla="*/ 310174 w 930644"/>
                <a:gd name="connsiteY13" fmla="*/ 1003061 h 1065277"/>
                <a:gd name="connsiteX14" fmla="*/ 372309 w 930644"/>
                <a:gd name="connsiteY14" fmla="*/ 1065017 h 1065277"/>
                <a:gd name="connsiteX15" fmla="*/ 415893 w 930644"/>
                <a:gd name="connsiteY15" fmla="*/ 1047023 h 1065277"/>
                <a:gd name="connsiteX16" fmla="*/ 930566 w 930644"/>
                <a:gd name="connsiteY16" fmla="*/ 532434 h 1065277"/>
                <a:gd name="connsiteX17" fmla="*/ 416006 w 930644"/>
                <a:gd name="connsiteY17" fmla="*/ 17873 h 1065277"/>
                <a:gd name="connsiteX18" fmla="*/ 372129 w 930644"/>
                <a:gd name="connsiteY18" fmla="*/ -205 h 106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44" h="1065277">
                  <a:moveTo>
                    <a:pt x="310174" y="222154"/>
                  </a:moveTo>
                  <a:lnTo>
                    <a:pt x="310174" y="842546"/>
                  </a:lnTo>
                  <a:lnTo>
                    <a:pt x="106146" y="1046573"/>
                  </a:lnTo>
                  <a:cubicBezTo>
                    <a:pt x="82018" y="1070940"/>
                    <a:pt x="42703" y="1071136"/>
                    <a:pt x="18331" y="1047023"/>
                  </a:cubicBezTo>
                  <a:cubicBezTo>
                    <a:pt x="6524" y="1035316"/>
                    <a:pt x="-106" y="1019400"/>
                    <a:pt x="-78" y="1002781"/>
                  </a:cubicBezTo>
                  <a:lnTo>
                    <a:pt x="-78" y="61722"/>
                  </a:lnTo>
                  <a:cubicBezTo>
                    <a:pt x="-36" y="27446"/>
                    <a:pt x="27789" y="-317"/>
                    <a:pt x="62068" y="-261"/>
                  </a:cubicBezTo>
                  <a:cubicBezTo>
                    <a:pt x="78386" y="-233"/>
                    <a:pt x="94039" y="6195"/>
                    <a:pt x="105641" y="17677"/>
                  </a:cubicBezTo>
                  <a:close/>
                  <a:moveTo>
                    <a:pt x="372185" y="-261"/>
                  </a:moveTo>
                  <a:cubicBezTo>
                    <a:pt x="337948" y="-261"/>
                    <a:pt x="310191" y="27474"/>
                    <a:pt x="310174" y="61722"/>
                  </a:cubicBezTo>
                  <a:lnTo>
                    <a:pt x="310174" y="222154"/>
                  </a:lnTo>
                  <a:lnTo>
                    <a:pt x="620314" y="532434"/>
                  </a:lnTo>
                  <a:lnTo>
                    <a:pt x="310174" y="842574"/>
                  </a:lnTo>
                  <a:lnTo>
                    <a:pt x="310174" y="1003061"/>
                  </a:lnTo>
                  <a:cubicBezTo>
                    <a:pt x="310227" y="1037338"/>
                    <a:pt x="338044" y="1065045"/>
                    <a:pt x="372309" y="1065017"/>
                  </a:cubicBezTo>
                  <a:cubicBezTo>
                    <a:pt x="388638" y="1064989"/>
                    <a:pt x="404297" y="1058532"/>
                    <a:pt x="415893" y="1047023"/>
                  </a:cubicBezTo>
                  <a:lnTo>
                    <a:pt x="930566" y="532434"/>
                  </a:lnTo>
                  <a:lnTo>
                    <a:pt x="416006" y="17873"/>
                  </a:lnTo>
                  <a:cubicBezTo>
                    <a:pt x="404372" y="6252"/>
                    <a:pt x="388579" y="-261"/>
                    <a:pt x="372129"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201" name="Graphic 168">
              <a:extLst>
                <a:ext uri="{FF2B5EF4-FFF2-40B4-BE49-F238E27FC236}">
                  <a16:creationId xmlns:a16="http://schemas.microsoft.com/office/drawing/2014/main" id="{35D26413-32A3-4B6E-BAA3-D1E57AD7377A}"/>
                </a:ext>
              </a:extLst>
            </p:cNvPr>
            <p:cNvSpPr/>
            <p:nvPr/>
          </p:nvSpPr>
          <p:spPr>
            <a:xfrm>
              <a:off x="2985430" y="5182379"/>
              <a:ext cx="930700" cy="1065278"/>
            </a:xfrm>
            <a:custGeom>
              <a:avLst/>
              <a:gdLst>
                <a:gd name="connsiteX0" fmla="*/ 310174 w 930700"/>
                <a:gd name="connsiteY0" fmla="*/ 222154 h 1065278"/>
                <a:gd name="connsiteX1" fmla="*/ 310174 w 930700"/>
                <a:gd name="connsiteY1" fmla="*/ 842546 h 1065278"/>
                <a:gd name="connsiteX2" fmla="*/ 106118 w 930700"/>
                <a:gd name="connsiteY2" fmla="*/ 1046574 h 1065278"/>
                <a:gd name="connsiteX3" fmla="*/ 18343 w 930700"/>
                <a:gd name="connsiteY3" fmla="*/ 1047051 h 1065278"/>
                <a:gd name="connsiteX4" fmla="*/ -78 w 930700"/>
                <a:gd name="connsiteY4" fmla="*/ 1002781 h 1065278"/>
                <a:gd name="connsiteX5" fmla="*/ -78 w 930700"/>
                <a:gd name="connsiteY5" fmla="*/ 61722 h 1065278"/>
                <a:gd name="connsiteX6" fmla="*/ 62068 w 930700"/>
                <a:gd name="connsiteY6" fmla="*/ -261 h 1065278"/>
                <a:gd name="connsiteX7" fmla="*/ 105641 w 930700"/>
                <a:gd name="connsiteY7" fmla="*/ 17677 h 1065278"/>
                <a:gd name="connsiteX8" fmla="*/ 372185 w 930700"/>
                <a:gd name="connsiteY8" fmla="*/ -261 h 1065278"/>
                <a:gd name="connsiteX9" fmla="*/ 310174 w 930700"/>
                <a:gd name="connsiteY9" fmla="*/ 61722 h 1065278"/>
                <a:gd name="connsiteX10" fmla="*/ 310174 w 930700"/>
                <a:gd name="connsiteY10" fmla="*/ 222154 h 1065278"/>
                <a:gd name="connsiteX11" fmla="*/ 620398 w 930700"/>
                <a:gd name="connsiteY11" fmla="*/ 532378 h 1065278"/>
                <a:gd name="connsiteX12" fmla="*/ 310174 w 930700"/>
                <a:gd name="connsiteY12" fmla="*/ 842574 h 1065278"/>
                <a:gd name="connsiteX13" fmla="*/ 310174 w 930700"/>
                <a:gd name="connsiteY13" fmla="*/ 1003062 h 1065278"/>
                <a:gd name="connsiteX14" fmla="*/ 372241 w 930700"/>
                <a:gd name="connsiteY14" fmla="*/ 1065017 h 1065278"/>
                <a:gd name="connsiteX15" fmla="*/ 415865 w 930700"/>
                <a:gd name="connsiteY15" fmla="*/ 1047023 h 1065278"/>
                <a:gd name="connsiteX16" fmla="*/ 930622 w 930700"/>
                <a:gd name="connsiteY16" fmla="*/ 532378 h 1065278"/>
                <a:gd name="connsiteX17" fmla="*/ 416174 w 930700"/>
                <a:gd name="connsiteY17" fmla="*/ 17818 h 1065278"/>
                <a:gd name="connsiteX18" fmla="*/ 372297 w 930700"/>
                <a:gd name="connsiteY18" fmla="*/ -261 h 106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278">
                  <a:moveTo>
                    <a:pt x="310174" y="222154"/>
                  </a:moveTo>
                  <a:lnTo>
                    <a:pt x="310174" y="842546"/>
                  </a:lnTo>
                  <a:lnTo>
                    <a:pt x="106118" y="1046574"/>
                  </a:lnTo>
                  <a:cubicBezTo>
                    <a:pt x="82013" y="1070940"/>
                    <a:pt x="42715" y="1071165"/>
                    <a:pt x="18343" y="1047051"/>
                  </a:cubicBezTo>
                  <a:cubicBezTo>
                    <a:pt x="6519" y="1035373"/>
                    <a:pt x="-118" y="1019400"/>
                    <a:pt x="-78" y="1002781"/>
                  </a:cubicBezTo>
                  <a:lnTo>
                    <a:pt x="-78" y="61722"/>
                  </a:lnTo>
                  <a:cubicBezTo>
                    <a:pt x="-36" y="27446"/>
                    <a:pt x="27789" y="-317"/>
                    <a:pt x="62068" y="-261"/>
                  </a:cubicBezTo>
                  <a:cubicBezTo>
                    <a:pt x="78386" y="-233"/>
                    <a:pt x="94039" y="6196"/>
                    <a:pt x="105641" y="17677"/>
                  </a:cubicBezTo>
                  <a:close/>
                  <a:moveTo>
                    <a:pt x="372185" y="-261"/>
                  </a:moveTo>
                  <a:cubicBezTo>
                    <a:pt x="337948" y="-261"/>
                    <a:pt x="310191" y="27475"/>
                    <a:pt x="310174" y="61722"/>
                  </a:cubicBezTo>
                  <a:lnTo>
                    <a:pt x="310174" y="222154"/>
                  </a:lnTo>
                  <a:lnTo>
                    <a:pt x="620398" y="532378"/>
                  </a:lnTo>
                  <a:lnTo>
                    <a:pt x="310174" y="842574"/>
                  </a:lnTo>
                  <a:lnTo>
                    <a:pt x="310174" y="1003062"/>
                  </a:lnTo>
                  <a:cubicBezTo>
                    <a:pt x="310205" y="1037310"/>
                    <a:pt x="337993" y="1065045"/>
                    <a:pt x="372241" y="1065017"/>
                  </a:cubicBezTo>
                  <a:cubicBezTo>
                    <a:pt x="388585" y="1065017"/>
                    <a:pt x="404263" y="1058533"/>
                    <a:pt x="415865" y="1047023"/>
                  </a:cubicBezTo>
                  <a:lnTo>
                    <a:pt x="930622" y="532378"/>
                  </a:lnTo>
                  <a:lnTo>
                    <a:pt x="416174" y="17818"/>
                  </a:lnTo>
                  <a:cubicBezTo>
                    <a:pt x="404541" y="6196"/>
                    <a:pt x="388748" y="-317"/>
                    <a:pt x="372297"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202" name="Graphic 168">
              <a:extLst>
                <a:ext uri="{FF2B5EF4-FFF2-40B4-BE49-F238E27FC236}">
                  <a16:creationId xmlns:a16="http://schemas.microsoft.com/office/drawing/2014/main" id="{35D26413-32A3-4B6E-BAA3-D1E57AD7377A}"/>
                </a:ext>
              </a:extLst>
            </p:cNvPr>
            <p:cNvSpPr/>
            <p:nvPr/>
          </p:nvSpPr>
          <p:spPr>
            <a:xfrm>
              <a:off x="3993834" y="5182379"/>
              <a:ext cx="930784" cy="1065277"/>
            </a:xfrm>
            <a:custGeom>
              <a:avLst/>
              <a:gdLst>
                <a:gd name="connsiteX0" fmla="*/ 310146 w 930784"/>
                <a:gd name="connsiteY0" fmla="*/ 222154 h 1065277"/>
                <a:gd name="connsiteX1" fmla="*/ 310146 w 930784"/>
                <a:gd name="connsiteY1" fmla="*/ 842546 h 1065277"/>
                <a:gd name="connsiteX2" fmla="*/ 106118 w 930784"/>
                <a:gd name="connsiteY2" fmla="*/ 1046574 h 1065277"/>
                <a:gd name="connsiteX3" fmla="*/ 18343 w 930784"/>
                <a:gd name="connsiteY3" fmla="*/ 1047051 h 1065277"/>
                <a:gd name="connsiteX4" fmla="*/ -78 w 930784"/>
                <a:gd name="connsiteY4" fmla="*/ 1002781 h 1065277"/>
                <a:gd name="connsiteX5" fmla="*/ -78 w 930784"/>
                <a:gd name="connsiteY5" fmla="*/ 61722 h 1065277"/>
                <a:gd name="connsiteX6" fmla="*/ 62068 w 930784"/>
                <a:gd name="connsiteY6" fmla="*/ -261 h 1065277"/>
                <a:gd name="connsiteX7" fmla="*/ 105641 w 930784"/>
                <a:gd name="connsiteY7" fmla="*/ 17677 h 1065277"/>
                <a:gd name="connsiteX8" fmla="*/ 372157 w 930784"/>
                <a:gd name="connsiteY8" fmla="*/ -261 h 1065277"/>
                <a:gd name="connsiteX9" fmla="*/ 310146 w 930784"/>
                <a:gd name="connsiteY9" fmla="*/ 61722 h 1065277"/>
                <a:gd name="connsiteX10" fmla="*/ 310146 w 930784"/>
                <a:gd name="connsiteY10" fmla="*/ 222154 h 1065277"/>
                <a:gd name="connsiteX11" fmla="*/ 620482 w 930784"/>
                <a:gd name="connsiteY11" fmla="*/ 532378 h 1065277"/>
                <a:gd name="connsiteX12" fmla="*/ 310258 w 930784"/>
                <a:gd name="connsiteY12" fmla="*/ 842574 h 1065277"/>
                <a:gd name="connsiteX13" fmla="*/ 310258 w 930784"/>
                <a:gd name="connsiteY13" fmla="*/ 1003062 h 1065277"/>
                <a:gd name="connsiteX14" fmla="*/ 372393 w 930784"/>
                <a:gd name="connsiteY14" fmla="*/ 1065017 h 1065277"/>
                <a:gd name="connsiteX15" fmla="*/ 415978 w 930784"/>
                <a:gd name="connsiteY15" fmla="*/ 1047023 h 1065277"/>
                <a:gd name="connsiteX16" fmla="*/ 930707 w 930784"/>
                <a:gd name="connsiteY16" fmla="*/ 532378 h 1065277"/>
                <a:gd name="connsiteX17" fmla="*/ 416174 w 930784"/>
                <a:gd name="connsiteY17" fmla="*/ 17818 h 1065277"/>
                <a:gd name="connsiteX18" fmla="*/ 372269 w 930784"/>
                <a:gd name="connsiteY18" fmla="*/ -261 h 106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84" h="1065277">
                  <a:moveTo>
                    <a:pt x="310146" y="222154"/>
                  </a:moveTo>
                  <a:lnTo>
                    <a:pt x="310146" y="842546"/>
                  </a:lnTo>
                  <a:lnTo>
                    <a:pt x="106118" y="1046574"/>
                  </a:lnTo>
                  <a:cubicBezTo>
                    <a:pt x="82013" y="1070940"/>
                    <a:pt x="42715" y="1071165"/>
                    <a:pt x="18343" y="1047051"/>
                  </a:cubicBezTo>
                  <a:cubicBezTo>
                    <a:pt x="6519" y="1035373"/>
                    <a:pt x="-117" y="1019400"/>
                    <a:pt x="-78" y="1002781"/>
                  </a:cubicBezTo>
                  <a:lnTo>
                    <a:pt x="-78" y="61722"/>
                  </a:lnTo>
                  <a:cubicBezTo>
                    <a:pt x="-36" y="27446"/>
                    <a:pt x="27789" y="-317"/>
                    <a:pt x="62068" y="-261"/>
                  </a:cubicBezTo>
                  <a:cubicBezTo>
                    <a:pt x="78386" y="-233"/>
                    <a:pt x="94039" y="6195"/>
                    <a:pt x="105641" y="17677"/>
                  </a:cubicBezTo>
                  <a:close/>
                  <a:moveTo>
                    <a:pt x="372157" y="-261"/>
                  </a:moveTo>
                  <a:cubicBezTo>
                    <a:pt x="337920" y="-261"/>
                    <a:pt x="310163" y="27474"/>
                    <a:pt x="310146" y="61722"/>
                  </a:cubicBezTo>
                  <a:lnTo>
                    <a:pt x="310146" y="222154"/>
                  </a:lnTo>
                  <a:lnTo>
                    <a:pt x="620482" y="532378"/>
                  </a:lnTo>
                  <a:lnTo>
                    <a:pt x="310258" y="842574"/>
                  </a:lnTo>
                  <a:lnTo>
                    <a:pt x="310258" y="1003062"/>
                  </a:lnTo>
                  <a:cubicBezTo>
                    <a:pt x="310311" y="1037338"/>
                    <a:pt x="338128" y="1065045"/>
                    <a:pt x="372393" y="1065017"/>
                  </a:cubicBezTo>
                  <a:cubicBezTo>
                    <a:pt x="388722" y="1064989"/>
                    <a:pt x="404381" y="1058533"/>
                    <a:pt x="415978" y="1047023"/>
                  </a:cubicBezTo>
                  <a:lnTo>
                    <a:pt x="930707" y="532378"/>
                  </a:lnTo>
                  <a:lnTo>
                    <a:pt x="416174" y="17818"/>
                  </a:lnTo>
                  <a:cubicBezTo>
                    <a:pt x="404518" y="6195"/>
                    <a:pt x="388722" y="-289"/>
                    <a:pt x="372269"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203" name="Graphic 168">
              <a:extLst>
                <a:ext uri="{FF2B5EF4-FFF2-40B4-BE49-F238E27FC236}">
                  <a16:creationId xmlns:a16="http://schemas.microsoft.com/office/drawing/2014/main" id="{35D26413-32A3-4B6E-BAA3-D1E57AD7377A}"/>
                </a:ext>
              </a:extLst>
            </p:cNvPr>
            <p:cNvSpPr/>
            <p:nvPr/>
          </p:nvSpPr>
          <p:spPr>
            <a:xfrm>
              <a:off x="5002266" y="5182379"/>
              <a:ext cx="930644" cy="1065283"/>
            </a:xfrm>
            <a:custGeom>
              <a:avLst/>
              <a:gdLst>
                <a:gd name="connsiteX0" fmla="*/ 310118 w 930644"/>
                <a:gd name="connsiteY0" fmla="*/ 222154 h 1065283"/>
                <a:gd name="connsiteX1" fmla="*/ 310118 w 930644"/>
                <a:gd name="connsiteY1" fmla="*/ 842546 h 1065283"/>
                <a:gd name="connsiteX2" fmla="*/ 106118 w 930644"/>
                <a:gd name="connsiteY2" fmla="*/ 1046602 h 1065283"/>
                <a:gd name="connsiteX3" fmla="*/ 18337 w 930644"/>
                <a:gd name="connsiteY3" fmla="*/ 1047079 h 1065283"/>
                <a:gd name="connsiteX4" fmla="*/ -78 w 930644"/>
                <a:gd name="connsiteY4" fmla="*/ 1002809 h 1065283"/>
                <a:gd name="connsiteX5" fmla="*/ -78 w 930644"/>
                <a:gd name="connsiteY5" fmla="*/ 61722 h 1065283"/>
                <a:gd name="connsiteX6" fmla="*/ 62073 w 930644"/>
                <a:gd name="connsiteY6" fmla="*/ -261 h 1065283"/>
                <a:gd name="connsiteX7" fmla="*/ 105641 w 930644"/>
                <a:gd name="connsiteY7" fmla="*/ 17677 h 1065283"/>
                <a:gd name="connsiteX8" fmla="*/ 372129 w 930644"/>
                <a:gd name="connsiteY8" fmla="*/ -261 h 1065283"/>
                <a:gd name="connsiteX9" fmla="*/ 310118 w 930644"/>
                <a:gd name="connsiteY9" fmla="*/ 61722 h 1065283"/>
                <a:gd name="connsiteX10" fmla="*/ 310118 w 930644"/>
                <a:gd name="connsiteY10" fmla="*/ 222154 h 1065283"/>
                <a:gd name="connsiteX11" fmla="*/ 620342 w 930644"/>
                <a:gd name="connsiteY11" fmla="*/ 532378 h 1065283"/>
                <a:gd name="connsiteX12" fmla="*/ 310118 w 930644"/>
                <a:gd name="connsiteY12" fmla="*/ 842574 h 1065283"/>
                <a:gd name="connsiteX13" fmla="*/ 310118 w 930644"/>
                <a:gd name="connsiteY13" fmla="*/ 1003062 h 1065283"/>
                <a:gd name="connsiteX14" fmla="*/ 372185 w 930644"/>
                <a:gd name="connsiteY14" fmla="*/ 1065017 h 1065283"/>
                <a:gd name="connsiteX15" fmla="*/ 415809 w 930644"/>
                <a:gd name="connsiteY15" fmla="*/ 1047023 h 1065283"/>
                <a:gd name="connsiteX16" fmla="*/ 930566 w 930644"/>
                <a:gd name="connsiteY16" fmla="*/ 532378 h 1065283"/>
                <a:gd name="connsiteX17" fmla="*/ 416005 w 930644"/>
                <a:gd name="connsiteY17" fmla="*/ 17818 h 1065283"/>
                <a:gd name="connsiteX18" fmla="*/ 372129 w 930644"/>
                <a:gd name="connsiteY18" fmla="*/ -261 h 1065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44" h="1065283">
                  <a:moveTo>
                    <a:pt x="310118" y="222154"/>
                  </a:moveTo>
                  <a:lnTo>
                    <a:pt x="310118" y="842546"/>
                  </a:lnTo>
                  <a:lnTo>
                    <a:pt x="106118" y="1046602"/>
                  </a:lnTo>
                  <a:cubicBezTo>
                    <a:pt x="82004" y="1070969"/>
                    <a:pt x="42703" y="1071193"/>
                    <a:pt x="18337" y="1047079"/>
                  </a:cubicBezTo>
                  <a:cubicBezTo>
                    <a:pt x="6519" y="1035401"/>
                    <a:pt x="-106" y="1019428"/>
                    <a:pt x="-78" y="1002809"/>
                  </a:cubicBezTo>
                  <a:lnTo>
                    <a:pt x="-78" y="61722"/>
                  </a:lnTo>
                  <a:cubicBezTo>
                    <a:pt x="-22" y="27446"/>
                    <a:pt x="27797" y="-317"/>
                    <a:pt x="62073" y="-261"/>
                  </a:cubicBezTo>
                  <a:cubicBezTo>
                    <a:pt x="78383" y="-233"/>
                    <a:pt x="94047" y="6196"/>
                    <a:pt x="105641" y="17677"/>
                  </a:cubicBezTo>
                  <a:close/>
                  <a:moveTo>
                    <a:pt x="372129" y="-261"/>
                  </a:moveTo>
                  <a:cubicBezTo>
                    <a:pt x="337881" y="-261"/>
                    <a:pt x="310146" y="27475"/>
                    <a:pt x="310118" y="61722"/>
                  </a:cubicBezTo>
                  <a:lnTo>
                    <a:pt x="310118" y="222154"/>
                  </a:lnTo>
                  <a:lnTo>
                    <a:pt x="620342" y="532378"/>
                  </a:lnTo>
                  <a:lnTo>
                    <a:pt x="310118" y="842574"/>
                  </a:lnTo>
                  <a:lnTo>
                    <a:pt x="310118" y="1003062"/>
                  </a:lnTo>
                  <a:cubicBezTo>
                    <a:pt x="310146" y="1037310"/>
                    <a:pt x="337937" y="1065045"/>
                    <a:pt x="372185" y="1065017"/>
                  </a:cubicBezTo>
                  <a:cubicBezTo>
                    <a:pt x="388523" y="1065017"/>
                    <a:pt x="404215" y="1058533"/>
                    <a:pt x="415809" y="1047023"/>
                  </a:cubicBezTo>
                  <a:lnTo>
                    <a:pt x="930566" y="532378"/>
                  </a:lnTo>
                  <a:lnTo>
                    <a:pt x="416005" y="17818"/>
                  </a:lnTo>
                  <a:cubicBezTo>
                    <a:pt x="404384" y="6196"/>
                    <a:pt x="388579" y="-317"/>
                    <a:pt x="372129"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204" name="Graphic 168">
              <a:extLst>
                <a:ext uri="{FF2B5EF4-FFF2-40B4-BE49-F238E27FC236}">
                  <a16:creationId xmlns:a16="http://schemas.microsoft.com/office/drawing/2014/main" id="{35D26413-32A3-4B6E-BAA3-D1E57AD7377A}"/>
                </a:ext>
              </a:extLst>
            </p:cNvPr>
            <p:cNvSpPr/>
            <p:nvPr/>
          </p:nvSpPr>
          <p:spPr>
            <a:xfrm>
              <a:off x="6010586" y="5182379"/>
              <a:ext cx="930700" cy="1065278"/>
            </a:xfrm>
            <a:custGeom>
              <a:avLst/>
              <a:gdLst>
                <a:gd name="connsiteX0" fmla="*/ 310174 w 930700"/>
                <a:gd name="connsiteY0" fmla="*/ 222154 h 1065278"/>
                <a:gd name="connsiteX1" fmla="*/ 310174 w 930700"/>
                <a:gd name="connsiteY1" fmla="*/ 842546 h 1065278"/>
                <a:gd name="connsiteX2" fmla="*/ 106146 w 930700"/>
                <a:gd name="connsiteY2" fmla="*/ 1046574 h 1065278"/>
                <a:gd name="connsiteX3" fmla="*/ 18337 w 930700"/>
                <a:gd name="connsiteY3" fmla="*/ 1047023 h 1065278"/>
                <a:gd name="connsiteX4" fmla="*/ -78 w 930700"/>
                <a:gd name="connsiteY4" fmla="*/ 1002781 h 1065278"/>
                <a:gd name="connsiteX5" fmla="*/ -78 w 930700"/>
                <a:gd name="connsiteY5" fmla="*/ 61722 h 1065278"/>
                <a:gd name="connsiteX6" fmla="*/ 62129 w 930700"/>
                <a:gd name="connsiteY6" fmla="*/ -205 h 1065278"/>
                <a:gd name="connsiteX7" fmla="*/ 105585 w 930700"/>
                <a:gd name="connsiteY7" fmla="*/ 17677 h 1065278"/>
                <a:gd name="connsiteX8" fmla="*/ 372185 w 930700"/>
                <a:gd name="connsiteY8" fmla="*/ -261 h 1065278"/>
                <a:gd name="connsiteX9" fmla="*/ 310174 w 930700"/>
                <a:gd name="connsiteY9" fmla="*/ 61722 h 1065278"/>
                <a:gd name="connsiteX10" fmla="*/ 310174 w 930700"/>
                <a:gd name="connsiteY10" fmla="*/ 222154 h 1065278"/>
                <a:gd name="connsiteX11" fmla="*/ 620398 w 930700"/>
                <a:gd name="connsiteY11" fmla="*/ 532378 h 1065278"/>
                <a:gd name="connsiteX12" fmla="*/ 310174 w 930700"/>
                <a:gd name="connsiteY12" fmla="*/ 842574 h 1065278"/>
                <a:gd name="connsiteX13" fmla="*/ 310174 w 930700"/>
                <a:gd name="connsiteY13" fmla="*/ 1003062 h 1065278"/>
                <a:gd name="connsiteX14" fmla="*/ 372297 w 930700"/>
                <a:gd name="connsiteY14" fmla="*/ 1065017 h 1065278"/>
                <a:gd name="connsiteX15" fmla="*/ 415893 w 930700"/>
                <a:gd name="connsiteY15" fmla="*/ 1047023 h 1065278"/>
                <a:gd name="connsiteX16" fmla="*/ 930622 w 930700"/>
                <a:gd name="connsiteY16" fmla="*/ 532378 h 1065278"/>
                <a:gd name="connsiteX17" fmla="*/ 416062 w 930700"/>
                <a:gd name="connsiteY17" fmla="*/ 17818 h 1065278"/>
                <a:gd name="connsiteX18" fmla="*/ 372185 w 930700"/>
                <a:gd name="connsiteY18" fmla="*/ -261 h 106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278">
                  <a:moveTo>
                    <a:pt x="310174" y="222154"/>
                  </a:moveTo>
                  <a:lnTo>
                    <a:pt x="310174" y="842546"/>
                  </a:lnTo>
                  <a:lnTo>
                    <a:pt x="106146" y="1046574"/>
                  </a:lnTo>
                  <a:cubicBezTo>
                    <a:pt x="82032" y="1070940"/>
                    <a:pt x="42703" y="1071137"/>
                    <a:pt x="18337" y="1047023"/>
                  </a:cubicBezTo>
                  <a:cubicBezTo>
                    <a:pt x="6519" y="1035317"/>
                    <a:pt x="-106" y="1019400"/>
                    <a:pt x="-78" y="1002781"/>
                  </a:cubicBezTo>
                  <a:lnTo>
                    <a:pt x="-78" y="61722"/>
                  </a:lnTo>
                  <a:cubicBezTo>
                    <a:pt x="6" y="27446"/>
                    <a:pt x="27854" y="-289"/>
                    <a:pt x="62129" y="-205"/>
                  </a:cubicBezTo>
                  <a:cubicBezTo>
                    <a:pt x="78383" y="-177"/>
                    <a:pt x="93991" y="6252"/>
                    <a:pt x="105585" y="17677"/>
                  </a:cubicBezTo>
                  <a:close/>
                  <a:moveTo>
                    <a:pt x="372185" y="-261"/>
                  </a:moveTo>
                  <a:cubicBezTo>
                    <a:pt x="337937" y="-261"/>
                    <a:pt x="310202" y="27475"/>
                    <a:pt x="310174" y="61722"/>
                  </a:cubicBezTo>
                  <a:lnTo>
                    <a:pt x="310174" y="222154"/>
                  </a:lnTo>
                  <a:lnTo>
                    <a:pt x="620398" y="532378"/>
                  </a:lnTo>
                  <a:lnTo>
                    <a:pt x="310174" y="842574"/>
                  </a:lnTo>
                  <a:lnTo>
                    <a:pt x="310174" y="1003062"/>
                  </a:lnTo>
                  <a:cubicBezTo>
                    <a:pt x="310230" y="1037338"/>
                    <a:pt x="338050" y="1065045"/>
                    <a:pt x="372297" y="1065017"/>
                  </a:cubicBezTo>
                  <a:cubicBezTo>
                    <a:pt x="388635" y="1064989"/>
                    <a:pt x="404300" y="1058533"/>
                    <a:pt x="415893" y="1047023"/>
                  </a:cubicBezTo>
                  <a:lnTo>
                    <a:pt x="930622" y="532378"/>
                  </a:lnTo>
                  <a:lnTo>
                    <a:pt x="416062" y="17818"/>
                  </a:lnTo>
                  <a:cubicBezTo>
                    <a:pt x="404440" y="6196"/>
                    <a:pt x="388635" y="-317"/>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205" name="Graphic 168">
              <a:extLst>
                <a:ext uri="{FF2B5EF4-FFF2-40B4-BE49-F238E27FC236}">
                  <a16:creationId xmlns:a16="http://schemas.microsoft.com/office/drawing/2014/main" id="{35D26413-32A3-4B6E-BAA3-D1E57AD7377A}"/>
                </a:ext>
              </a:extLst>
            </p:cNvPr>
            <p:cNvSpPr/>
            <p:nvPr/>
          </p:nvSpPr>
          <p:spPr>
            <a:xfrm>
              <a:off x="7018989" y="5182379"/>
              <a:ext cx="930701" cy="1065277"/>
            </a:xfrm>
            <a:custGeom>
              <a:avLst/>
              <a:gdLst>
                <a:gd name="connsiteX0" fmla="*/ 310174 w 930701"/>
                <a:gd name="connsiteY0" fmla="*/ 222154 h 1065277"/>
                <a:gd name="connsiteX1" fmla="*/ 310174 w 930701"/>
                <a:gd name="connsiteY1" fmla="*/ 842546 h 1065277"/>
                <a:gd name="connsiteX2" fmla="*/ 106118 w 930701"/>
                <a:gd name="connsiteY2" fmla="*/ 1046574 h 1065277"/>
                <a:gd name="connsiteX3" fmla="*/ 18337 w 930701"/>
                <a:gd name="connsiteY3" fmla="*/ 1047051 h 1065277"/>
                <a:gd name="connsiteX4" fmla="*/ -78 w 930701"/>
                <a:gd name="connsiteY4" fmla="*/ 1002781 h 1065277"/>
                <a:gd name="connsiteX5" fmla="*/ -78 w 930701"/>
                <a:gd name="connsiteY5" fmla="*/ 61722 h 1065277"/>
                <a:gd name="connsiteX6" fmla="*/ 62073 w 930701"/>
                <a:gd name="connsiteY6" fmla="*/ -261 h 1065277"/>
                <a:gd name="connsiteX7" fmla="*/ 105641 w 930701"/>
                <a:gd name="connsiteY7" fmla="*/ 17677 h 1065277"/>
                <a:gd name="connsiteX8" fmla="*/ 372185 w 930701"/>
                <a:gd name="connsiteY8" fmla="*/ -261 h 1065277"/>
                <a:gd name="connsiteX9" fmla="*/ 310174 w 930701"/>
                <a:gd name="connsiteY9" fmla="*/ 61722 h 1065277"/>
                <a:gd name="connsiteX10" fmla="*/ 310174 w 930701"/>
                <a:gd name="connsiteY10" fmla="*/ 222154 h 1065277"/>
                <a:gd name="connsiteX11" fmla="*/ 620398 w 930701"/>
                <a:gd name="connsiteY11" fmla="*/ 532378 h 1065277"/>
                <a:gd name="connsiteX12" fmla="*/ 310174 w 930701"/>
                <a:gd name="connsiteY12" fmla="*/ 842574 h 1065277"/>
                <a:gd name="connsiteX13" fmla="*/ 310174 w 930701"/>
                <a:gd name="connsiteY13" fmla="*/ 1003062 h 1065277"/>
                <a:gd name="connsiteX14" fmla="*/ 372241 w 930701"/>
                <a:gd name="connsiteY14" fmla="*/ 1065017 h 1065277"/>
                <a:gd name="connsiteX15" fmla="*/ 415865 w 930701"/>
                <a:gd name="connsiteY15" fmla="*/ 1047023 h 1065277"/>
                <a:gd name="connsiteX16" fmla="*/ 930623 w 930701"/>
                <a:gd name="connsiteY16" fmla="*/ 532378 h 1065277"/>
                <a:gd name="connsiteX17" fmla="*/ 416062 w 930701"/>
                <a:gd name="connsiteY17" fmla="*/ 17818 h 1065277"/>
                <a:gd name="connsiteX18" fmla="*/ 372185 w 930701"/>
                <a:gd name="connsiteY18" fmla="*/ -261 h 106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1" h="1065277">
                  <a:moveTo>
                    <a:pt x="310174" y="222154"/>
                  </a:moveTo>
                  <a:lnTo>
                    <a:pt x="310174" y="842546"/>
                  </a:lnTo>
                  <a:lnTo>
                    <a:pt x="106118" y="1046574"/>
                  </a:lnTo>
                  <a:cubicBezTo>
                    <a:pt x="82004" y="1070940"/>
                    <a:pt x="42703" y="1071165"/>
                    <a:pt x="18337" y="1047051"/>
                  </a:cubicBezTo>
                  <a:cubicBezTo>
                    <a:pt x="6519" y="1035373"/>
                    <a:pt x="-106" y="1019400"/>
                    <a:pt x="-78" y="1002781"/>
                  </a:cubicBezTo>
                  <a:lnTo>
                    <a:pt x="-78" y="61722"/>
                  </a:lnTo>
                  <a:cubicBezTo>
                    <a:pt x="-22" y="27446"/>
                    <a:pt x="27797" y="-317"/>
                    <a:pt x="62073" y="-261"/>
                  </a:cubicBezTo>
                  <a:cubicBezTo>
                    <a:pt x="78383" y="-233"/>
                    <a:pt x="94047" y="6195"/>
                    <a:pt x="105641" y="17677"/>
                  </a:cubicBezTo>
                  <a:close/>
                  <a:moveTo>
                    <a:pt x="372185" y="-261"/>
                  </a:moveTo>
                  <a:cubicBezTo>
                    <a:pt x="337937" y="-261"/>
                    <a:pt x="310202" y="27474"/>
                    <a:pt x="310174" y="61722"/>
                  </a:cubicBezTo>
                  <a:lnTo>
                    <a:pt x="310174" y="222154"/>
                  </a:lnTo>
                  <a:lnTo>
                    <a:pt x="620398" y="532378"/>
                  </a:lnTo>
                  <a:lnTo>
                    <a:pt x="310174" y="842574"/>
                  </a:lnTo>
                  <a:lnTo>
                    <a:pt x="310174" y="1003062"/>
                  </a:lnTo>
                  <a:cubicBezTo>
                    <a:pt x="310202" y="1037310"/>
                    <a:pt x="337993" y="1065045"/>
                    <a:pt x="372241" y="1065017"/>
                  </a:cubicBezTo>
                  <a:cubicBezTo>
                    <a:pt x="388579" y="1065017"/>
                    <a:pt x="404272" y="1058533"/>
                    <a:pt x="415865" y="1047023"/>
                  </a:cubicBezTo>
                  <a:lnTo>
                    <a:pt x="930623" y="532378"/>
                  </a:lnTo>
                  <a:lnTo>
                    <a:pt x="416062" y="17818"/>
                  </a:lnTo>
                  <a:cubicBezTo>
                    <a:pt x="404412" y="6195"/>
                    <a:pt x="388636" y="-289"/>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206" name="Graphic 168">
              <a:extLst>
                <a:ext uri="{FF2B5EF4-FFF2-40B4-BE49-F238E27FC236}">
                  <a16:creationId xmlns:a16="http://schemas.microsoft.com/office/drawing/2014/main" id="{35D26413-32A3-4B6E-BAA3-D1E57AD7377A}"/>
                </a:ext>
              </a:extLst>
            </p:cNvPr>
            <p:cNvSpPr/>
            <p:nvPr/>
          </p:nvSpPr>
          <p:spPr>
            <a:xfrm>
              <a:off x="8027366" y="5182379"/>
              <a:ext cx="930700" cy="1065278"/>
            </a:xfrm>
            <a:custGeom>
              <a:avLst/>
              <a:gdLst>
                <a:gd name="connsiteX0" fmla="*/ 310174 w 930700"/>
                <a:gd name="connsiteY0" fmla="*/ 222154 h 1065278"/>
                <a:gd name="connsiteX1" fmla="*/ 310174 w 930700"/>
                <a:gd name="connsiteY1" fmla="*/ 842546 h 1065278"/>
                <a:gd name="connsiteX2" fmla="*/ 106146 w 930700"/>
                <a:gd name="connsiteY2" fmla="*/ 1046574 h 1065278"/>
                <a:gd name="connsiteX3" fmla="*/ 18337 w 930700"/>
                <a:gd name="connsiteY3" fmla="*/ 1047023 h 1065278"/>
                <a:gd name="connsiteX4" fmla="*/ -78 w 930700"/>
                <a:gd name="connsiteY4" fmla="*/ 1002781 h 1065278"/>
                <a:gd name="connsiteX5" fmla="*/ -78 w 930700"/>
                <a:gd name="connsiteY5" fmla="*/ 61722 h 1065278"/>
                <a:gd name="connsiteX6" fmla="*/ 62073 w 930700"/>
                <a:gd name="connsiteY6" fmla="*/ -261 h 1065278"/>
                <a:gd name="connsiteX7" fmla="*/ 105641 w 930700"/>
                <a:gd name="connsiteY7" fmla="*/ 17677 h 1065278"/>
                <a:gd name="connsiteX8" fmla="*/ 372185 w 930700"/>
                <a:gd name="connsiteY8" fmla="*/ -261 h 1065278"/>
                <a:gd name="connsiteX9" fmla="*/ 310174 w 930700"/>
                <a:gd name="connsiteY9" fmla="*/ 61722 h 1065278"/>
                <a:gd name="connsiteX10" fmla="*/ 310174 w 930700"/>
                <a:gd name="connsiteY10" fmla="*/ 222154 h 1065278"/>
                <a:gd name="connsiteX11" fmla="*/ 620398 w 930700"/>
                <a:gd name="connsiteY11" fmla="*/ 532378 h 1065278"/>
                <a:gd name="connsiteX12" fmla="*/ 310174 w 930700"/>
                <a:gd name="connsiteY12" fmla="*/ 842574 h 1065278"/>
                <a:gd name="connsiteX13" fmla="*/ 310174 w 930700"/>
                <a:gd name="connsiteY13" fmla="*/ 1003062 h 1065278"/>
                <a:gd name="connsiteX14" fmla="*/ 372241 w 930700"/>
                <a:gd name="connsiteY14" fmla="*/ 1065017 h 1065278"/>
                <a:gd name="connsiteX15" fmla="*/ 415865 w 930700"/>
                <a:gd name="connsiteY15" fmla="*/ 1047023 h 1065278"/>
                <a:gd name="connsiteX16" fmla="*/ 930622 w 930700"/>
                <a:gd name="connsiteY16" fmla="*/ 532378 h 1065278"/>
                <a:gd name="connsiteX17" fmla="*/ 415977 w 930700"/>
                <a:gd name="connsiteY17" fmla="*/ 17818 h 1065278"/>
                <a:gd name="connsiteX18" fmla="*/ 372101 w 930700"/>
                <a:gd name="connsiteY18" fmla="*/ -261 h 106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278">
                  <a:moveTo>
                    <a:pt x="310174" y="222154"/>
                  </a:moveTo>
                  <a:lnTo>
                    <a:pt x="310174" y="842546"/>
                  </a:lnTo>
                  <a:lnTo>
                    <a:pt x="106146" y="1046574"/>
                  </a:lnTo>
                  <a:cubicBezTo>
                    <a:pt x="82032" y="1070940"/>
                    <a:pt x="42703" y="1071137"/>
                    <a:pt x="18337" y="1047023"/>
                  </a:cubicBezTo>
                  <a:cubicBezTo>
                    <a:pt x="6518" y="1035317"/>
                    <a:pt x="-106" y="1019400"/>
                    <a:pt x="-78" y="1002781"/>
                  </a:cubicBezTo>
                  <a:lnTo>
                    <a:pt x="-78" y="61722"/>
                  </a:lnTo>
                  <a:cubicBezTo>
                    <a:pt x="-22" y="27446"/>
                    <a:pt x="27797" y="-317"/>
                    <a:pt x="62073" y="-261"/>
                  </a:cubicBezTo>
                  <a:cubicBezTo>
                    <a:pt x="78383" y="-233"/>
                    <a:pt x="94047" y="6196"/>
                    <a:pt x="105641" y="17677"/>
                  </a:cubicBezTo>
                  <a:close/>
                  <a:moveTo>
                    <a:pt x="372185" y="-261"/>
                  </a:moveTo>
                  <a:cubicBezTo>
                    <a:pt x="337937" y="-261"/>
                    <a:pt x="310202" y="27475"/>
                    <a:pt x="310174" y="61722"/>
                  </a:cubicBezTo>
                  <a:lnTo>
                    <a:pt x="310174" y="222154"/>
                  </a:lnTo>
                  <a:lnTo>
                    <a:pt x="620398" y="532378"/>
                  </a:lnTo>
                  <a:lnTo>
                    <a:pt x="310174" y="842574"/>
                  </a:lnTo>
                  <a:lnTo>
                    <a:pt x="310174" y="1003062"/>
                  </a:lnTo>
                  <a:cubicBezTo>
                    <a:pt x="310202" y="1037310"/>
                    <a:pt x="337993" y="1065045"/>
                    <a:pt x="372241" y="1065017"/>
                  </a:cubicBezTo>
                  <a:cubicBezTo>
                    <a:pt x="388579" y="1065017"/>
                    <a:pt x="404272" y="1058533"/>
                    <a:pt x="415865" y="1047023"/>
                  </a:cubicBezTo>
                  <a:lnTo>
                    <a:pt x="930622" y="532378"/>
                  </a:lnTo>
                  <a:lnTo>
                    <a:pt x="415977" y="17818"/>
                  </a:lnTo>
                  <a:cubicBezTo>
                    <a:pt x="404356" y="6196"/>
                    <a:pt x="388551" y="-317"/>
                    <a:pt x="372101"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207" name="Graphic 168">
              <a:extLst>
                <a:ext uri="{FF2B5EF4-FFF2-40B4-BE49-F238E27FC236}">
                  <a16:creationId xmlns:a16="http://schemas.microsoft.com/office/drawing/2014/main" id="{35D26413-32A3-4B6E-BAA3-D1E57AD7377A}"/>
                </a:ext>
              </a:extLst>
            </p:cNvPr>
            <p:cNvSpPr/>
            <p:nvPr/>
          </p:nvSpPr>
          <p:spPr>
            <a:xfrm>
              <a:off x="9035769" y="5182379"/>
              <a:ext cx="930588" cy="1065277"/>
            </a:xfrm>
            <a:custGeom>
              <a:avLst/>
              <a:gdLst>
                <a:gd name="connsiteX0" fmla="*/ 310146 w 930588"/>
                <a:gd name="connsiteY0" fmla="*/ 222154 h 1065277"/>
                <a:gd name="connsiteX1" fmla="*/ 310146 w 930588"/>
                <a:gd name="connsiteY1" fmla="*/ 842546 h 1065277"/>
                <a:gd name="connsiteX2" fmla="*/ 106118 w 930588"/>
                <a:gd name="connsiteY2" fmla="*/ 1046574 h 1065277"/>
                <a:gd name="connsiteX3" fmla="*/ 18337 w 930588"/>
                <a:gd name="connsiteY3" fmla="*/ 1047051 h 1065277"/>
                <a:gd name="connsiteX4" fmla="*/ -78 w 930588"/>
                <a:gd name="connsiteY4" fmla="*/ 1002781 h 1065277"/>
                <a:gd name="connsiteX5" fmla="*/ -78 w 930588"/>
                <a:gd name="connsiteY5" fmla="*/ 61722 h 1065277"/>
                <a:gd name="connsiteX6" fmla="*/ 62073 w 930588"/>
                <a:gd name="connsiteY6" fmla="*/ -261 h 1065277"/>
                <a:gd name="connsiteX7" fmla="*/ 105641 w 930588"/>
                <a:gd name="connsiteY7" fmla="*/ 17677 h 1065277"/>
                <a:gd name="connsiteX8" fmla="*/ 372185 w 930588"/>
                <a:gd name="connsiteY8" fmla="*/ -261 h 1065277"/>
                <a:gd name="connsiteX9" fmla="*/ 310174 w 930588"/>
                <a:gd name="connsiteY9" fmla="*/ 61722 h 1065277"/>
                <a:gd name="connsiteX10" fmla="*/ 310174 w 930588"/>
                <a:gd name="connsiteY10" fmla="*/ 222154 h 1065277"/>
                <a:gd name="connsiteX11" fmla="*/ 620286 w 930588"/>
                <a:gd name="connsiteY11" fmla="*/ 532378 h 1065277"/>
                <a:gd name="connsiteX12" fmla="*/ 310062 w 930588"/>
                <a:gd name="connsiteY12" fmla="*/ 842574 h 1065277"/>
                <a:gd name="connsiteX13" fmla="*/ 310062 w 930588"/>
                <a:gd name="connsiteY13" fmla="*/ 1003062 h 1065277"/>
                <a:gd name="connsiteX14" fmla="*/ 372129 w 930588"/>
                <a:gd name="connsiteY14" fmla="*/ 1065017 h 1065277"/>
                <a:gd name="connsiteX15" fmla="*/ 415753 w 930588"/>
                <a:gd name="connsiteY15" fmla="*/ 1047023 h 1065277"/>
                <a:gd name="connsiteX16" fmla="*/ 930510 w 930588"/>
                <a:gd name="connsiteY16" fmla="*/ 532378 h 1065277"/>
                <a:gd name="connsiteX17" fmla="*/ 415949 w 930588"/>
                <a:gd name="connsiteY17" fmla="*/ 17818 h 1065277"/>
                <a:gd name="connsiteX18" fmla="*/ 372073 w 930588"/>
                <a:gd name="connsiteY18" fmla="*/ -261 h 106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588" h="1065277">
                  <a:moveTo>
                    <a:pt x="310146" y="222154"/>
                  </a:moveTo>
                  <a:lnTo>
                    <a:pt x="310146" y="842546"/>
                  </a:lnTo>
                  <a:lnTo>
                    <a:pt x="106118" y="1046574"/>
                  </a:lnTo>
                  <a:cubicBezTo>
                    <a:pt x="82004" y="1070940"/>
                    <a:pt x="42703" y="1071165"/>
                    <a:pt x="18337" y="1047051"/>
                  </a:cubicBezTo>
                  <a:cubicBezTo>
                    <a:pt x="6519" y="1035373"/>
                    <a:pt x="-106" y="1019400"/>
                    <a:pt x="-78" y="1002781"/>
                  </a:cubicBezTo>
                  <a:lnTo>
                    <a:pt x="-78" y="61722"/>
                  </a:lnTo>
                  <a:cubicBezTo>
                    <a:pt x="-22" y="27446"/>
                    <a:pt x="27797" y="-317"/>
                    <a:pt x="62073" y="-261"/>
                  </a:cubicBezTo>
                  <a:cubicBezTo>
                    <a:pt x="78383" y="-233"/>
                    <a:pt x="94047" y="6195"/>
                    <a:pt x="105641" y="17677"/>
                  </a:cubicBezTo>
                  <a:close/>
                  <a:moveTo>
                    <a:pt x="372185" y="-261"/>
                  </a:moveTo>
                  <a:cubicBezTo>
                    <a:pt x="337937" y="-261"/>
                    <a:pt x="310202" y="27474"/>
                    <a:pt x="310174" y="61722"/>
                  </a:cubicBezTo>
                  <a:lnTo>
                    <a:pt x="310174" y="222154"/>
                  </a:lnTo>
                  <a:lnTo>
                    <a:pt x="620286" y="532378"/>
                  </a:lnTo>
                  <a:lnTo>
                    <a:pt x="310062" y="842574"/>
                  </a:lnTo>
                  <a:lnTo>
                    <a:pt x="310062" y="1003062"/>
                  </a:lnTo>
                  <a:cubicBezTo>
                    <a:pt x="310090" y="1037310"/>
                    <a:pt x="337881" y="1065045"/>
                    <a:pt x="372129" y="1065017"/>
                  </a:cubicBezTo>
                  <a:cubicBezTo>
                    <a:pt x="388467" y="1065017"/>
                    <a:pt x="404159" y="1058533"/>
                    <a:pt x="415753" y="1047023"/>
                  </a:cubicBezTo>
                  <a:lnTo>
                    <a:pt x="930510" y="532378"/>
                  </a:lnTo>
                  <a:lnTo>
                    <a:pt x="415949" y="17818"/>
                  </a:lnTo>
                  <a:cubicBezTo>
                    <a:pt x="404300" y="6195"/>
                    <a:pt x="388523" y="-289"/>
                    <a:pt x="372073"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208" name="Graphic 168">
              <a:extLst>
                <a:ext uri="{FF2B5EF4-FFF2-40B4-BE49-F238E27FC236}">
                  <a16:creationId xmlns:a16="http://schemas.microsoft.com/office/drawing/2014/main" id="{35D26413-32A3-4B6E-BAA3-D1E57AD7377A}"/>
                </a:ext>
              </a:extLst>
            </p:cNvPr>
            <p:cNvSpPr/>
            <p:nvPr/>
          </p:nvSpPr>
          <p:spPr>
            <a:xfrm>
              <a:off x="10044145" y="5182379"/>
              <a:ext cx="930700" cy="1065278"/>
            </a:xfrm>
            <a:custGeom>
              <a:avLst/>
              <a:gdLst>
                <a:gd name="connsiteX0" fmla="*/ 310174 w 930700"/>
                <a:gd name="connsiteY0" fmla="*/ 222154 h 1065278"/>
                <a:gd name="connsiteX1" fmla="*/ 310174 w 930700"/>
                <a:gd name="connsiteY1" fmla="*/ 842546 h 1065278"/>
                <a:gd name="connsiteX2" fmla="*/ 106118 w 930700"/>
                <a:gd name="connsiteY2" fmla="*/ 1046574 h 1065278"/>
                <a:gd name="connsiteX3" fmla="*/ 18337 w 930700"/>
                <a:gd name="connsiteY3" fmla="*/ 1047051 h 1065278"/>
                <a:gd name="connsiteX4" fmla="*/ -78 w 930700"/>
                <a:gd name="connsiteY4" fmla="*/ 1002781 h 1065278"/>
                <a:gd name="connsiteX5" fmla="*/ -78 w 930700"/>
                <a:gd name="connsiteY5" fmla="*/ 61722 h 1065278"/>
                <a:gd name="connsiteX6" fmla="*/ 62074 w 930700"/>
                <a:gd name="connsiteY6" fmla="*/ -261 h 1065278"/>
                <a:gd name="connsiteX7" fmla="*/ 105641 w 930700"/>
                <a:gd name="connsiteY7" fmla="*/ 17677 h 1065278"/>
                <a:gd name="connsiteX8" fmla="*/ 372185 w 930700"/>
                <a:gd name="connsiteY8" fmla="*/ -261 h 1065278"/>
                <a:gd name="connsiteX9" fmla="*/ 310174 w 930700"/>
                <a:gd name="connsiteY9" fmla="*/ 61722 h 1065278"/>
                <a:gd name="connsiteX10" fmla="*/ 310174 w 930700"/>
                <a:gd name="connsiteY10" fmla="*/ 222154 h 1065278"/>
                <a:gd name="connsiteX11" fmla="*/ 620398 w 930700"/>
                <a:gd name="connsiteY11" fmla="*/ 532378 h 1065278"/>
                <a:gd name="connsiteX12" fmla="*/ 310174 w 930700"/>
                <a:gd name="connsiteY12" fmla="*/ 842574 h 1065278"/>
                <a:gd name="connsiteX13" fmla="*/ 310174 w 930700"/>
                <a:gd name="connsiteY13" fmla="*/ 1003062 h 1065278"/>
                <a:gd name="connsiteX14" fmla="*/ 372242 w 930700"/>
                <a:gd name="connsiteY14" fmla="*/ 1065017 h 1065278"/>
                <a:gd name="connsiteX15" fmla="*/ 415865 w 930700"/>
                <a:gd name="connsiteY15" fmla="*/ 1047023 h 1065278"/>
                <a:gd name="connsiteX16" fmla="*/ 930622 w 930700"/>
                <a:gd name="connsiteY16" fmla="*/ 532378 h 1065278"/>
                <a:gd name="connsiteX17" fmla="*/ 416062 w 930700"/>
                <a:gd name="connsiteY17" fmla="*/ 17818 h 1065278"/>
                <a:gd name="connsiteX18" fmla="*/ 372185 w 930700"/>
                <a:gd name="connsiteY18" fmla="*/ -261 h 106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278">
                  <a:moveTo>
                    <a:pt x="310174" y="222154"/>
                  </a:moveTo>
                  <a:lnTo>
                    <a:pt x="310174" y="842546"/>
                  </a:lnTo>
                  <a:lnTo>
                    <a:pt x="106118" y="1046574"/>
                  </a:lnTo>
                  <a:cubicBezTo>
                    <a:pt x="82004" y="1070940"/>
                    <a:pt x="42703" y="1071165"/>
                    <a:pt x="18337" y="1047051"/>
                  </a:cubicBezTo>
                  <a:cubicBezTo>
                    <a:pt x="6519" y="1035373"/>
                    <a:pt x="-106" y="1019400"/>
                    <a:pt x="-78" y="1002781"/>
                  </a:cubicBezTo>
                  <a:lnTo>
                    <a:pt x="-78" y="61722"/>
                  </a:lnTo>
                  <a:cubicBezTo>
                    <a:pt x="-22" y="27446"/>
                    <a:pt x="27797" y="-317"/>
                    <a:pt x="62074" y="-261"/>
                  </a:cubicBezTo>
                  <a:cubicBezTo>
                    <a:pt x="78383" y="-233"/>
                    <a:pt x="94047" y="6196"/>
                    <a:pt x="105641" y="17677"/>
                  </a:cubicBezTo>
                  <a:close/>
                  <a:moveTo>
                    <a:pt x="372185" y="-261"/>
                  </a:moveTo>
                  <a:cubicBezTo>
                    <a:pt x="337937" y="-261"/>
                    <a:pt x="310202" y="27475"/>
                    <a:pt x="310174" y="61722"/>
                  </a:cubicBezTo>
                  <a:lnTo>
                    <a:pt x="310174" y="222154"/>
                  </a:lnTo>
                  <a:lnTo>
                    <a:pt x="620398" y="532378"/>
                  </a:lnTo>
                  <a:lnTo>
                    <a:pt x="310174" y="842574"/>
                  </a:lnTo>
                  <a:lnTo>
                    <a:pt x="310174" y="1003062"/>
                  </a:lnTo>
                  <a:cubicBezTo>
                    <a:pt x="310202" y="1037310"/>
                    <a:pt x="337993" y="1065045"/>
                    <a:pt x="372242" y="1065017"/>
                  </a:cubicBezTo>
                  <a:cubicBezTo>
                    <a:pt x="388579" y="1065017"/>
                    <a:pt x="404272" y="1058533"/>
                    <a:pt x="415865" y="1047023"/>
                  </a:cubicBezTo>
                  <a:lnTo>
                    <a:pt x="930622" y="532378"/>
                  </a:lnTo>
                  <a:lnTo>
                    <a:pt x="416062" y="17818"/>
                  </a:lnTo>
                  <a:cubicBezTo>
                    <a:pt x="404440" y="6196"/>
                    <a:pt x="388635" y="-317"/>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209" name="Graphic 168">
              <a:extLst>
                <a:ext uri="{FF2B5EF4-FFF2-40B4-BE49-F238E27FC236}">
                  <a16:creationId xmlns:a16="http://schemas.microsoft.com/office/drawing/2014/main" id="{35D26413-32A3-4B6E-BAA3-D1E57AD7377A}"/>
                </a:ext>
              </a:extLst>
            </p:cNvPr>
            <p:cNvSpPr/>
            <p:nvPr/>
          </p:nvSpPr>
          <p:spPr>
            <a:xfrm>
              <a:off x="11052689" y="5182379"/>
              <a:ext cx="930616" cy="1065277"/>
            </a:xfrm>
            <a:custGeom>
              <a:avLst/>
              <a:gdLst>
                <a:gd name="connsiteX0" fmla="*/ 310146 w 930616"/>
                <a:gd name="connsiteY0" fmla="*/ 222154 h 1065277"/>
                <a:gd name="connsiteX1" fmla="*/ 310146 w 930616"/>
                <a:gd name="connsiteY1" fmla="*/ 842546 h 1065277"/>
                <a:gd name="connsiteX2" fmla="*/ 106118 w 930616"/>
                <a:gd name="connsiteY2" fmla="*/ 1046574 h 1065277"/>
                <a:gd name="connsiteX3" fmla="*/ 18337 w 930616"/>
                <a:gd name="connsiteY3" fmla="*/ 1047051 h 1065277"/>
                <a:gd name="connsiteX4" fmla="*/ -78 w 930616"/>
                <a:gd name="connsiteY4" fmla="*/ 1002781 h 1065277"/>
                <a:gd name="connsiteX5" fmla="*/ -78 w 930616"/>
                <a:gd name="connsiteY5" fmla="*/ 61722 h 1065277"/>
                <a:gd name="connsiteX6" fmla="*/ 62073 w 930616"/>
                <a:gd name="connsiteY6" fmla="*/ -261 h 1065277"/>
                <a:gd name="connsiteX7" fmla="*/ 105641 w 930616"/>
                <a:gd name="connsiteY7" fmla="*/ 17677 h 1065277"/>
                <a:gd name="connsiteX8" fmla="*/ 372157 w 930616"/>
                <a:gd name="connsiteY8" fmla="*/ -261 h 1065277"/>
                <a:gd name="connsiteX9" fmla="*/ 310146 w 930616"/>
                <a:gd name="connsiteY9" fmla="*/ 61722 h 1065277"/>
                <a:gd name="connsiteX10" fmla="*/ 310146 w 930616"/>
                <a:gd name="connsiteY10" fmla="*/ 222154 h 1065277"/>
                <a:gd name="connsiteX11" fmla="*/ 620370 w 930616"/>
                <a:gd name="connsiteY11" fmla="*/ 532378 h 1065277"/>
                <a:gd name="connsiteX12" fmla="*/ 310146 w 930616"/>
                <a:gd name="connsiteY12" fmla="*/ 842574 h 1065277"/>
                <a:gd name="connsiteX13" fmla="*/ 310146 w 930616"/>
                <a:gd name="connsiteY13" fmla="*/ 1003062 h 1065277"/>
                <a:gd name="connsiteX14" fmla="*/ 372269 w 930616"/>
                <a:gd name="connsiteY14" fmla="*/ 1065017 h 1065277"/>
                <a:gd name="connsiteX15" fmla="*/ 415865 w 930616"/>
                <a:gd name="connsiteY15" fmla="*/ 1047023 h 1065277"/>
                <a:gd name="connsiteX16" fmla="*/ 930538 w 930616"/>
                <a:gd name="connsiteY16" fmla="*/ 532378 h 1065277"/>
                <a:gd name="connsiteX17" fmla="*/ 416005 w 930616"/>
                <a:gd name="connsiteY17" fmla="*/ 17818 h 1065277"/>
                <a:gd name="connsiteX18" fmla="*/ 372101 w 930616"/>
                <a:gd name="connsiteY18" fmla="*/ -261 h 106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16" h="1065277">
                  <a:moveTo>
                    <a:pt x="310146" y="222154"/>
                  </a:moveTo>
                  <a:lnTo>
                    <a:pt x="310146" y="842546"/>
                  </a:lnTo>
                  <a:lnTo>
                    <a:pt x="106118" y="1046574"/>
                  </a:lnTo>
                  <a:cubicBezTo>
                    <a:pt x="82004" y="1070940"/>
                    <a:pt x="42703" y="1071165"/>
                    <a:pt x="18337" y="1047051"/>
                  </a:cubicBezTo>
                  <a:cubicBezTo>
                    <a:pt x="6519" y="1035373"/>
                    <a:pt x="-106" y="1019400"/>
                    <a:pt x="-78" y="1002781"/>
                  </a:cubicBezTo>
                  <a:lnTo>
                    <a:pt x="-78" y="61722"/>
                  </a:lnTo>
                  <a:cubicBezTo>
                    <a:pt x="-22" y="27446"/>
                    <a:pt x="27797" y="-317"/>
                    <a:pt x="62073" y="-261"/>
                  </a:cubicBezTo>
                  <a:cubicBezTo>
                    <a:pt x="78383" y="-233"/>
                    <a:pt x="94047" y="6195"/>
                    <a:pt x="105641" y="17677"/>
                  </a:cubicBezTo>
                  <a:close/>
                  <a:moveTo>
                    <a:pt x="372157" y="-261"/>
                  </a:moveTo>
                  <a:cubicBezTo>
                    <a:pt x="337909" y="-261"/>
                    <a:pt x="310174" y="27474"/>
                    <a:pt x="310146" y="61722"/>
                  </a:cubicBezTo>
                  <a:lnTo>
                    <a:pt x="310146" y="222154"/>
                  </a:lnTo>
                  <a:lnTo>
                    <a:pt x="620370" y="532378"/>
                  </a:lnTo>
                  <a:lnTo>
                    <a:pt x="310146" y="842574"/>
                  </a:lnTo>
                  <a:lnTo>
                    <a:pt x="310146" y="1003062"/>
                  </a:lnTo>
                  <a:cubicBezTo>
                    <a:pt x="310202" y="1037338"/>
                    <a:pt x="338021" y="1065045"/>
                    <a:pt x="372269" y="1065017"/>
                  </a:cubicBezTo>
                  <a:cubicBezTo>
                    <a:pt x="388607" y="1064989"/>
                    <a:pt x="404272" y="1058533"/>
                    <a:pt x="415865" y="1047023"/>
                  </a:cubicBezTo>
                  <a:lnTo>
                    <a:pt x="930538" y="532378"/>
                  </a:lnTo>
                  <a:lnTo>
                    <a:pt x="416005" y="17818"/>
                  </a:lnTo>
                  <a:cubicBezTo>
                    <a:pt x="404356" y="6195"/>
                    <a:pt x="388551" y="-289"/>
                    <a:pt x="372101"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210" name="Graphic 168">
              <a:extLst>
                <a:ext uri="{FF2B5EF4-FFF2-40B4-BE49-F238E27FC236}">
                  <a16:creationId xmlns:a16="http://schemas.microsoft.com/office/drawing/2014/main" id="{35D26413-32A3-4B6E-BAA3-D1E57AD7377A}"/>
                </a:ext>
              </a:extLst>
            </p:cNvPr>
            <p:cNvSpPr/>
            <p:nvPr/>
          </p:nvSpPr>
          <p:spPr>
            <a:xfrm>
              <a:off x="12060925" y="5182379"/>
              <a:ext cx="930700" cy="1065278"/>
            </a:xfrm>
            <a:custGeom>
              <a:avLst/>
              <a:gdLst>
                <a:gd name="connsiteX0" fmla="*/ 310174 w 930700"/>
                <a:gd name="connsiteY0" fmla="*/ 222154 h 1065278"/>
                <a:gd name="connsiteX1" fmla="*/ 310174 w 930700"/>
                <a:gd name="connsiteY1" fmla="*/ 842546 h 1065278"/>
                <a:gd name="connsiteX2" fmla="*/ 106118 w 930700"/>
                <a:gd name="connsiteY2" fmla="*/ 1046574 h 1065278"/>
                <a:gd name="connsiteX3" fmla="*/ 18337 w 930700"/>
                <a:gd name="connsiteY3" fmla="*/ 1047051 h 1065278"/>
                <a:gd name="connsiteX4" fmla="*/ -78 w 930700"/>
                <a:gd name="connsiteY4" fmla="*/ 1002781 h 1065278"/>
                <a:gd name="connsiteX5" fmla="*/ -78 w 930700"/>
                <a:gd name="connsiteY5" fmla="*/ 61722 h 1065278"/>
                <a:gd name="connsiteX6" fmla="*/ 62074 w 930700"/>
                <a:gd name="connsiteY6" fmla="*/ -261 h 1065278"/>
                <a:gd name="connsiteX7" fmla="*/ 105641 w 930700"/>
                <a:gd name="connsiteY7" fmla="*/ 17677 h 1065278"/>
                <a:gd name="connsiteX8" fmla="*/ 372185 w 930700"/>
                <a:gd name="connsiteY8" fmla="*/ -261 h 1065278"/>
                <a:gd name="connsiteX9" fmla="*/ 310174 w 930700"/>
                <a:gd name="connsiteY9" fmla="*/ 61722 h 1065278"/>
                <a:gd name="connsiteX10" fmla="*/ 310174 w 930700"/>
                <a:gd name="connsiteY10" fmla="*/ 222154 h 1065278"/>
                <a:gd name="connsiteX11" fmla="*/ 620398 w 930700"/>
                <a:gd name="connsiteY11" fmla="*/ 532378 h 1065278"/>
                <a:gd name="connsiteX12" fmla="*/ 310174 w 930700"/>
                <a:gd name="connsiteY12" fmla="*/ 842574 h 1065278"/>
                <a:gd name="connsiteX13" fmla="*/ 310174 w 930700"/>
                <a:gd name="connsiteY13" fmla="*/ 1003062 h 1065278"/>
                <a:gd name="connsiteX14" fmla="*/ 372242 w 930700"/>
                <a:gd name="connsiteY14" fmla="*/ 1065017 h 1065278"/>
                <a:gd name="connsiteX15" fmla="*/ 415866 w 930700"/>
                <a:gd name="connsiteY15" fmla="*/ 1047023 h 1065278"/>
                <a:gd name="connsiteX16" fmla="*/ 930622 w 930700"/>
                <a:gd name="connsiteY16" fmla="*/ 532378 h 1065278"/>
                <a:gd name="connsiteX17" fmla="*/ 416062 w 930700"/>
                <a:gd name="connsiteY17" fmla="*/ 17818 h 1065278"/>
                <a:gd name="connsiteX18" fmla="*/ 372185 w 930700"/>
                <a:gd name="connsiteY18" fmla="*/ -261 h 106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278">
                  <a:moveTo>
                    <a:pt x="310174" y="222154"/>
                  </a:moveTo>
                  <a:lnTo>
                    <a:pt x="310174" y="842546"/>
                  </a:lnTo>
                  <a:lnTo>
                    <a:pt x="106118" y="1046574"/>
                  </a:lnTo>
                  <a:cubicBezTo>
                    <a:pt x="82004" y="1070940"/>
                    <a:pt x="42703" y="1071165"/>
                    <a:pt x="18337" y="1047051"/>
                  </a:cubicBezTo>
                  <a:cubicBezTo>
                    <a:pt x="6519" y="1035373"/>
                    <a:pt x="-106" y="1019400"/>
                    <a:pt x="-78" y="1002781"/>
                  </a:cubicBezTo>
                  <a:lnTo>
                    <a:pt x="-78" y="61722"/>
                  </a:lnTo>
                  <a:cubicBezTo>
                    <a:pt x="-22" y="27446"/>
                    <a:pt x="27798" y="-317"/>
                    <a:pt x="62074" y="-261"/>
                  </a:cubicBezTo>
                  <a:cubicBezTo>
                    <a:pt x="78384" y="-233"/>
                    <a:pt x="94047" y="6196"/>
                    <a:pt x="105641" y="17677"/>
                  </a:cubicBezTo>
                  <a:close/>
                  <a:moveTo>
                    <a:pt x="372185" y="-261"/>
                  </a:moveTo>
                  <a:cubicBezTo>
                    <a:pt x="337938" y="-261"/>
                    <a:pt x="310202" y="27475"/>
                    <a:pt x="310174" y="61722"/>
                  </a:cubicBezTo>
                  <a:lnTo>
                    <a:pt x="310174" y="222154"/>
                  </a:lnTo>
                  <a:lnTo>
                    <a:pt x="620398" y="532378"/>
                  </a:lnTo>
                  <a:lnTo>
                    <a:pt x="310174" y="842574"/>
                  </a:lnTo>
                  <a:lnTo>
                    <a:pt x="310174" y="1003062"/>
                  </a:lnTo>
                  <a:cubicBezTo>
                    <a:pt x="310202" y="1037310"/>
                    <a:pt x="337994" y="1065045"/>
                    <a:pt x="372242" y="1065017"/>
                  </a:cubicBezTo>
                  <a:cubicBezTo>
                    <a:pt x="388580" y="1065017"/>
                    <a:pt x="404272" y="1058533"/>
                    <a:pt x="415866" y="1047023"/>
                  </a:cubicBezTo>
                  <a:lnTo>
                    <a:pt x="930622" y="532378"/>
                  </a:lnTo>
                  <a:lnTo>
                    <a:pt x="416062" y="17818"/>
                  </a:lnTo>
                  <a:cubicBezTo>
                    <a:pt x="404440" y="6196"/>
                    <a:pt x="388636" y="-317"/>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211" name="Graphic 168">
              <a:extLst>
                <a:ext uri="{FF2B5EF4-FFF2-40B4-BE49-F238E27FC236}">
                  <a16:creationId xmlns:a16="http://schemas.microsoft.com/office/drawing/2014/main" id="{35D26413-32A3-4B6E-BAA3-D1E57AD7377A}"/>
                </a:ext>
              </a:extLst>
            </p:cNvPr>
            <p:cNvSpPr/>
            <p:nvPr/>
          </p:nvSpPr>
          <p:spPr>
            <a:xfrm>
              <a:off x="3838708" y="4039370"/>
              <a:ext cx="930700" cy="1065277"/>
            </a:xfrm>
            <a:custGeom>
              <a:avLst/>
              <a:gdLst>
                <a:gd name="connsiteX0" fmla="*/ 310174 w 930700"/>
                <a:gd name="connsiteY0" fmla="*/ 222154 h 1065277"/>
                <a:gd name="connsiteX1" fmla="*/ 310174 w 930700"/>
                <a:gd name="connsiteY1" fmla="*/ 842546 h 1065277"/>
                <a:gd name="connsiteX2" fmla="*/ 106146 w 930700"/>
                <a:gd name="connsiteY2" fmla="*/ 1046573 h 1065277"/>
                <a:gd name="connsiteX3" fmla="*/ 18331 w 930700"/>
                <a:gd name="connsiteY3" fmla="*/ 1047023 h 1065277"/>
                <a:gd name="connsiteX4" fmla="*/ -78 w 930700"/>
                <a:gd name="connsiteY4" fmla="*/ 1002781 h 1065277"/>
                <a:gd name="connsiteX5" fmla="*/ -78 w 930700"/>
                <a:gd name="connsiteY5" fmla="*/ 61722 h 1065277"/>
                <a:gd name="connsiteX6" fmla="*/ 62068 w 930700"/>
                <a:gd name="connsiteY6" fmla="*/ -261 h 1065277"/>
                <a:gd name="connsiteX7" fmla="*/ 105641 w 930700"/>
                <a:gd name="connsiteY7" fmla="*/ 17677 h 1065277"/>
                <a:gd name="connsiteX8" fmla="*/ 372185 w 930700"/>
                <a:gd name="connsiteY8" fmla="*/ -261 h 1065277"/>
                <a:gd name="connsiteX9" fmla="*/ 310174 w 930700"/>
                <a:gd name="connsiteY9" fmla="*/ 61722 h 1065277"/>
                <a:gd name="connsiteX10" fmla="*/ 310174 w 930700"/>
                <a:gd name="connsiteY10" fmla="*/ 222154 h 1065277"/>
                <a:gd name="connsiteX11" fmla="*/ 620398 w 930700"/>
                <a:gd name="connsiteY11" fmla="*/ 532434 h 1065277"/>
                <a:gd name="connsiteX12" fmla="*/ 310174 w 930700"/>
                <a:gd name="connsiteY12" fmla="*/ 842574 h 1065277"/>
                <a:gd name="connsiteX13" fmla="*/ 310174 w 930700"/>
                <a:gd name="connsiteY13" fmla="*/ 1003061 h 1065277"/>
                <a:gd name="connsiteX14" fmla="*/ 372309 w 930700"/>
                <a:gd name="connsiteY14" fmla="*/ 1065017 h 1065277"/>
                <a:gd name="connsiteX15" fmla="*/ 415893 w 930700"/>
                <a:gd name="connsiteY15" fmla="*/ 1047023 h 1065277"/>
                <a:gd name="connsiteX16" fmla="*/ 930622 w 930700"/>
                <a:gd name="connsiteY16" fmla="*/ 532434 h 1065277"/>
                <a:gd name="connsiteX17" fmla="*/ 416062 w 930700"/>
                <a:gd name="connsiteY17" fmla="*/ 17873 h 1065277"/>
                <a:gd name="connsiteX18" fmla="*/ 372185 w 930700"/>
                <a:gd name="connsiteY18" fmla="*/ -205 h 106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277">
                  <a:moveTo>
                    <a:pt x="310174" y="222154"/>
                  </a:moveTo>
                  <a:lnTo>
                    <a:pt x="310174" y="842546"/>
                  </a:lnTo>
                  <a:lnTo>
                    <a:pt x="106146" y="1046573"/>
                  </a:lnTo>
                  <a:cubicBezTo>
                    <a:pt x="82018" y="1070940"/>
                    <a:pt x="42703" y="1071136"/>
                    <a:pt x="18331" y="1047023"/>
                  </a:cubicBezTo>
                  <a:cubicBezTo>
                    <a:pt x="6524" y="1035316"/>
                    <a:pt x="-106" y="1019400"/>
                    <a:pt x="-78" y="1002781"/>
                  </a:cubicBezTo>
                  <a:lnTo>
                    <a:pt x="-78" y="61722"/>
                  </a:lnTo>
                  <a:cubicBezTo>
                    <a:pt x="-36" y="27446"/>
                    <a:pt x="27789" y="-317"/>
                    <a:pt x="62068" y="-261"/>
                  </a:cubicBezTo>
                  <a:cubicBezTo>
                    <a:pt x="78386" y="-233"/>
                    <a:pt x="94039" y="6195"/>
                    <a:pt x="105641" y="17677"/>
                  </a:cubicBezTo>
                  <a:close/>
                  <a:moveTo>
                    <a:pt x="372185" y="-261"/>
                  </a:moveTo>
                  <a:cubicBezTo>
                    <a:pt x="337948" y="-261"/>
                    <a:pt x="310191" y="27474"/>
                    <a:pt x="310174" y="61722"/>
                  </a:cubicBezTo>
                  <a:lnTo>
                    <a:pt x="310174" y="222154"/>
                  </a:lnTo>
                  <a:lnTo>
                    <a:pt x="620398" y="532434"/>
                  </a:lnTo>
                  <a:lnTo>
                    <a:pt x="310174" y="842574"/>
                  </a:lnTo>
                  <a:lnTo>
                    <a:pt x="310174" y="1003061"/>
                  </a:lnTo>
                  <a:cubicBezTo>
                    <a:pt x="310227" y="1037338"/>
                    <a:pt x="338044" y="1065045"/>
                    <a:pt x="372309" y="1065017"/>
                  </a:cubicBezTo>
                  <a:cubicBezTo>
                    <a:pt x="388638" y="1064989"/>
                    <a:pt x="404297" y="1058532"/>
                    <a:pt x="415893" y="1047023"/>
                  </a:cubicBezTo>
                  <a:lnTo>
                    <a:pt x="930622" y="532434"/>
                  </a:lnTo>
                  <a:lnTo>
                    <a:pt x="416062" y="17873"/>
                  </a:lnTo>
                  <a:cubicBezTo>
                    <a:pt x="404429" y="6252"/>
                    <a:pt x="388635" y="-261"/>
                    <a:pt x="372185"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212" name="Graphic 168">
              <a:extLst>
                <a:ext uri="{FF2B5EF4-FFF2-40B4-BE49-F238E27FC236}">
                  <a16:creationId xmlns:a16="http://schemas.microsoft.com/office/drawing/2014/main" id="{35D26413-32A3-4B6E-BAA3-D1E57AD7377A}"/>
                </a:ext>
              </a:extLst>
            </p:cNvPr>
            <p:cNvSpPr/>
            <p:nvPr/>
          </p:nvSpPr>
          <p:spPr>
            <a:xfrm>
              <a:off x="4847140" y="4039370"/>
              <a:ext cx="930700" cy="1065334"/>
            </a:xfrm>
            <a:custGeom>
              <a:avLst/>
              <a:gdLst>
                <a:gd name="connsiteX0" fmla="*/ 310174 w 930700"/>
                <a:gd name="connsiteY0" fmla="*/ 222154 h 1065334"/>
                <a:gd name="connsiteX1" fmla="*/ 310174 w 930700"/>
                <a:gd name="connsiteY1" fmla="*/ 842546 h 1065334"/>
                <a:gd name="connsiteX2" fmla="*/ 106146 w 930700"/>
                <a:gd name="connsiteY2" fmla="*/ 1046573 h 1065334"/>
                <a:gd name="connsiteX3" fmla="*/ 18337 w 930700"/>
                <a:gd name="connsiteY3" fmla="*/ 1047023 h 1065334"/>
                <a:gd name="connsiteX4" fmla="*/ -78 w 930700"/>
                <a:gd name="connsiteY4" fmla="*/ 1002781 h 1065334"/>
                <a:gd name="connsiteX5" fmla="*/ -78 w 930700"/>
                <a:gd name="connsiteY5" fmla="*/ 61722 h 1065334"/>
                <a:gd name="connsiteX6" fmla="*/ 62129 w 930700"/>
                <a:gd name="connsiteY6" fmla="*/ -261 h 1065334"/>
                <a:gd name="connsiteX7" fmla="*/ 105669 w 930700"/>
                <a:gd name="connsiteY7" fmla="*/ 17677 h 1065334"/>
                <a:gd name="connsiteX8" fmla="*/ 372185 w 930700"/>
                <a:gd name="connsiteY8" fmla="*/ -261 h 1065334"/>
                <a:gd name="connsiteX9" fmla="*/ 310174 w 930700"/>
                <a:gd name="connsiteY9" fmla="*/ 61722 h 1065334"/>
                <a:gd name="connsiteX10" fmla="*/ 310174 w 930700"/>
                <a:gd name="connsiteY10" fmla="*/ 222154 h 1065334"/>
                <a:gd name="connsiteX11" fmla="*/ 620398 w 930700"/>
                <a:gd name="connsiteY11" fmla="*/ 532434 h 1065334"/>
                <a:gd name="connsiteX12" fmla="*/ 310174 w 930700"/>
                <a:gd name="connsiteY12" fmla="*/ 842630 h 1065334"/>
                <a:gd name="connsiteX13" fmla="*/ 310174 w 930700"/>
                <a:gd name="connsiteY13" fmla="*/ 1003118 h 1065334"/>
                <a:gd name="connsiteX14" fmla="*/ 372298 w 930700"/>
                <a:gd name="connsiteY14" fmla="*/ 1065073 h 1065334"/>
                <a:gd name="connsiteX15" fmla="*/ 415893 w 930700"/>
                <a:gd name="connsiteY15" fmla="*/ 1047079 h 1065334"/>
                <a:gd name="connsiteX16" fmla="*/ 930622 w 930700"/>
                <a:gd name="connsiteY16" fmla="*/ 532434 h 1065334"/>
                <a:gd name="connsiteX17" fmla="*/ 416062 w 930700"/>
                <a:gd name="connsiteY17" fmla="*/ 17873 h 1065334"/>
                <a:gd name="connsiteX18" fmla="*/ 372185 w 930700"/>
                <a:gd name="connsiteY18" fmla="*/ -205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4">
                  <a:moveTo>
                    <a:pt x="310174" y="222154"/>
                  </a:moveTo>
                  <a:lnTo>
                    <a:pt x="310174" y="842546"/>
                  </a:lnTo>
                  <a:lnTo>
                    <a:pt x="106146" y="1046573"/>
                  </a:lnTo>
                  <a:cubicBezTo>
                    <a:pt x="82033" y="1070940"/>
                    <a:pt x="42704" y="1071136"/>
                    <a:pt x="18337" y="1047023"/>
                  </a:cubicBezTo>
                  <a:cubicBezTo>
                    <a:pt x="6519" y="1035316"/>
                    <a:pt x="-106" y="1019400"/>
                    <a:pt x="-78" y="1002781"/>
                  </a:cubicBezTo>
                  <a:lnTo>
                    <a:pt x="-78" y="61722"/>
                  </a:lnTo>
                  <a:cubicBezTo>
                    <a:pt x="-22" y="27418"/>
                    <a:pt x="27853" y="-317"/>
                    <a:pt x="62129" y="-261"/>
                  </a:cubicBezTo>
                  <a:cubicBezTo>
                    <a:pt x="78439" y="-233"/>
                    <a:pt x="94075" y="6224"/>
                    <a:pt x="105669" y="17677"/>
                  </a:cubicBezTo>
                  <a:close/>
                  <a:moveTo>
                    <a:pt x="372185" y="-261"/>
                  </a:moveTo>
                  <a:cubicBezTo>
                    <a:pt x="337937" y="-261"/>
                    <a:pt x="310202" y="27474"/>
                    <a:pt x="310174" y="61722"/>
                  </a:cubicBezTo>
                  <a:lnTo>
                    <a:pt x="310174" y="222154"/>
                  </a:lnTo>
                  <a:lnTo>
                    <a:pt x="620398" y="532434"/>
                  </a:lnTo>
                  <a:lnTo>
                    <a:pt x="310174" y="842630"/>
                  </a:lnTo>
                  <a:lnTo>
                    <a:pt x="310174" y="1003118"/>
                  </a:lnTo>
                  <a:cubicBezTo>
                    <a:pt x="310230" y="1037393"/>
                    <a:pt x="338049" y="1065101"/>
                    <a:pt x="372298" y="1065073"/>
                  </a:cubicBezTo>
                  <a:cubicBezTo>
                    <a:pt x="388635" y="1065045"/>
                    <a:pt x="404299" y="1058588"/>
                    <a:pt x="415893" y="1047079"/>
                  </a:cubicBezTo>
                  <a:lnTo>
                    <a:pt x="930622" y="532434"/>
                  </a:lnTo>
                  <a:lnTo>
                    <a:pt x="416062" y="17873"/>
                  </a:lnTo>
                  <a:cubicBezTo>
                    <a:pt x="404440" y="6252"/>
                    <a:pt x="388635" y="-261"/>
                    <a:pt x="372185"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213" name="Graphic 168">
              <a:extLst>
                <a:ext uri="{FF2B5EF4-FFF2-40B4-BE49-F238E27FC236}">
                  <a16:creationId xmlns:a16="http://schemas.microsoft.com/office/drawing/2014/main" id="{35D26413-32A3-4B6E-BAA3-D1E57AD7377A}"/>
                </a:ext>
              </a:extLst>
            </p:cNvPr>
            <p:cNvSpPr/>
            <p:nvPr/>
          </p:nvSpPr>
          <p:spPr>
            <a:xfrm>
              <a:off x="5855628" y="4039370"/>
              <a:ext cx="930644" cy="1065334"/>
            </a:xfrm>
            <a:custGeom>
              <a:avLst/>
              <a:gdLst>
                <a:gd name="connsiteX0" fmla="*/ 310118 w 930644"/>
                <a:gd name="connsiteY0" fmla="*/ 222154 h 1065334"/>
                <a:gd name="connsiteX1" fmla="*/ 310118 w 930644"/>
                <a:gd name="connsiteY1" fmla="*/ 842546 h 1065334"/>
                <a:gd name="connsiteX2" fmla="*/ 106146 w 930644"/>
                <a:gd name="connsiteY2" fmla="*/ 1046601 h 1065334"/>
                <a:gd name="connsiteX3" fmla="*/ 18337 w 930644"/>
                <a:gd name="connsiteY3" fmla="*/ 1047051 h 1065334"/>
                <a:gd name="connsiteX4" fmla="*/ -78 w 930644"/>
                <a:gd name="connsiteY4" fmla="*/ 1002809 h 1065334"/>
                <a:gd name="connsiteX5" fmla="*/ -78 w 930644"/>
                <a:gd name="connsiteY5" fmla="*/ 61722 h 1065334"/>
                <a:gd name="connsiteX6" fmla="*/ 62129 w 930644"/>
                <a:gd name="connsiteY6" fmla="*/ -261 h 1065334"/>
                <a:gd name="connsiteX7" fmla="*/ 105669 w 930644"/>
                <a:gd name="connsiteY7" fmla="*/ 17677 h 1065334"/>
                <a:gd name="connsiteX8" fmla="*/ 372129 w 930644"/>
                <a:gd name="connsiteY8" fmla="*/ -261 h 1065334"/>
                <a:gd name="connsiteX9" fmla="*/ 310118 w 930644"/>
                <a:gd name="connsiteY9" fmla="*/ 61722 h 1065334"/>
                <a:gd name="connsiteX10" fmla="*/ 310118 w 930644"/>
                <a:gd name="connsiteY10" fmla="*/ 222154 h 1065334"/>
                <a:gd name="connsiteX11" fmla="*/ 620342 w 930644"/>
                <a:gd name="connsiteY11" fmla="*/ 532434 h 1065334"/>
                <a:gd name="connsiteX12" fmla="*/ 310118 w 930644"/>
                <a:gd name="connsiteY12" fmla="*/ 842630 h 1065334"/>
                <a:gd name="connsiteX13" fmla="*/ 310118 w 930644"/>
                <a:gd name="connsiteY13" fmla="*/ 1003118 h 1065334"/>
                <a:gd name="connsiteX14" fmla="*/ 372241 w 930644"/>
                <a:gd name="connsiteY14" fmla="*/ 1065073 h 1065334"/>
                <a:gd name="connsiteX15" fmla="*/ 415837 w 930644"/>
                <a:gd name="connsiteY15" fmla="*/ 1047079 h 1065334"/>
                <a:gd name="connsiteX16" fmla="*/ 930566 w 930644"/>
                <a:gd name="connsiteY16" fmla="*/ 532434 h 1065334"/>
                <a:gd name="connsiteX17" fmla="*/ 416005 w 930644"/>
                <a:gd name="connsiteY17" fmla="*/ 17873 h 1065334"/>
                <a:gd name="connsiteX18" fmla="*/ 372129 w 930644"/>
                <a:gd name="connsiteY18" fmla="*/ -205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44" h="1065334">
                  <a:moveTo>
                    <a:pt x="310118" y="222154"/>
                  </a:moveTo>
                  <a:lnTo>
                    <a:pt x="310118" y="842546"/>
                  </a:lnTo>
                  <a:lnTo>
                    <a:pt x="106146" y="1046601"/>
                  </a:lnTo>
                  <a:cubicBezTo>
                    <a:pt x="82032" y="1070968"/>
                    <a:pt x="42703" y="1071164"/>
                    <a:pt x="18337" y="1047051"/>
                  </a:cubicBezTo>
                  <a:cubicBezTo>
                    <a:pt x="6519" y="1035344"/>
                    <a:pt x="-106" y="1019428"/>
                    <a:pt x="-78" y="1002809"/>
                  </a:cubicBezTo>
                  <a:lnTo>
                    <a:pt x="-78" y="61722"/>
                  </a:lnTo>
                  <a:cubicBezTo>
                    <a:pt x="-22" y="27418"/>
                    <a:pt x="27853" y="-317"/>
                    <a:pt x="62129" y="-261"/>
                  </a:cubicBezTo>
                  <a:cubicBezTo>
                    <a:pt x="78439" y="-233"/>
                    <a:pt x="94075" y="6224"/>
                    <a:pt x="105669" y="17677"/>
                  </a:cubicBezTo>
                  <a:close/>
                  <a:moveTo>
                    <a:pt x="372129" y="-261"/>
                  </a:moveTo>
                  <a:cubicBezTo>
                    <a:pt x="337881" y="-261"/>
                    <a:pt x="310146" y="27474"/>
                    <a:pt x="310118" y="61722"/>
                  </a:cubicBezTo>
                  <a:lnTo>
                    <a:pt x="310118" y="222154"/>
                  </a:lnTo>
                  <a:lnTo>
                    <a:pt x="620342" y="532434"/>
                  </a:lnTo>
                  <a:lnTo>
                    <a:pt x="310118" y="842630"/>
                  </a:lnTo>
                  <a:lnTo>
                    <a:pt x="310118" y="1003118"/>
                  </a:lnTo>
                  <a:cubicBezTo>
                    <a:pt x="310174" y="1037393"/>
                    <a:pt x="337993" y="1065101"/>
                    <a:pt x="372241" y="1065073"/>
                  </a:cubicBezTo>
                  <a:cubicBezTo>
                    <a:pt x="388579" y="1065045"/>
                    <a:pt x="404243" y="1058588"/>
                    <a:pt x="415837" y="1047079"/>
                  </a:cubicBezTo>
                  <a:lnTo>
                    <a:pt x="930566" y="532434"/>
                  </a:lnTo>
                  <a:lnTo>
                    <a:pt x="416005" y="17873"/>
                  </a:lnTo>
                  <a:cubicBezTo>
                    <a:pt x="404384" y="6252"/>
                    <a:pt x="388579" y="-261"/>
                    <a:pt x="372129"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214" name="Graphic 168">
              <a:extLst>
                <a:ext uri="{FF2B5EF4-FFF2-40B4-BE49-F238E27FC236}">
                  <a16:creationId xmlns:a16="http://schemas.microsoft.com/office/drawing/2014/main" id="{35D26413-32A3-4B6E-BAA3-D1E57AD7377A}"/>
                </a:ext>
              </a:extLst>
            </p:cNvPr>
            <p:cNvSpPr/>
            <p:nvPr/>
          </p:nvSpPr>
          <p:spPr>
            <a:xfrm>
              <a:off x="6864032" y="4039370"/>
              <a:ext cx="930672" cy="1065334"/>
            </a:xfrm>
            <a:custGeom>
              <a:avLst/>
              <a:gdLst>
                <a:gd name="connsiteX0" fmla="*/ 310146 w 930672"/>
                <a:gd name="connsiteY0" fmla="*/ 222154 h 1065334"/>
                <a:gd name="connsiteX1" fmla="*/ 310146 w 930672"/>
                <a:gd name="connsiteY1" fmla="*/ 842546 h 1065334"/>
                <a:gd name="connsiteX2" fmla="*/ 106118 w 930672"/>
                <a:gd name="connsiteY2" fmla="*/ 1046573 h 1065334"/>
                <a:gd name="connsiteX3" fmla="*/ 18337 w 930672"/>
                <a:gd name="connsiteY3" fmla="*/ 1047051 h 1065334"/>
                <a:gd name="connsiteX4" fmla="*/ -78 w 930672"/>
                <a:gd name="connsiteY4" fmla="*/ 1002781 h 1065334"/>
                <a:gd name="connsiteX5" fmla="*/ -78 w 930672"/>
                <a:gd name="connsiteY5" fmla="*/ 61722 h 1065334"/>
                <a:gd name="connsiteX6" fmla="*/ 62073 w 930672"/>
                <a:gd name="connsiteY6" fmla="*/ -261 h 1065334"/>
                <a:gd name="connsiteX7" fmla="*/ 105641 w 930672"/>
                <a:gd name="connsiteY7" fmla="*/ 17677 h 1065334"/>
                <a:gd name="connsiteX8" fmla="*/ 372157 w 930672"/>
                <a:gd name="connsiteY8" fmla="*/ -261 h 1065334"/>
                <a:gd name="connsiteX9" fmla="*/ 310146 w 930672"/>
                <a:gd name="connsiteY9" fmla="*/ 61722 h 1065334"/>
                <a:gd name="connsiteX10" fmla="*/ 310146 w 930672"/>
                <a:gd name="connsiteY10" fmla="*/ 222154 h 1065334"/>
                <a:gd name="connsiteX11" fmla="*/ 620370 w 930672"/>
                <a:gd name="connsiteY11" fmla="*/ 532434 h 1065334"/>
                <a:gd name="connsiteX12" fmla="*/ 310146 w 930672"/>
                <a:gd name="connsiteY12" fmla="*/ 842630 h 1065334"/>
                <a:gd name="connsiteX13" fmla="*/ 310146 w 930672"/>
                <a:gd name="connsiteY13" fmla="*/ 1003118 h 1065334"/>
                <a:gd name="connsiteX14" fmla="*/ 372269 w 930672"/>
                <a:gd name="connsiteY14" fmla="*/ 1065073 h 1065334"/>
                <a:gd name="connsiteX15" fmla="*/ 415865 w 930672"/>
                <a:gd name="connsiteY15" fmla="*/ 1047079 h 1065334"/>
                <a:gd name="connsiteX16" fmla="*/ 930594 w 930672"/>
                <a:gd name="connsiteY16" fmla="*/ 532434 h 1065334"/>
                <a:gd name="connsiteX17" fmla="*/ 416062 w 930672"/>
                <a:gd name="connsiteY17" fmla="*/ 17873 h 1065334"/>
                <a:gd name="connsiteX18" fmla="*/ 372157 w 930672"/>
                <a:gd name="connsiteY18" fmla="*/ -205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72" h="1065334">
                  <a:moveTo>
                    <a:pt x="310146" y="222154"/>
                  </a:moveTo>
                  <a:lnTo>
                    <a:pt x="310146" y="842546"/>
                  </a:lnTo>
                  <a:lnTo>
                    <a:pt x="106118" y="1046573"/>
                  </a:lnTo>
                  <a:cubicBezTo>
                    <a:pt x="82004" y="1070940"/>
                    <a:pt x="42703" y="1071164"/>
                    <a:pt x="18337" y="1047051"/>
                  </a:cubicBezTo>
                  <a:cubicBezTo>
                    <a:pt x="6519" y="1035372"/>
                    <a:pt x="-106" y="1019400"/>
                    <a:pt x="-78" y="1002781"/>
                  </a:cubicBezTo>
                  <a:lnTo>
                    <a:pt x="-78" y="61722"/>
                  </a:lnTo>
                  <a:cubicBezTo>
                    <a:pt x="-22" y="27446"/>
                    <a:pt x="27797" y="-317"/>
                    <a:pt x="62073" y="-261"/>
                  </a:cubicBezTo>
                  <a:cubicBezTo>
                    <a:pt x="78383" y="-233"/>
                    <a:pt x="94047" y="6195"/>
                    <a:pt x="105641" y="17677"/>
                  </a:cubicBezTo>
                  <a:close/>
                  <a:moveTo>
                    <a:pt x="372157" y="-261"/>
                  </a:moveTo>
                  <a:cubicBezTo>
                    <a:pt x="337909" y="-261"/>
                    <a:pt x="310174" y="27474"/>
                    <a:pt x="310146" y="61722"/>
                  </a:cubicBezTo>
                  <a:lnTo>
                    <a:pt x="310146" y="222154"/>
                  </a:lnTo>
                  <a:lnTo>
                    <a:pt x="620370" y="532434"/>
                  </a:lnTo>
                  <a:lnTo>
                    <a:pt x="310146" y="842630"/>
                  </a:lnTo>
                  <a:lnTo>
                    <a:pt x="310146" y="1003118"/>
                  </a:lnTo>
                  <a:cubicBezTo>
                    <a:pt x="310202" y="1037393"/>
                    <a:pt x="338021" y="1065101"/>
                    <a:pt x="372269" y="1065073"/>
                  </a:cubicBezTo>
                  <a:cubicBezTo>
                    <a:pt x="388607" y="1065045"/>
                    <a:pt x="404272" y="1058588"/>
                    <a:pt x="415865" y="1047079"/>
                  </a:cubicBezTo>
                  <a:lnTo>
                    <a:pt x="930594" y="532434"/>
                  </a:lnTo>
                  <a:lnTo>
                    <a:pt x="416062" y="17873"/>
                  </a:lnTo>
                  <a:cubicBezTo>
                    <a:pt x="404412" y="6252"/>
                    <a:pt x="388607" y="-233"/>
                    <a:pt x="372157"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215" name="Graphic 168">
              <a:extLst>
                <a:ext uri="{FF2B5EF4-FFF2-40B4-BE49-F238E27FC236}">
                  <a16:creationId xmlns:a16="http://schemas.microsoft.com/office/drawing/2014/main" id="{35D26413-32A3-4B6E-BAA3-D1E57AD7377A}"/>
                </a:ext>
              </a:extLst>
            </p:cNvPr>
            <p:cNvSpPr/>
            <p:nvPr/>
          </p:nvSpPr>
          <p:spPr>
            <a:xfrm>
              <a:off x="7872464" y="4039370"/>
              <a:ext cx="930671" cy="1065334"/>
            </a:xfrm>
            <a:custGeom>
              <a:avLst/>
              <a:gdLst>
                <a:gd name="connsiteX0" fmla="*/ 310146 w 930671"/>
                <a:gd name="connsiteY0" fmla="*/ 222154 h 1065334"/>
                <a:gd name="connsiteX1" fmla="*/ 310146 w 930671"/>
                <a:gd name="connsiteY1" fmla="*/ 842546 h 1065334"/>
                <a:gd name="connsiteX2" fmla="*/ 106118 w 930671"/>
                <a:gd name="connsiteY2" fmla="*/ 1046573 h 1065334"/>
                <a:gd name="connsiteX3" fmla="*/ 18336 w 930671"/>
                <a:gd name="connsiteY3" fmla="*/ 1047051 h 1065334"/>
                <a:gd name="connsiteX4" fmla="*/ -78 w 930671"/>
                <a:gd name="connsiteY4" fmla="*/ 1002781 h 1065334"/>
                <a:gd name="connsiteX5" fmla="*/ -78 w 930671"/>
                <a:gd name="connsiteY5" fmla="*/ 61722 h 1065334"/>
                <a:gd name="connsiteX6" fmla="*/ 62073 w 930671"/>
                <a:gd name="connsiteY6" fmla="*/ -261 h 1065334"/>
                <a:gd name="connsiteX7" fmla="*/ 105641 w 930671"/>
                <a:gd name="connsiteY7" fmla="*/ 17677 h 1065334"/>
                <a:gd name="connsiteX8" fmla="*/ 372157 w 930671"/>
                <a:gd name="connsiteY8" fmla="*/ -261 h 1065334"/>
                <a:gd name="connsiteX9" fmla="*/ 310146 w 930671"/>
                <a:gd name="connsiteY9" fmla="*/ 61722 h 1065334"/>
                <a:gd name="connsiteX10" fmla="*/ 310146 w 930671"/>
                <a:gd name="connsiteY10" fmla="*/ 222154 h 1065334"/>
                <a:gd name="connsiteX11" fmla="*/ 620369 w 930671"/>
                <a:gd name="connsiteY11" fmla="*/ 532434 h 1065334"/>
                <a:gd name="connsiteX12" fmla="*/ 310146 w 930671"/>
                <a:gd name="connsiteY12" fmla="*/ 842630 h 1065334"/>
                <a:gd name="connsiteX13" fmla="*/ 310146 w 930671"/>
                <a:gd name="connsiteY13" fmla="*/ 1003118 h 1065334"/>
                <a:gd name="connsiteX14" fmla="*/ 372269 w 930671"/>
                <a:gd name="connsiteY14" fmla="*/ 1065073 h 1065334"/>
                <a:gd name="connsiteX15" fmla="*/ 415865 w 930671"/>
                <a:gd name="connsiteY15" fmla="*/ 1047079 h 1065334"/>
                <a:gd name="connsiteX16" fmla="*/ 930594 w 930671"/>
                <a:gd name="connsiteY16" fmla="*/ 532434 h 1065334"/>
                <a:gd name="connsiteX17" fmla="*/ 416062 w 930671"/>
                <a:gd name="connsiteY17" fmla="*/ 17873 h 1065334"/>
                <a:gd name="connsiteX18" fmla="*/ 372157 w 930671"/>
                <a:gd name="connsiteY18" fmla="*/ -205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71" h="1065334">
                  <a:moveTo>
                    <a:pt x="310146" y="222154"/>
                  </a:moveTo>
                  <a:lnTo>
                    <a:pt x="310146" y="842546"/>
                  </a:lnTo>
                  <a:lnTo>
                    <a:pt x="106118" y="1046573"/>
                  </a:lnTo>
                  <a:cubicBezTo>
                    <a:pt x="82004" y="1070940"/>
                    <a:pt x="42703" y="1071164"/>
                    <a:pt x="18336" y="1047051"/>
                  </a:cubicBezTo>
                  <a:cubicBezTo>
                    <a:pt x="6518" y="1035372"/>
                    <a:pt x="-106" y="1019400"/>
                    <a:pt x="-78" y="1002781"/>
                  </a:cubicBezTo>
                  <a:lnTo>
                    <a:pt x="-78" y="61722"/>
                  </a:lnTo>
                  <a:cubicBezTo>
                    <a:pt x="-23" y="27446"/>
                    <a:pt x="27797" y="-317"/>
                    <a:pt x="62073" y="-261"/>
                  </a:cubicBezTo>
                  <a:cubicBezTo>
                    <a:pt x="78383" y="-233"/>
                    <a:pt x="94047" y="6195"/>
                    <a:pt x="105641" y="17677"/>
                  </a:cubicBezTo>
                  <a:close/>
                  <a:moveTo>
                    <a:pt x="372157" y="-261"/>
                  </a:moveTo>
                  <a:cubicBezTo>
                    <a:pt x="337909" y="-261"/>
                    <a:pt x="310173" y="27474"/>
                    <a:pt x="310146" y="61722"/>
                  </a:cubicBezTo>
                  <a:lnTo>
                    <a:pt x="310146" y="222154"/>
                  </a:lnTo>
                  <a:lnTo>
                    <a:pt x="620369" y="532434"/>
                  </a:lnTo>
                  <a:lnTo>
                    <a:pt x="310146" y="842630"/>
                  </a:lnTo>
                  <a:lnTo>
                    <a:pt x="310146" y="1003118"/>
                  </a:lnTo>
                  <a:cubicBezTo>
                    <a:pt x="310201" y="1037393"/>
                    <a:pt x="338021" y="1065101"/>
                    <a:pt x="372269" y="1065073"/>
                  </a:cubicBezTo>
                  <a:cubicBezTo>
                    <a:pt x="388607" y="1065045"/>
                    <a:pt x="404271" y="1058588"/>
                    <a:pt x="415865" y="1047079"/>
                  </a:cubicBezTo>
                  <a:lnTo>
                    <a:pt x="930594" y="532434"/>
                  </a:lnTo>
                  <a:lnTo>
                    <a:pt x="416062" y="17873"/>
                  </a:lnTo>
                  <a:cubicBezTo>
                    <a:pt x="404411" y="6252"/>
                    <a:pt x="388607" y="-233"/>
                    <a:pt x="372157"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216" name="Graphic 168">
              <a:extLst>
                <a:ext uri="{FF2B5EF4-FFF2-40B4-BE49-F238E27FC236}">
                  <a16:creationId xmlns:a16="http://schemas.microsoft.com/office/drawing/2014/main" id="{35D26413-32A3-4B6E-BAA3-D1E57AD7377A}"/>
                </a:ext>
              </a:extLst>
            </p:cNvPr>
            <p:cNvSpPr/>
            <p:nvPr/>
          </p:nvSpPr>
          <p:spPr>
            <a:xfrm>
              <a:off x="8880896" y="4039370"/>
              <a:ext cx="930672" cy="1065334"/>
            </a:xfrm>
            <a:custGeom>
              <a:avLst/>
              <a:gdLst>
                <a:gd name="connsiteX0" fmla="*/ 310146 w 930672"/>
                <a:gd name="connsiteY0" fmla="*/ 222154 h 1065334"/>
                <a:gd name="connsiteX1" fmla="*/ 310146 w 930672"/>
                <a:gd name="connsiteY1" fmla="*/ 842546 h 1065334"/>
                <a:gd name="connsiteX2" fmla="*/ 106118 w 930672"/>
                <a:gd name="connsiteY2" fmla="*/ 1046573 h 1065334"/>
                <a:gd name="connsiteX3" fmla="*/ 18336 w 930672"/>
                <a:gd name="connsiteY3" fmla="*/ 1047051 h 1065334"/>
                <a:gd name="connsiteX4" fmla="*/ -78 w 930672"/>
                <a:gd name="connsiteY4" fmla="*/ 1002781 h 1065334"/>
                <a:gd name="connsiteX5" fmla="*/ -78 w 930672"/>
                <a:gd name="connsiteY5" fmla="*/ 61722 h 1065334"/>
                <a:gd name="connsiteX6" fmla="*/ 62073 w 930672"/>
                <a:gd name="connsiteY6" fmla="*/ -261 h 1065334"/>
                <a:gd name="connsiteX7" fmla="*/ 105641 w 930672"/>
                <a:gd name="connsiteY7" fmla="*/ 17677 h 1065334"/>
                <a:gd name="connsiteX8" fmla="*/ 372185 w 930672"/>
                <a:gd name="connsiteY8" fmla="*/ -261 h 1065334"/>
                <a:gd name="connsiteX9" fmla="*/ 310174 w 930672"/>
                <a:gd name="connsiteY9" fmla="*/ 61722 h 1065334"/>
                <a:gd name="connsiteX10" fmla="*/ 310174 w 930672"/>
                <a:gd name="connsiteY10" fmla="*/ 222154 h 1065334"/>
                <a:gd name="connsiteX11" fmla="*/ 620370 w 930672"/>
                <a:gd name="connsiteY11" fmla="*/ 532434 h 1065334"/>
                <a:gd name="connsiteX12" fmla="*/ 310174 w 930672"/>
                <a:gd name="connsiteY12" fmla="*/ 842630 h 1065334"/>
                <a:gd name="connsiteX13" fmla="*/ 310174 w 930672"/>
                <a:gd name="connsiteY13" fmla="*/ 1003118 h 1065334"/>
                <a:gd name="connsiteX14" fmla="*/ 372241 w 930672"/>
                <a:gd name="connsiteY14" fmla="*/ 1065073 h 1065334"/>
                <a:gd name="connsiteX15" fmla="*/ 415865 w 930672"/>
                <a:gd name="connsiteY15" fmla="*/ 1047079 h 1065334"/>
                <a:gd name="connsiteX16" fmla="*/ 930594 w 930672"/>
                <a:gd name="connsiteY16" fmla="*/ 532434 h 1065334"/>
                <a:gd name="connsiteX17" fmla="*/ 416062 w 930672"/>
                <a:gd name="connsiteY17" fmla="*/ 17873 h 1065334"/>
                <a:gd name="connsiteX18" fmla="*/ 372185 w 930672"/>
                <a:gd name="connsiteY18" fmla="*/ -205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72" h="1065334">
                  <a:moveTo>
                    <a:pt x="310146" y="222154"/>
                  </a:moveTo>
                  <a:lnTo>
                    <a:pt x="310146" y="842546"/>
                  </a:lnTo>
                  <a:lnTo>
                    <a:pt x="106118" y="1046573"/>
                  </a:lnTo>
                  <a:cubicBezTo>
                    <a:pt x="82004" y="1070940"/>
                    <a:pt x="42703" y="1071164"/>
                    <a:pt x="18336" y="1047051"/>
                  </a:cubicBezTo>
                  <a:cubicBezTo>
                    <a:pt x="6518" y="1035372"/>
                    <a:pt x="-106" y="1019400"/>
                    <a:pt x="-78" y="1002781"/>
                  </a:cubicBezTo>
                  <a:lnTo>
                    <a:pt x="-78" y="61722"/>
                  </a:lnTo>
                  <a:cubicBezTo>
                    <a:pt x="-22" y="27446"/>
                    <a:pt x="27797" y="-317"/>
                    <a:pt x="62073" y="-261"/>
                  </a:cubicBezTo>
                  <a:cubicBezTo>
                    <a:pt x="78383" y="-233"/>
                    <a:pt x="94047" y="6195"/>
                    <a:pt x="105641" y="17677"/>
                  </a:cubicBezTo>
                  <a:close/>
                  <a:moveTo>
                    <a:pt x="372185" y="-261"/>
                  </a:moveTo>
                  <a:cubicBezTo>
                    <a:pt x="337937" y="-261"/>
                    <a:pt x="310202" y="27474"/>
                    <a:pt x="310174" y="61722"/>
                  </a:cubicBezTo>
                  <a:lnTo>
                    <a:pt x="310174" y="222154"/>
                  </a:lnTo>
                  <a:lnTo>
                    <a:pt x="620370" y="532434"/>
                  </a:lnTo>
                  <a:lnTo>
                    <a:pt x="310174" y="842630"/>
                  </a:lnTo>
                  <a:lnTo>
                    <a:pt x="310174" y="1003118"/>
                  </a:lnTo>
                  <a:cubicBezTo>
                    <a:pt x="310202" y="1037366"/>
                    <a:pt x="337993" y="1065101"/>
                    <a:pt x="372241" y="1065073"/>
                  </a:cubicBezTo>
                  <a:cubicBezTo>
                    <a:pt x="388579" y="1065073"/>
                    <a:pt x="404271" y="1058588"/>
                    <a:pt x="415865" y="1047079"/>
                  </a:cubicBezTo>
                  <a:lnTo>
                    <a:pt x="930594" y="532434"/>
                  </a:lnTo>
                  <a:lnTo>
                    <a:pt x="416062" y="17873"/>
                  </a:lnTo>
                  <a:cubicBezTo>
                    <a:pt x="404411" y="6252"/>
                    <a:pt x="388635" y="-233"/>
                    <a:pt x="372185"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217" name="Graphic 168">
              <a:extLst>
                <a:ext uri="{FF2B5EF4-FFF2-40B4-BE49-F238E27FC236}">
                  <a16:creationId xmlns:a16="http://schemas.microsoft.com/office/drawing/2014/main" id="{35D26413-32A3-4B6E-BAA3-D1E57AD7377A}"/>
                </a:ext>
              </a:extLst>
            </p:cNvPr>
            <p:cNvSpPr/>
            <p:nvPr/>
          </p:nvSpPr>
          <p:spPr>
            <a:xfrm>
              <a:off x="9889328" y="4039370"/>
              <a:ext cx="930672" cy="1065334"/>
            </a:xfrm>
            <a:custGeom>
              <a:avLst/>
              <a:gdLst>
                <a:gd name="connsiteX0" fmla="*/ 310146 w 930672"/>
                <a:gd name="connsiteY0" fmla="*/ 222154 h 1065334"/>
                <a:gd name="connsiteX1" fmla="*/ 310146 w 930672"/>
                <a:gd name="connsiteY1" fmla="*/ 842546 h 1065334"/>
                <a:gd name="connsiteX2" fmla="*/ 106118 w 930672"/>
                <a:gd name="connsiteY2" fmla="*/ 1046573 h 1065334"/>
                <a:gd name="connsiteX3" fmla="*/ 18336 w 930672"/>
                <a:gd name="connsiteY3" fmla="*/ 1047051 h 1065334"/>
                <a:gd name="connsiteX4" fmla="*/ -78 w 930672"/>
                <a:gd name="connsiteY4" fmla="*/ 1002781 h 1065334"/>
                <a:gd name="connsiteX5" fmla="*/ -78 w 930672"/>
                <a:gd name="connsiteY5" fmla="*/ 61722 h 1065334"/>
                <a:gd name="connsiteX6" fmla="*/ 62073 w 930672"/>
                <a:gd name="connsiteY6" fmla="*/ -261 h 1065334"/>
                <a:gd name="connsiteX7" fmla="*/ 105641 w 930672"/>
                <a:gd name="connsiteY7" fmla="*/ 17677 h 1065334"/>
                <a:gd name="connsiteX8" fmla="*/ 372185 w 930672"/>
                <a:gd name="connsiteY8" fmla="*/ -261 h 1065334"/>
                <a:gd name="connsiteX9" fmla="*/ 310174 w 930672"/>
                <a:gd name="connsiteY9" fmla="*/ 61722 h 1065334"/>
                <a:gd name="connsiteX10" fmla="*/ 310174 w 930672"/>
                <a:gd name="connsiteY10" fmla="*/ 222154 h 1065334"/>
                <a:gd name="connsiteX11" fmla="*/ 620398 w 930672"/>
                <a:gd name="connsiteY11" fmla="*/ 532434 h 1065334"/>
                <a:gd name="connsiteX12" fmla="*/ 310174 w 930672"/>
                <a:gd name="connsiteY12" fmla="*/ 842630 h 1065334"/>
                <a:gd name="connsiteX13" fmla="*/ 310174 w 930672"/>
                <a:gd name="connsiteY13" fmla="*/ 1003118 h 1065334"/>
                <a:gd name="connsiteX14" fmla="*/ 372241 w 930672"/>
                <a:gd name="connsiteY14" fmla="*/ 1065073 h 1065334"/>
                <a:gd name="connsiteX15" fmla="*/ 415865 w 930672"/>
                <a:gd name="connsiteY15" fmla="*/ 1047079 h 1065334"/>
                <a:gd name="connsiteX16" fmla="*/ 930594 w 930672"/>
                <a:gd name="connsiteY16" fmla="*/ 532434 h 1065334"/>
                <a:gd name="connsiteX17" fmla="*/ 416062 w 930672"/>
                <a:gd name="connsiteY17" fmla="*/ 17873 h 1065334"/>
                <a:gd name="connsiteX18" fmla="*/ 372185 w 930672"/>
                <a:gd name="connsiteY18" fmla="*/ -205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72" h="1065334">
                  <a:moveTo>
                    <a:pt x="310146" y="222154"/>
                  </a:moveTo>
                  <a:lnTo>
                    <a:pt x="310146" y="842546"/>
                  </a:lnTo>
                  <a:lnTo>
                    <a:pt x="106118" y="1046573"/>
                  </a:lnTo>
                  <a:cubicBezTo>
                    <a:pt x="82004" y="1070940"/>
                    <a:pt x="42703" y="1071164"/>
                    <a:pt x="18336" y="1047051"/>
                  </a:cubicBezTo>
                  <a:cubicBezTo>
                    <a:pt x="6518" y="1035372"/>
                    <a:pt x="-106" y="1019400"/>
                    <a:pt x="-78" y="1002781"/>
                  </a:cubicBezTo>
                  <a:lnTo>
                    <a:pt x="-78" y="61722"/>
                  </a:lnTo>
                  <a:cubicBezTo>
                    <a:pt x="-22" y="27446"/>
                    <a:pt x="27797" y="-317"/>
                    <a:pt x="62073" y="-261"/>
                  </a:cubicBezTo>
                  <a:cubicBezTo>
                    <a:pt x="78383" y="-233"/>
                    <a:pt x="94047" y="6195"/>
                    <a:pt x="105641" y="17677"/>
                  </a:cubicBezTo>
                  <a:close/>
                  <a:moveTo>
                    <a:pt x="372185" y="-261"/>
                  </a:moveTo>
                  <a:cubicBezTo>
                    <a:pt x="337937" y="-261"/>
                    <a:pt x="310202" y="27474"/>
                    <a:pt x="310174" y="61722"/>
                  </a:cubicBezTo>
                  <a:lnTo>
                    <a:pt x="310174" y="222154"/>
                  </a:lnTo>
                  <a:lnTo>
                    <a:pt x="620398" y="532434"/>
                  </a:lnTo>
                  <a:lnTo>
                    <a:pt x="310174" y="842630"/>
                  </a:lnTo>
                  <a:lnTo>
                    <a:pt x="310174" y="1003118"/>
                  </a:lnTo>
                  <a:cubicBezTo>
                    <a:pt x="310202" y="1037366"/>
                    <a:pt x="337993" y="1065101"/>
                    <a:pt x="372241" y="1065073"/>
                  </a:cubicBezTo>
                  <a:cubicBezTo>
                    <a:pt x="388579" y="1065073"/>
                    <a:pt x="404272" y="1058588"/>
                    <a:pt x="415865" y="1047079"/>
                  </a:cubicBezTo>
                  <a:lnTo>
                    <a:pt x="930594" y="532434"/>
                  </a:lnTo>
                  <a:lnTo>
                    <a:pt x="416062" y="17873"/>
                  </a:lnTo>
                  <a:cubicBezTo>
                    <a:pt x="404411" y="6252"/>
                    <a:pt x="388635" y="-233"/>
                    <a:pt x="372185"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218" name="Graphic 168">
              <a:extLst>
                <a:ext uri="{FF2B5EF4-FFF2-40B4-BE49-F238E27FC236}">
                  <a16:creationId xmlns:a16="http://schemas.microsoft.com/office/drawing/2014/main" id="{35D26413-32A3-4B6E-BAA3-D1E57AD7377A}"/>
                </a:ext>
              </a:extLst>
            </p:cNvPr>
            <p:cNvSpPr/>
            <p:nvPr/>
          </p:nvSpPr>
          <p:spPr>
            <a:xfrm>
              <a:off x="10897760" y="4039370"/>
              <a:ext cx="930700" cy="1065334"/>
            </a:xfrm>
            <a:custGeom>
              <a:avLst/>
              <a:gdLst>
                <a:gd name="connsiteX0" fmla="*/ 310146 w 930700"/>
                <a:gd name="connsiteY0" fmla="*/ 222154 h 1065334"/>
                <a:gd name="connsiteX1" fmla="*/ 310146 w 930700"/>
                <a:gd name="connsiteY1" fmla="*/ 842546 h 1065334"/>
                <a:gd name="connsiteX2" fmla="*/ 106118 w 930700"/>
                <a:gd name="connsiteY2" fmla="*/ 1046573 h 1065334"/>
                <a:gd name="connsiteX3" fmla="*/ 18337 w 930700"/>
                <a:gd name="connsiteY3" fmla="*/ 1047051 h 1065334"/>
                <a:gd name="connsiteX4" fmla="*/ -78 w 930700"/>
                <a:gd name="connsiteY4" fmla="*/ 1002781 h 1065334"/>
                <a:gd name="connsiteX5" fmla="*/ -78 w 930700"/>
                <a:gd name="connsiteY5" fmla="*/ 61722 h 1065334"/>
                <a:gd name="connsiteX6" fmla="*/ 62073 w 930700"/>
                <a:gd name="connsiteY6" fmla="*/ -261 h 1065334"/>
                <a:gd name="connsiteX7" fmla="*/ 105641 w 930700"/>
                <a:gd name="connsiteY7" fmla="*/ 17677 h 1065334"/>
                <a:gd name="connsiteX8" fmla="*/ 372185 w 930700"/>
                <a:gd name="connsiteY8" fmla="*/ -261 h 1065334"/>
                <a:gd name="connsiteX9" fmla="*/ 310174 w 930700"/>
                <a:gd name="connsiteY9" fmla="*/ 61722 h 1065334"/>
                <a:gd name="connsiteX10" fmla="*/ 310174 w 930700"/>
                <a:gd name="connsiteY10" fmla="*/ 222154 h 1065334"/>
                <a:gd name="connsiteX11" fmla="*/ 620398 w 930700"/>
                <a:gd name="connsiteY11" fmla="*/ 532434 h 1065334"/>
                <a:gd name="connsiteX12" fmla="*/ 310174 w 930700"/>
                <a:gd name="connsiteY12" fmla="*/ 842630 h 1065334"/>
                <a:gd name="connsiteX13" fmla="*/ 310174 w 930700"/>
                <a:gd name="connsiteY13" fmla="*/ 1003118 h 1065334"/>
                <a:gd name="connsiteX14" fmla="*/ 372241 w 930700"/>
                <a:gd name="connsiteY14" fmla="*/ 1065073 h 1065334"/>
                <a:gd name="connsiteX15" fmla="*/ 415865 w 930700"/>
                <a:gd name="connsiteY15" fmla="*/ 1047079 h 1065334"/>
                <a:gd name="connsiteX16" fmla="*/ 930622 w 930700"/>
                <a:gd name="connsiteY16" fmla="*/ 532434 h 1065334"/>
                <a:gd name="connsiteX17" fmla="*/ 416062 w 930700"/>
                <a:gd name="connsiteY17" fmla="*/ 17873 h 1065334"/>
                <a:gd name="connsiteX18" fmla="*/ 372185 w 930700"/>
                <a:gd name="connsiteY18" fmla="*/ -205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4">
                  <a:moveTo>
                    <a:pt x="310146" y="222154"/>
                  </a:moveTo>
                  <a:lnTo>
                    <a:pt x="310146" y="842546"/>
                  </a:lnTo>
                  <a:lnTo>
                    <a:pt x="106118" y="1046573"/>
                  </a:lnTo>
                  <a:cubicBezTo>
                    <a:pt x="82004" y="1070940"/>
                    <a:pt x="42703" y="1071164"/>
                    <a:pt x="18337" y="1047051"/>
                  </a:cubicBezTo>
                  <a:cubicBezTo>
                    <a:pt x="6518" y="1035372"/>
                    <a:pt x="-106" y="1019400"/>
                    <a:pt x="-78" y="1002781"/>
                  </a:cubicBezTo>
                  <a:lnTo>
                    <a:pt x="-78" y="61722"/>
                  </a:lnTo>
                  <a:cubicBezTo>
                    <a:pt x="-22" y="27446"/>
                    <a:pt x="27797" y="-317"/>
                    <a:pt x="62073" y="-261"/>
                  </a:cubicBezTo>
                  <a:cubicBezTo>
                    <a:pt x="78383" y="-233"/>
                    <a:pt x="94047" y="6195"/>
                    <a:pt x="105641" y="17677"/>
                  </a:cubicBezTo>
                  <a:close/>
                  <a:moveTo>
                    <a:pt x="372185" y="-261"/>
                  </a:moveTo>
                  <a:cubicBezTo>
                    <a:pt x="337937" y="-261"/>
                    <a:pt x="310202" y="27474"/>
                    <a:pt x="310174" y="61722"/>
                  </a:cubicBezTo>
                  <a:lnTo>
                    <a:pt x="310174" y="222154"/>
                  </a:lnTo>
                  <a:lnTo>
                    <a:pt x="620398" y="532434"/>
                  </a:lnTo>
                  <a:lnTo>
                    <a:pt x="310174" y="842630"/>
                  </a:lnTo>
                  <a:lnTo>
                    <a:pt x="310174" y="1003118"/>
                  </a:lnTo>
                  <a:cubicBezTo>
                    <a:pt x="310202" y="1037366"/>
                    <a:pt x="337993" y="1065101"/>
                    <a:pt x="372241" y="1065073"/>
                  </a:cubicBezTo>
                  <a:cubicBezTo>
                    <a:pt x="388579" y="1065073"/>
                    <a:pt x="404272" y="1058588"/>
                    <a:pt x="415865" y="1047079"/>
                  </a:cubicBezTo>
                  <a:lnTo>
                    <a:pt x="930622" y="532434"/>
                  </a:lnTo>
                  <a:lnTo>
                    <a:pt x="416062" y="17873"/>
                  </a:lnTo>
                  <a:cubicBezTo>
                    <a:pt x="404411" y="6252"/>
                    <a:pt x="388635" y="-233"/>
                    <a:pt x="372185"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219" name="Graphic 168">
              <a:extLst>
                <a:ext uri="{FF2B5EF4-FFF2-40B4-BE49-F238E27FC236}">
                  <a16:creationId xmlns:a16="http://schemas.microsoft.com/office/drawing/2014/main" id="{35D26413-32A3-4B6E-BAA3-D1E57AD7377A}"/>
                </a:ext>
              </a:extLst>
            </p:cNvPr>
            <p:cNvSpPr/>
            <p:nvPr/>
          </p:nvSpPr>
          <p:spPr>
            <a:xfrm>
              <a:off x="11906080" y="4039370"/>
              <a:ext cx="930813" cy="1065334"/>
            </a:xfrm>
            <a:custGeom>
              <a:avLst/>
              <a:gdLst>
                <a:gd name="connsiteX0" fmla="*/ 310146 w 930813"/>
                <a:gd name="connsiteY0" fmla="*/ 222154 h 1065334"/>
                <a:gd name="connsiteX1" fmla="*/ 310146 w 930813"/>
                <a:gd name="connsiteY1" fmla="*/ 842546 h 1065334"/>
                <a:gd name="connsiteX2" fmla="*/ 106118 w 930813"/>
                <a:gd name="connsiteY2" fmla="*/ 1046573 h 1065334"/>
                <a:gd name="connsiteX3" fmla="*/ 18337 w 930813"/>
                <a:gd name="connsiteY3" fmla="*/ 1047051 h 1065334"/>
                <a:gd name="connsiteX4" fmla="*/ -78 w 930813"/>
                <a:gd name="connsiteY4" fmla="*/ 1002781 h 1065334"/>
                <a:gd name="connsiteX5" fmla="*/ -78 w 930813"/>
                <a:gd name="connsiteY5" fmla="*/ 61722 h 1065334"/>
                <a:gd name="connsiteX6" fmla="*/ 62073 w 930813"/>
                <a:gd name="connsiteY6" fmla="*/ -261 h 1065334"/>
                <a:gd name="connsiteX7" fmla="*/ 105641 w 930813"/>
                <a:gd name="connsiteY7" fmla="*/ 17677 h 1065334"/>
                <a:gd name="connsiteX8" fmla="*/ 372185 w 930813"/>
                <a:gd name="connsiteY8" fmla="*/ -261 h 1065334"/>
                <a:gd name="connsiteX9" fmla="*/ 310174 w 930813"/>
                <a:gd name="connsiteY9" fmla="*/ 61722 h 1065334"/>
                <a:gd name="connsiteX10" fmla="*/ 310174 w 930813"/>
                <a:gd name="connsiteY10" fmla="*/ 222154 h 1065334"/>
                <a:gd name="connsiteX11" fmla="*/ 620511 w 930813"/>
                <a:gd name="connsiteY11" fmla="*/ 532434 h 1065334"/>
                <a:gd name="connsiteX12" fmla="*/ 310286 w 930813"/>
                <a:gd name="connsiteY12" fmla="*/ 842630 h 1065334"/>
                <a:gd name="connsiteX13" fmla="*/ 310286 w 930813"/>
                <a:gd name="connsiteY13" fmla="*/ 1003118 h 1065334"/>
                <a:gd name="connsiteX14" fmla="*/ 372353 w 930813"/>
                <a:gd name="connsiteY14" fmla="*/ 1065073 h 1065334"/>
                <a:gd name="connsiteX15" fmla="*/ 415977 w 930813"/>
                <a:gd name="connsiteY15" fmla="*/ 1047079 h 1065334"/>
                <a:gd name="connsiteX16" fmla="*/ 930735 w 930813"/>
                <a:gd name="connsiteY16" fmla="*/ 532434 h 1065334"/>
                <a:gd name="connsiteX17" fmla="*/ 416174 w 930813"/>
                <a:gd name="connsiteY17" fmla="*/ 17873 h 1065334"/>
                <a:gd name="connsiteX18" fmla="*/ 372297 w 930813"/>
                <a:gd name="connsiteY18" fmla="*/ -205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813" h="1065334">
                  <a:moveTo>
                    <a:pt x="310146" y="222154"/>
                  </a:moveTo>
                  <a:lnTo>
                    <a:pt x="310146" y="842546"/>
                  </a:lnTo>
                  <a:lnTo>
                    <a:pt x="106118" y="1046573"/>
                  </a:lnTo>
                  <a:cubicBezTo>
                    <a:pt x="82004" y="1070940"/>
                    <a:pt x="42703" y="1071164"/>
                    <a:pt x="18337" y="1047051"/>
                  </a:cubicBezTo>
                  <a:cubicBezTo>
                    <a:pt x="6519" y="1035372"/>
                    <a:pt x="-106" y="1019400"/>
                    <a:pt x="-78" y="1002781"/>
                  </a:cubicBezTo>
                  <a:lnTo>
                    <a:pt x="-78" y="61722"/>
                  </a:lnTo>
                  <a:cubicBezTo>
                    <a:pt x="-22" y="27446"/>
                    <a:pt x="27797" y="-317"/>
                    <a:pt x="62073" y="-261"/>
                  </a:cubicBezTo>
                  <a:cubicBezTo>
                    <a:pt x="78383" y="-233"/>
                    <a:pt x="94047" y="6195"/>
                    <a:pt x="105641" y="17677"/>
                  </a:cubicBezTo>
                  <a:close/>
                  <a:moveTo>
                    <a:pt x="372185" y="-261"/>
                  </a:moveTo>
                  <a:cubicBezTo>
                    <a:pt x="337937" y="-261"/>
                    <a:pt x="310202" y="27474"/>
                    <a:pt x="310174" y="61722"/>
                  </a:cubicBezTo>
                  <a:lnTo>
                    <a:pt x="310174" y="222154"/>
                  </a:lnTo>
                  <a:lnTo>
                    <a:pt x="620511" y="532434"/>
                  </a:lnTo>
                  <a:lnTo>
                    <a:pt x="310286" y="842630"/>
                  </a:lnTo>
                  <a:lnTo>
                    <a:pt x="310286" y="1003118"/>
                  </a:lnTo>
                  <a:cubicBezTo>
                    <a:pt x="310314" y="1037366"/>
                    <a:pt x="338106" y="1065101"/>
                    <a:pt x="372353" y="1065073"/>
                  </a:cubicBezTo>
                  <a:cubicBezTo>
                    <a:pt x="388691" y="1065073"/>
                    <a:pt x="404384" y="1058588"/>
                    <a:pt x="415977" y="1047079"/>
                  </a:cubicBezTo>
                  <a:lnTo>
                    <a:pt x="930735" y="532434"/>
                  </a:lnTo>
                  <a:lnTo>
                    <a:pt x="416174" y="17873"/>
                  </a:lnTo>
                  <a:cubicBezTo>
                    <a:pt x="404524" y="6252"/>
                    <a:pt x="388748" y="-233"/>
                    <a:pt x="372297"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220" name="Graphic 168">
              <a:extLst>
                <a:ext uri="{FF2B5EF4-FFF2-40B4-BE49-F238E27FC236}">
                  <a16:creationId xmlns:a16="http://schemas.microsoft.com/office/drawing/2014/main" id="{35D26413-32A3-4B6E-BAA3-D1E57AD7377A}"/>
                </a:ext>
              </a:extLst>
            </p:cNvPr>
            <p:cNvSpPr/>
            <p:nvPr/>
          </p:nvSpPr>
          <p:spPr>
            <a:xfrm>
              <a:off x="6553780" y="56"/>
              <a:ext cx="620448" cy="532639"/>
            </a:xfrm>
            <a:custGeom>
              <a:avLst/>
              <a:gdLst>
                <a:gd name="connsiteX0" fmla="*/ -78 w 620448"/>
                <a:gd name="connsiteY0" fmla="*/ 309879 h 532639"/>
                <a:gd name="connsiteX1" fmla="*/ -78 w 620448"/>
                <a:gd name="connsiteY1" fmla="*/ 470423 h 532639"/>
                <a:gd name="connsiteX2" fmla="*/ 61989 w 620448"/>
                <a:gd name="connsiteY2" fmla="*/ 532378 h 532639"/>
                <a:gd name="connsiteX3" fmla="*/ 105613 w 620448"/>
                <a:gd name="connsiteY3" fmla="*/ 514384 h 532639"/>
                <a:gd name="connsiteX4" fmla="*/ 620370 w 620448"/>
                <a:gd name="connsiteY4" fmla="*/ -261 h 532639"/>
                <a:gd name="connsiteX5" fmla="*/ 310146 w 620448"/>
                <a:gd name="connsiteY5" fmla="*/ -261 h 532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448" h="532639">
                  <a:moveTo>
                    <a:pt x="-78" y="309879"/>
                  </a:moveTo>
                  <a:lnTo>
                    <a:pt x="-78" y="470423"/>
                  </a:lnTo>
                  <a:cubicBezTo>
                    <a:pt x="-50" y="504671"/>
                    <a:pt x="27741" y="532409"/>
                    <a:pt x="61989" y="532378"/>
                  </a:cubicBezTo>
                  <a:cubicBezTo>
                    <a:pt x="78327" y="532364"/>
                    <a:pt x="94019" y="525896"/>
                    <a:pt x="105613" y="514384"/>
                  </a:cubicBezTo>
                  <a:lnTo>
                    <a:pt x="620370" y="-261"/>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21" name="Graphic 168">
              <a:extLst>
                <a:ext uri="{FF2B5EF4-FFF2-40B4-BE49-F238E27FC236}">
                  <a16:creationId xmlns:a16="http://schemas.microsoft.com/office/drawing/2014/main" id="{35D26413-32A3-4B6E-BAA3-D1E57AD7377A}"/>
                </a:ext>
              </a:extLst>
            </p:cNvPr>
            <p:cNvSpPr/>
            <p:nvPr/>
          </p:nvSpPr>
          <p:spPr>
            <a:xfrm>
              <a:off x="5235095" y="0"/>
              <a:ext cx="310252" cy="532644"/>
            </a:xfrm>
            <a:custGeom>
              <a:avLst/>
              <a:gdLst>
                <a:gd name="connsiteX0" fmla="*/ -78 w 310252"/>
                <a:gd name="connsiteY0" fmla="*/ -261 h 532644"/>
                <a:gd name="connsiteX1" fmla="*/ -78 w 310252"/>
                <a:gd name="connsiteY1" fmla="*/ 470170 h 532644"/>
                <a:gd name="connsiteX2" fmla="*/ 61849 w 310252"/>
                <a:gd name="connsiteY2" fmla="*/ 532383 h 532644"/>
                <a:gd name="connsiteX3" fmla="*/ 106118 w 310252"/>
                <a:gd name="connsiteY3" fmla="*/ 513962 h 532644"/>
                <a:gd name="connsiteX4" fmla="*/ 310174 w 310252"/>
                <a:gd name="connsiteY4" fmla="*/ 309935 h 532644"/>
                <a:gd name="connsiteX5" fmla="*/ 310174 w 310252"/>
                <a:gd name="connsiteY5" fmla="*/ -261 h 532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4">
                  <a:moveTo>
                    <a:pt x="-78" y="-261"/>
                  </a:moveTo>
                  <a:lnTo>
                    <a:pt x="-78" y="470170"/>
                  </a:lnTo>
                  <a:cubicBezTo>
                    <a:pt x="-163" y="504449"/>
                    <a:pt x="27573" y="532302"/>
                    <a:pt x="61849" y="532383"/>
                  </a:cubicBezTo>
                  <a:cubicBezTo>
                    <a:pt x="78467" y="532423"/>
                    <a:pt x="94412" y="525786"/>
                    <a:pt x="106118" y="513962"/>
                  </a:cubicBezTo>
                  <a:lnTo>
                    <a:pt x="310174" y="309935"/>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22" name="Graphic 168">
              <a:extLst>
                <a:ext uri="{FF2B5EF4-FFF2-40B4-BE49-F238E27FC236}">
                  <a16:creationId xmlns:a16="http://schemas.microsoft.com/office/drawing/2014/main" id="{35D26413-32A3-4B6E-BAA3-D1E57AD7377A}"/>
                </a:ext>
              </a:extLst>
            </p:cNvPr>
            <p:cNvSpPr/>
            <p:nvPr/>
          </p:nvSpPr>
          <p:spPr>
            <a:xfrm>
              <a:off x="4536916" y="56"/>
              <a:ext cx="620448" cy="532639"/>
            </a:xfrm>
            <a:custGeom>
              <a:avLst/>
              <a:gdLst>
                <a:gd name="connsiteX0" fmla="*/ -78 w 620448"/>
                <a:gd name="connsiteY0" fmla="*/ 309879 h 532639"/>
                <a:gd name="connsiteX1" fmla="*/ -78 w 620448"/>
                <a:gd name="connsiteY1" fmla="*/ 470423 h 532639"/>
                <a:gd name="connsiteX2" fmla="*/ 61989 w 620448"/>
                <a:gd name="connsiteY2" fmla="*/ 532378 h 532639"/>
                <a:gd name="connsiteX3" fmla="*/ 105613 w 620448"/>
                <a:gd name="connsiteY3" fmla="*/ 514384 h 532639"/>
                <a:gd name="connsiteX4" fmla="*/ 620370 w 620448"/>
                <a:gd name="connsiteY4" fmla="*/ -261 h 532639"/>
                <a:gd name="connsiteX5" fmla="*/ 310146 w 620448"/>
                <a:gd name="connsiteY5" fmla="*/ -261 h 532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448" h="532639">
                  <a:moveTo>
                    <a:pt x="-78" y="309879"/>
                  </a:moveTo>
                  <a:lnTo>
                    <a:pt x="-78" y="470423"/>
                  </a:lnTo>
                  <a:cubicBezTo>
                    <a:pt x="-48" y="504671"/>
                    <a:pt x="27741" y="532409"/>
                    <a:pt x="61989" y="532378"/>
                  </a:cubicBezTo>
                  <a:cubicBezTo>
                    <a:pt x="78332" y="532364"/>
                    <a:pt x="94011" y="525896"/>
                    <a:pt x="105613" y="514384"/>
                  </a:cubicBezTo>
                  <a:lnTo>
                    <a:pt x="620370" y="-261"/>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23" name="Graphic 168">
              <a:extLst>
                <a:ext uri="{FF2B5EF4-FFF2-40B4-BE49-F238E27FC236}">
                  <a16:creationId xmlns:a16="http://schemas.microsoft.com/office/drawing/2014/main" id="{35D26413-32A3-4B6E-BAA3-D1E57AD7377A}"/>
                </a:ext>
              </a:extLst>
            </p:cNvPr>
            <p:cNvSpPr/>
            <p:nvPr/>
          </p:nvSpPr>
          <p:spPr>
            <a:xfrm>
              <a:off x="5545348" y="56"/>
              <a:ext cx="620448" cy="532639"/>
            </a:xfrm>
            <a:custGeom>
              <a:avLst/>
              <a:gdLst>
                <a:gd name="connsiteX0" fmla="*/ -78 w 620448"/>
                <a:gd name="connsiteY0" fmla="*/ 309879 h 532639"/>
                <a:gd name="connsiteX1" fmla="*/ -78 w 620448"/>
                <a:gd name="connsiteY1" fmla="*/ 470423 h 532639"/>
                <a:gd name="connsiteX2" fmla="*/ 61989 w 620448"/>
                <a:gd name="connsiteY2" fmla="*/ 532378 h 532639"/>
                <a:gd name="connsiteX3" fmla="*/ 105613 w 620448"/>
                <a:gd name="connsiteY3" fmla="*/ 514384 h 532639"/>
                <a:gd name="connsiteX4" fmla="*/ 620370 w 620448"/>
                <a:gd name="connsiteY4" fmla="*/ -261 h 532639"/>
                <a:gd name="connsiteX5" fmla="*/ 310146 w 620448"/>
                <a:gd name="connsiteY5" fmla="*/ -261 h 532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448" h="532639">
                  <a:moveTo>
                    <a:pt x="-78" y="309879"/>
                  </a:moveTo>
                  <a:lnTo>
                    <a:pt x="-78" y="470423"/>
                  </a:lnTo>
                  <a:cubicBezTo>
                    <a:pt x="-50" y="504671"/>
                    <a:pt x="27741" y="532409"/>
                    <a:pt x="61989" y="532378"/>
                  </a:cubicBezTo>
                  <a:cubicBezTo>
                    <a:pt x="78327" y="532364"/>
                    <a:pt x="94019" y="525896"/>
                    <a:pt x="105613" y="514384"/>
                  </a:cubicBezTo>
                  <a:lnTo>
                    <a:pt x="620370" y="-261"/>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24" name="Graphic 168">
              <a:extLst>
                <a:ext uri="{FF2B5EF4-FFF2-40B4-BE49-F238E27FC236}">
                  <a16:creationId xmlns:a16="http://schemas.microsoft.com/office/drawing/2014/main" id="{35D26413-32A3-4B6E-BAA3-D1E57AD7377A}"/>
                </a:ext>
              </a:extLst>
            </p:cNvPr>
            <p:cNvSpPr/>
            <p:nvPr/>
          </p:nvSpPr>
          <p:spPr>
            <a:xfrm>
              <a:off x="6243527" y="0"/>
              <a:ext cx="310252" cy="532633"/>
            </a:xfrm>
            <a:custGeom>
              <a:avLst/>
              <a:gdLst>
                <a:gd name="connsiteX0" fmla="*/ -78 w 310252"/>
                <a:gd name="connsiteY0" fmla="*/ -261 h 532633"/>
                <a:gd name="connsiteX1" fmla="*/ -78 w 310252"/>
                <a:gd name="connsiteY1" fmla="*/ 470170 h 532633"/>
                <a:gd name="connsiteX2" fmla="*/ 61905 w 310252"/>
                <a:gd name="connsiteY2" fmla="*/ 532372 h 532633"/>
                <a:gd name="connsiteX3" fmla="*/ 106147 w 310252"/>
                <a:gd name="connsiteY3" fmla="*/ 513962 h 532633"/>
                <a:gd name="connsiteX4" fmla="*/ 310174 w 310252"/>
                <a:gd name="connsiteY4" fmla="*/ 309935 h 532633"/>
                <a:gd name="connsiteX5" fmla="*/ 310174 w 310252"/>
                <a:gd name="connsiteY5" fmla="*/ -261 h 53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33">
                  <a:moveTo>
                    <a:pt x="-78" y="-261"/>
                  </a:moveTo>
                  <a:lnTo>
                    <a:pt x="-78" y="470170"/>
                  </a:lnTo>
                  <a:cubicBezTo>
                    <a:pt x="-135" y="504466"/>
                    <a:pt x="27629" y="532313"/>
                    <a:pt x="61905" y="532372"/>
                  </a:cubicBezTo>
                  <a:cubicBezTo>
                    <a:pt x="78523" y="532400"/>
                    <a:pt x="94468" y="525770"/>
                    <a:pt x="106147" y="513962"/>
                  </a:cubicBezTo>
                  <a:lnTo>
                    <a:pt x="310174" y="309935"/>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25" name="Graphic 168">
              <a:extLst>
                <a:ext uri="{FF2B5EF4-FFF2-40B4-BE49-F238E27FC236}">
                  <a16:creationId xmlns:a16="http://schemas.microsoft.com/office/drawing/2014/main" id="{35D26413-32A3-4B6E-BAA3-D1E57AD7377A}"/>
                </a:ext>
              </a:extLst>
            </p:cNvPr>
            <p:cNvSpPr/>
            <p:nvPr/>
          </p:nvSpPr>
          <p:spPr>
            <a:xfrm>
              <a:off x="2520052" y="0"/>
              <a:ext cx="620560" cy="532695"/>
            </a:xfrm>
            <a:custGeom>
              <a:avLst/>
              <a:gdLst>
                <a:gd name="connsiteX0" fmla="*/ -78 w 620560"/>
                <a:gd name="connsiteY0" fmla="*/ 309935 h 532695"/>
                <a:gd name="connsiteX1" fmla="*/ -78 w 620560"/>
                <a:gd name="connsiteY1" fmla="*/ 470479 h 532695"/>
                <a:gd name="connsiteX2" fmla="*/ 61989 w 620560"/>
                <a:gd name="connsiteY2" fmla="*/ 532434 h 532695"/>
                <a:gd name="connsiteX3" fmla="*/ 105613 w 620560"/>
                <a:gd name="connsiteY3" fmla="*/ 514440 h 532695"/>
                <a:gd name="connsiteX4" fmla="*/ 620482 w 620560"/>
                <a:gd name="connsiteY4" fmla="*/ -261 h 532695"/>
                <a:gd name="connsiteX5" fmla="*/ 310146 w 620560"/>
                <a:gd name="connsiteY5" fmla="*/ -261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560" h="532695">
                  <a:moveTo>
                    <a:pt x="-78" y="309935"/>
                  </a:moveTo>
                  <a:lnTo>
                    <a:pt x="-78" y="470479"/>
                  </a:lnTo>
                  <a:cubicBezTo>
                    <a:pt x="-48" y="504727"/>
                    <a:pt x="27741" y="532465"/>
                    <a:pt x="61989" y="532434"/>
                  </a:cubicBezTo>
                  <a:cubicBezTo>
                    <a:pt x="78332" y="532420"/>
                    <a:pt x="94011" y="525952"/>
                    <a:pt x="105613" y="514440"/>
                  </a:cubicBezTo>
                  <a:lnTo>
                    <a:pt x="620482" y="-261"/>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26" name="Graphic 168">
              <a:extLst>
                <a:ext uri="{FF2B5EF4-FFF2-40B4-BE49-F238E27FC236}">
                  <a16:creationId xmlns:a16="http://schemas.microsoft.com/office/drawing/2014/main" id="{35D26413-32A3-4B6E-BAA3-D1E57AD7377A}"/>
                </a:ext>
              </a:extLst>
            </p:cNvPr>
            <p:cNvSpPr/>
            <p:nvPr/>
          </p:nvSpPr>
          <p:spPr>
            <a:xfrm>
              <a:off x="4226663" y="0"/>
              <a:ext cx="310252" cy="532644"/>
            </a:xfrm>
            <a:custGeom>
              <a:avLst/>
              <a:gdLst>
                <a:gd name="connsiteX0" fmla="*/ -78 w 310252"/>
                <a:gd name="connsiteY0" fmla="*/ -261 h 532644"/>
                <a:gd name="connsiteX1" fmla="*/ -78 w 310252"/>
                <a:gd name="connsiteY1" fmla="*/ 470170 h 532644"/>
                <a:gd name="connsiteX2" fmla="*/ 61843 w 310252"/>
                <a:gd name="connsiteY2" fmla="*/ 532383 h 532644"/>
                <a:gd name="connsiteX3" fmla="*/ 106118 w 310252"/>
                <a:gd name="connsiteY3" fmla="*/ 513962 h 532644"/>
                <a:gd name="connsiteX4" fmla="*/ 310174 w 310252"/>
                <a:gd name="connsiteY4" fmla="*/ 309935 h 532644"/>
                <a:gd name="connsiteX5" fmla="*/ 310174 w 310252"/>
                <a:gd name="connsiteY5" fmla="*/ -261 h 532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4">
                  <a:moveTo>
                    <a:pt x="-78" y="-261"/>
                  </a:moveTo>
                  <a:lnTo>
                    <a:pt x="-78" y="470170"/>
                  </a:lnTo>
                  <a:cubicBezTo>
                    <a:pt x="-160" y="504449"/>
                    <a:pt x="27564" y="532302"/>
                    <a:pt x="61843" y="532383"/>
                  </a:cubicBezTo>
                  <a:cubicBezTo>
                    <a:pt x="78473" y="532423"/>
                    <a:pt x="94423" y="525786"/>
                    <a:pt x="106118" y="513962"/>
                  </a:cubicBezTo>
                  <a:lnTo>
                    <a:pt x="310174" y="309935"/>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27" name="Graphic 168">
              <a:extLst>
                <a:ext uri="{FF2B5EF4-FFF2-40B4-BE49-F238E27FC236}">
                  <a16:creationId xmlns:a16="http://schemas.microsoft.com/office/drawing/2014/main" id="{35D26413-32A3-4B6E-BAA3-D1E57AD7377A}"/>
                </a:ext>
              </a:extLst>
            </p:cNvPr>
            <p:cNvSpPr/>
            <p:nvPr/>
          </p:nvSpPr>
          <p:spPr>
            <a:xfrm>
              <a:off x="2209799" y="0"/>
              <a:ext cx="310252" cy="532644"/>
            </a:xfrm>
            <a:custGeom>
              <a:avLst/>
              <a:gdLst>
                <a:gd name="connsiteX0" fmla="*/ -78 w 310252"/>
                <a:gd name="connsiteY0" fmla="*/ -261 h 532644"/>
                <a:gd name="connsiteX1" fmla="*/ -78 w 310252"/>
                <a:gd name="connsiteY1" fmla="*/ 470170 h 532644"/>
                <a:gd name="connsiteX2" fmla="*/ 61843 w 310252"/>
                <a:gd name="connsiteY2" fmla="*/ 532383 h 532644"/>
                <a:gd name="connsiteX3" fmla="*/ 106118 w 310252"/>
                <a:gd name="connsiteY3" fmla="*/ 513962 h 532644"/>
                <a:gd name="connsiteX4" fmla="*/ 310174 w 310252"/>
                <a:gd name="connsiteY4" fmla="*/ 309935 h 532644"/>
                <a:gd name="connsiteX5" fmla="*/ 310174 w 310252"/>
                <a:gd name="connsiteY5" fmla="*/ -261 h 532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4">
                  <a:moveTo>
                    <a:pt x="-78" y="-261"/>
                  </a:moveTo>
                  <a:lnTo>
                    <a:pt x="-78" y="470170"/>
                  </a:lnTo>
                  <a:cubicBezTo>
                    <a:pt x="-159" y="504449"/>
                    <a:pt x="27563" y="532302"/>
                    <a:pt x="61843" y="532383"/>
                  </a:cubicBezTo>
                  <a:cubicBezTo>
                    <a:pt x="78473" y="532423"/>
                    <a:pt x="94423" y="525786"/>
                    <a:pt x="106118" y="513962"/>
                  </a:cubicBezTo>
                  <a:lnTo>
                    <a:pt x="310174" y="309935"/>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28" name="Graphic 168">
              <a:extLst>
                <a:ext uri="{FF2B5EF4-FFF2-40B4-BE49-F238E27FC236}">
                  <a16:creationId xmlns:a16="http://schemas.microsoft.com/office/drawing/2014/main" id="{35D26413-32A3-4B6E-BAA3-D1E57AD7377A}"/>
                </a:ext>
              </a:extLst>
            </p:cNvPr>
            <p:cNvSpPr/>
            <p:nvPr/>
          </p:nvSpPr>
          <p:spPr>
            <a:xfrm>
              <a:off x="3218231" y="0"/>
              <a:ext cx="310252" cy="532644"/>
            </a:xfrm>
            <a:custGeom>
              <a:avLst/>
              <a:gdLst>
                <a:gd name="connsiteX0" fmla="*/ -78 w 310252"/>
                <a:gd name="connsiteY0" fmla="*/ -261 h 532644"/>
                <a:gd name="connsiteX1" fmla="*/ -78 w 310252"/>
                <a:gd name="connsiteY1" fmla="*/ 470170 h 532644"/>
                <a:gd name="connsiteX2" fmla="*/ 61843 w 310252"/>
                <a:gd name="connsiteY2" fmla="*/ 532383 h 532644"/>
                <a:gd name="connsiteX3" fmla="*/ 106118 w 310252"/>
                <a:gd name="connsiteY3" fmla="*/ 513962 h 532644"/>
                <a:gd name="connsiteX4" fmla="*/ 310174 w 310252"/>
                <a:gd name="connsiteY4" fmla="*/ 309935 h 532644"/>
                <a:gd name="connsiteX5" fmla="*/ 310174 w 310252"/>
                <a:gd name="connsiteY5" fmla="*/ -261 h 532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4">
                  <a:moveTo>
                    <a:pt x="-78" y="-261"/>
                  </a:moveTo>
                  <a:lnTo>
                    <a:pt x="-78" y="470170"/>
                  </a:lnTo>
                  <a:cubicBezTo>
                    <a:pt x="-160" y="504449"/>
                    <a:pt x="27564" y="532302"/>
                    <a:pt x="61843" y="532383"/>
                  </a:cubicBezTo>
                  <a:cubicBezTo>
                    <a:pt x="78473" y="532423"/>
                    <a:pt x="94423" y="525786"/>
                    <a:pt x="106118" y="513962"/>
                  </a:cubicBezTo>
                  <a:lnTo>
                    <a:pt x="310174" y="309935"/>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29" name="Graphic 168">
              <a:extLst>
                <a:ext uri="{FF2B5EF4-FFF2-40B4-BE49-F238E27FC236}">
                  <a16:creationId xmlns:a16="http://schemas.microsoft.com/office/drawing/2014/main" id="{35D26413-32A3-4B6E-BAA3-D1E57AD7377A}"/>
                </a:ext>
              </a:extLst>
            </p:cNvPr>
            <p:cNvSpPr/>
            <p:nvPr/>
          </p:nvSpPr>
          <p:spPr>
            <a:xfrm>
              <a:off x="3528484" y="0"/>
              <a:ext cx="620448" cy="532695"/>
            </a:xfrm>
            <a:custGeom>
              <a:avLst/>
              <a:gdLst>
                <a:gd name="connsiteX0" fmla="*/ -78 w 620448"/>
                <a:gd name="connsiteY0" fmla="*/ 309935 h 532695"/>
                <a:gd name="connsiteX1" fmla="*/ -78 w 620448"/>
                <a:gd name="connsiteY1" fmla="*/ 470479 h 532695"/>
                <a:gd name="connsiteX2" fmla="*/ 61989 w 620448"/>
                <a:gd name="connsiteY2" fmla="*/ 532434 h 532695"/>
                <a:gd name="connsiteX3" fmla="*/ 105613 w 620448"/>
                <a:gd name="connsiteY3" fmla="*/ 514440 h 532695"/>
                <a:gd name="connsiteX4" fmla="*/ 620370 w 620448"/>
                <a:gd name="connsiteY4" fmla="*/ -261 h 532695"/>
                <a:gd name="connsiteX5" fmla="*/ 310146 w 620448"/>
                <a:gd name="connsiteY5" fmla="*/ -261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448" h="532695">
                  <a:moveTo>
                    <a:pt x="-78" y="309935"/>
                  </a:moveTo>
                  <a:lnTo>
                    <a:pt x="-78" y="470479"/>
                  </a:lnTo>
                  <a:cubicBezTo>
                    <a:pt x="-47" y="504727"/>
                    <a:pt x="27741" y="532465"/>
                    <a:pt x="61989" y="532434"/>
                  </a:cubicBezTo>
                  <a:cubicBezTo>
                    <a:pt x="78332" y="532420"/>
                    <a:pt x="94011" y="525952"/>
                    <a:pt x="105613" y="514440"/>
                  </a:cubicBezTo>
                  <a:lnTo>
                    <a:pt x="620370" y="-261"/>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30" name="Graphic 168">
              <a:extLst>
                <a:ext uri="{FF2B5EF4-FFF2-40B4-BE49-F238E27FC236}">
                  <a16:creationId xmlns:a16="http://schemas.microsoft.com/office/drawing/2014/main" id="{35D26413-32A3-4B6E-BAA3-D1E57AD7377A}"/>
                </a:ext>
              </a:extLst>
            </p:cNvPr>
            <p:cNvSpPr/>
            <p:nvPr/>
          </p:nvSpPr>
          <p:spPr>
            <a:xfrm>
              <a:off x="9268739" y="0"/>
              <a:ext cx="310252" cy="532633"/>
            </a:xfrm>
            <a:custGeom>
              <a:avLst/>
              <a:gdLst>
                <a:gd name="connsiteX0" fmla="*/ -78 w 310252"/>
                <a:gd name="connsiteY0" fmla="*/ -261 h 532633"/>
                <a:gd name="connsiteX1" fmla="*/ -78 w 310252"/>
                <a:gd name="connsiteY1" fmla="*/ 470170 h 532633"/>
                <a:gd name="connsiteX2" fmla="*/ 61905 w 310252"/>
                <a:gd name="connsiteY2" fmla="*/ 532372 h 532633"/>
                <a:gd name="connsiteX3" fmla="*/ 106147 w 310252"/>
                <a:gd name="connsiteY3" fmla="*/ 513962 h 532633"/>
                <a:gd name="connsiteX4" fmla="*/ 310174 w 310252"/>
                <a:gd name="connsiteY4" fmla="*/ 309935 h 532633"/>
                <a:gd name="connsiteX5" fmla="*/ 310174 w 310252"/>
                <a:gd name="connsiteY5" fmla="*/ -261 h 53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33">
                  <a:moveTo>
                    <a:pt x="-78" y="-261"/>
                  </a:moveTo>
                  <a:lnTo>
                    <a:pt x="-78" y="470170"/>
                  </a:lnTo>
                  <a:cubicBezTo>
                    <a:pt x="-135" y="504466"/>
                    <a:pt x="27629" y="532313"/>
                    <a:pt x="61905" y="532372"/>
                  </a:cubicBezTo>
                  <a:cubicBezTo>
                    <a:pt x="78523" y="532400"/>
                    <a:pt x="94468" y="525770"/>
                    <a:pt x="106147" y="513962"/>
                  </a:cubicBezTo>
                  <a:lnTo>
                    <a:pt x="310174" y="309935"/>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31" name="Graphic 168">
              <a:extLst>
                <a:ext uri="{FF2B5EF4-FFF2-40B4-BE49-F238E27FC236}">
                  <a16:creationId xmlns:a16="http://schemas.microsoft.com/office/drawing/2014/main" id="{35D26413-32A3-4B6E-BAA3-D1E57AD7377A}"/>
                </a:ext>
              </a:extLst>
            </p:cNvPr>
            <p:cNvSpPr/>
            <p:nvPr/>
          </p:nvSpPr>
          <p:spPr>
            <a:xfrm>
              <a:off x="10277255" y="0"/>
              <a:ext cx="310252" cy="532633"/>
            </a:xfrm>
            <a:custGeom>
              <a:avLst/>
              <a:gdLst>
                <a:gd name="connsiteX0" fmla="*/ -78 w 310252"/>
                <a:gd name="connsiteY0" fmla="*/ -261 h 532633"/>
                <a:gd name="connsiteX1" fmla="*/ -78 w 310252"/>
                <a:gd name="connsiteY1" fmla="*/ 470170 h 532633"/>
                <a:gd name="connsiteX2" fmla="*/ 61905 w 310252"/>
                <a:gd name="connsiteY2" fmla="*/ 532372 h 532633"/>
                <a:gd name="connsiteX3" fmla="*/ 106147 w 310252"/>
                <a:gd name="connsiteY3" fmla="*/ 513962 h 532633"/>
                <a:gd name="connsiteX4" fmla="*/ 310174 w 310252"/>
                <a:gd name="connsiteY4" fmla="*/ 309935 h 532633"/>
                <a:gd name="connsiteX5" fmla="*/ 310174 w 310252"/>
                <a:gd name="connsiteY5" fmla="*/ -261 h 53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33">
                  <a:moveTo>
                    <a:pt x="-78" y="-261"/>
                  </a:moveTo>
                  <a:lnTo>
                    <a:pt x="-78" y="470170"/>
                  </a:lnTo>
                  <a:cubicBezTo>
                    <a:pt x="-135" y="504466"/>
                    <a:pt x="27628" y="532313"/>
                    <a:pt x="61905" y="532372"/>
                  </a:cubicBezTo>
                  <a:cubicBezTo>
                    <a:pt x="78523" y="532400"/>
                    <a:pt x="94468" y="525770"/>
                    <a:pt x="106147" y="513962"/>
                  </a:cubicBezTo>
                  <a:lnTo>
                    <a:pt x="310174" y="309935"/>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32" name="Graphic 168">
              <a:extLst>
                <a:ext uri="{FF2B5EF4-FFF2-40B4-BE49-F238E27FC236}">
                  <a16:creationId xmlns:a16="http://schemas.microsoft.com/office/drawing/2014/main" id="{35D26413-32A3-4B6E-BAA3-D1E57AD7377A}"/>
                </a:ext>
              </a:extLst>
            </p:cNvPr>
            <p:cNvSpPr/>
            <p:nvPr/>
          </p:nvSpPr>
          <p:spPr>
            <a:xfrm>
              <a:off x="7251959" y="0"/>
              <a:ext cx="310252" cy="532633"/>
            </a:xfrm>
            <a:custGeom>
              <a:avLst/>
              <a:gdLst>
                <a:gd name="connsiteX0" fmla="*/ -78 w 310252"/>
                <a:gd name="connsiteY0" fmla="*/ -261 h 532633"/>
                <a:gd name="connsiteX1" fmla="*/ -78 w 310252"/>
                <a:gd name="connsiteY1" fmla="*/ 470170 h 532633"/>
                <a:gd name="connsiteX2" fmla="*/ 61905 w 310252"/>
                <a:gd name="connsiteY2" fmla="*/ 532372 h 532633"/>
                <a:gd name="connsiteX3" fmla="*/ 106147 w 310252"/>
                <a:gd name="connsiteY3" fmla="*/ 513962 h 532633"/>
                <a:gd name="connsiteX4" fmla="*/ 310174 w 310252"/>
                <a:gd name="connsiteY4" fmla="*/ 309935 h 532633"/>
                <a:gd name="connsiteX5" fmla="*/ 310174 w 310252"/>
                <a:gd name="connsiteY5" fmla="*/ -261 h 53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33">
                  <a:moveTo>
                    <a:pt x="-78" y="-261"/>
                  </a:moveTo>
                  <a:lnTo>
                    <a:pt x="-78" y="470170"/>
                  </a:lnTo>
                  <a:cubicBezTo>
                    <a:pt x="-134" y="504466"/>
                    <a:pt x="27629" y="532313"/>
                    <a:pt x="61905" y="532372"/>
                  </a:cubicBezTo>
                  <a:cubicBezTo>
                    <a:pt x="78523" y="532400"/>
                    <a:pt x="94468" y="525770"/>
                    <a:pt x="106147" y="513962"/>
                  </a:cubicBezTo>
                  <a:lnTo>
                    <a:pt x="310174" y="309935"/>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33" name="Graphic 168">
              <a:extLst>
                <a:ext uri="{FF2B5EF4-FFF2-40B4-BE49-F238E27FC236}">
                  <a16:creationId xmlns:a16="http://schemas.microsoft.com/office/drawing/2014/main" id="{35D26413-32A3-4B6E-BAA3-D1E57AD7377A}"/>
                </a:ext>
              </a:extLst>
            </p:cNvPr>
            <p:cNvSpPr/>
            <p:nvPr/>
          </p:nvSpPr>
          <p:spPr>
            <a:xfrm>
              <a:off x="11285687" y="0"/>
              <a:ext cx="310224" cy="532633"/>
            </a:xfrm>
            <a:custGeom>
              <a:avLst/>
              <a:gdLst>
                <a:gd name="connsiteX0" fmla="*/ -78 w 310224"/>
                <a:gd name="connsiteY0" fmla="*/ -261 h 532633"/>
                <a:gd name="connsiteX1" fmla="*/ -78 w 310224"/>
                <a:gd name="connsiteY1" fmla="*/ 470170 h 532633"/>
                <a:gd name="connsiteX2" fmla="*/ 61905 w 310224"/>
                <a:gd name="connsiteY2" fmla="*/ 532372 h 532633"/>
                <a:gd name="connsiteX3" fmla="*/ 106147 w 310224"/>
                <a:gd name="connsiteY3" fmla="*/ 513962 h 532633"/>
                <a:gd name="connsiteX4" fmla="*/ 310146 w 310224"/>
                <a:gd name="connsiteY4" fmla="*/ 309935 h 532633"/>
                <a:gd name="connsiteX5" fmla="*/ 310146 w 310224"/>
                <a:gd name="connsiteY5" fmla="*/ -261 h 53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24" h="532633">
                  <a:moveTo>
                    <a:pt x="-78" y="-261"/>
                  </a:moveTo>
                  <a:lnTo>
                    <a:pt x="-78" y="470170"/>
                  </a:lnTo>
                  <a:cubicBezTo>
                    <a:pt x="-135" y="504466"/>
                    <a:pt x="27629" y="532313"/>
                    <a:pt x="61905" y="532372"/>
                  </a:cubicBezTo>
                  <a:cubicBezTo>
                    <a:pt x="78523" y="532400"/>
                    <a:pt x="94468" y="525770"/>
                    <a:pt x="106147" y="513962"/>
                  </a:cubicBezTo>
                  <a:lnTo>
                    <a:pt x="310146" y="309935"/>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34" name="Graphic 168">
              <a:extLst>
                <a:ext uri="{FF2B5EF4-FFF2-40B4-BE49-F238E27FC236}">
                  <a16:creationId xmlns:a16="http://schemas.microsoft.com/office/drawing/2014/main" id="{35D26413-32A3-4B6E-BAA3-D1E57AD7377A}"/>
                </a:ext>
              </a:extLst>
            </p:cNvPr>
            <p:cNvSpPr/>
            <p:nvPr/>
          </p:nvSpPr>
          <p:spPr>
            <a:xfrm>
              <a:off x="11595912" y="0"/>
              <a:ext cx="620392" cy="532683"/>
            </a:xfrm>
            <a:custGeom>
              <a:avLst/>
              <a:gdLst>
                <a:gd name="connsiteX0" fmla="*/ -78 w 620392"/>
                <a:gd name="connsiteY0" fmla="*/ 309935 h 532683"/>
                <a:gd name="connsiteX1" fmla="*/ -78 w 620392"/>
                <a:gd name="connsiteY1" fmla="*/ 470479 h 532683"/>
                <a:gd name="connsiteX2" fmla="*/ 62045 w 620392"/>
                <a:gd name="connsiteY2" fmla="*/ 532423 h 532683"/>
                <a:gd name="connsiteX3" fmla="*/ 105641 w 620392"/>
                <a:gd name="connsiteY3" fmla="*/ 514440 h 532683"/>
                <a:gd name="connsiteX4" fmla="*/ 620314 w 620392"/>
                <a:gd name="connsiteY4" fmla="*/ -261 h 532683"/>
                <a:gd name="connsiteX5" fmla="*/ 310174 w 620392"/>
                <a:gd name="connsiteY5" fmla="*/ -261 h 532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392" h="532683">
                  <a:moveTo>
                    <a:pt x="-78" y="309935"/>
                  </a:moveTo>
                  <a:lnTo>
                    <a:pt x="-78" y="470479"/>
                  </a:lnTo>
                  <a:cubicBezTo>
                    <a:pt x="-22" y="504741"/>
                    <a:pt x="27797" y="532476"/>
                    <a:pt x="62045" y="532423"/>
                  </a:cubicBezTo>
                  <a:cubicBezTo>
                    <a:pt x="78383" y="532397"/>
                    <a:pt x="94047" y="525935"/>
                    <a:pt x="105641" y="514440"/>
                  </a:cubicBezTo>
                  <a:lnTo>
                    <a:pt x="620314" y="-261"/>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35" name="Graphic 168">
              <a:extLst>
                <a:ext uri="{FF2B5EF4-FFF2-40B4-BE49-F238E27FC236}">
                  <a16:creationId xmlns:a16="http://schemas.microsoft.com/office/drawing/2014/main" id="{35D26413-32A3-4B6E-BAA3-D1E57AD7377A}"/>
                </a:ext>
              </a:extLst>
            </p:cNvPr>
            <p:cNvSpPr/>
            <p:nvPr/>
          </p:nvSpPr>
          <p:spPr>
            <a:xfrm>
              <a:off x="10587508" y="0"/>
              <a:ext cx="620448" cy="532683"/>
            </a:xfrm>
            <a:custGeom>
              <a:avLst/>
              <a:gdLst>
                <a:gd name="connsiteX0" fmla="*/ -78 w 620448"/>
                <a:gd name="connsiteY0" fmla="*/ 309935 h 532683"/>
                <a:gd name="connsiteX1" fmla="*/ -78 w 620448"/>
                <a:gd name="connsiteY1" fmla="*/ 470479 h 532683"/>
                <a:gd name="connsiteX2" fmla="*/ 62045 w 620448"/>
                <a:gd name="connsiteY2" fmla="*/ 532423 h 532683"/>
                <a:gd name="connsiteX3" fmla="*/ 105641 w 620448"/>
                <a:gd name="connsiteY3" fmla="*/ 514440 h 532683"/>
                <a:gd name="connsiteX4" fmla="*/ 620370 w 620448"/>
                <a:gd name="connsiteY4" fmla="*/ -261 h 532683"/>
                <a:gd name="connsiteX5" fmla="*/ 310146 w 620448"/>
                <a:gd name="connsiteY5" fmla="*/ -261 h 532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448" h="532683">
                  <a:moveTo>
                    <a:pt x="-78" y="309935"/>
                  </a:moveTo>
                  <a:lnTo>
                    <a:pt x="-78" y="470479"/>
                  </a:lnTo>
                  <a:cubicBezTo>
                    <a:pt x="-22" y="504741"/>
                    <a:pt x="27797" y="532476"/>
                    <a:pt x="62045" y="532423"/>
                  </a:cubicBezTo>
                  <a:cubicBezTo>
                    <a:pt x="78383" y="532397"/>
                    <a:pt x="94047" y="525935"/>
                    <a:pt x="105641" y="514440"/>
                  </a:cubicBezTo>
                  <a:lnTo>
                    <a:pt x="620370" y="-261"/>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36" name="Graphic 168">
              <a:extLst>
                <a:ext uri="{FF2B5EF4-FFF2-40B4-BE49-F238E27FC236}">
                  <a16:creationId xmlns:a16="http://schemas.microsoft.com/office/drawing/2014/main" id="{35D26413-32A3-4B6E-BAA3-D1E57AD7377A}"/>
                </a:ext>
              </a:extLst>
            </p:cNvPr>
            <p:cNvSpPr/>
            <p:nvPr/>
          </p:nvSpPr>
          <p:spPr>
            <a:xfrm>
              <a:off x="8260392" y="0"/>
              <a:ext cx="310252" cy="532633"/>
            </a:xfrm>
            <a:custGeom>
              <a:avLst/>
              <a:gdLst>
                <a:gd name="connsiteX0" fmla="*/ -78 w 310252"/>
                <a:gd name="connsiteY0" fmla="*/ -261 h 532633"/>
                <a:gd name="connsiteX1" fmla="*/ -78 w 310252"/>
                <a:gd name="connsiteY1" fmla="*/ 470170 h 532633"/>
                <a:gd name="connsiteX2" fmla="*/ 61904 w 310252"/>
                <a:gd name="connsiteY2" fmla="*/ 532372 h 532633"/>
                <a:gd name="connsiteX3" fmla="*/ 106146 w 310252"/>
                <a:gd name="connsiteY3" fmla="*/ 513962 h 532633"/>
                <a:gd name="connsiteX4" fmla="*/ 310174 w 310252"/>
                <a:gd name="connsiteY4" fmla="*/ 309935 h 532633"/>
                <a:gd name="connsiteX5" fmla="*/ 310174 w 310252"/>
                <a:gd name="connsiteY5" fmla="*/ -261 h 53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33">
                  <a:moveTo>
                    <a:pt x="-78" y="-261"/>
                  </a:moveTo>
                  <a:lnTo>
                    <a:pt x="-78" y="470170"/>
                  </a:lnTo>
                  <a:cubicBezTo>
                    <a:pt x="-135" y="504466"/>
                    <a:pt x="27628" y="532313"/>
                    <a:pt x="61904" y="532372"/>
                  </a:cubicBezTo>
                  <a:cubicBezTo>
                    <a:pt x="78523" y="532400"/>
                    <a:pt x="94468" y="525770"/>
                    <a:pt x="106146" y="513962"/>
                  </a:cubicBezTo>
                  <a:lnTo>
                    <a:pt x="310174" y="309935"/>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37" name="Graphic 168">
              <a:extLst>
                <a:ext uri="{FF2B5EF4-FFF2-40B4-BE49-F238E27FC236}">
                  <a16:creationId xmlns:a16="http://schemas.microsoft.com/office/drawing/2014/main" id="{35D26413-32A3-4B6E-BAA3-D1E57AD7377A}"/>
                </a:ext>
              </a:extLst>
            </p:cNvPr>
            <p:cNvSpPr/>
            <p:nvPr/>
          </p:nvSpPr>
          <p:spPr>
            <a:xfrm>
              <a:off x="9579076" y="56"/>
              <a:ext cx="620448" cy="532639"/>
            </a:xfrm>
            <a:custGeom>
              <a:avLst/>
              <a:gdLst>
                <a:gd name="connsiteX0" fmla="*/ -78 w 620448"/>
                <a:gd name="connsiteY0" fmla="*/ 309879 h 532639"/>
                <a:gd name="connsiteX1" fmla="*/ -78 w 620448"/>
                <a:gd name="connsiteY1" fmla="*/ 470423 h 532639"/>
                <a:gd name="connsiteX2" fmla="*/ 61988 w 620448"/>
                <a:gd name="connsiteY2" fmla="*/ 532378 h 532639"/>
                <a:gd name="connsiteX3" fmla="*/ 105613 w 620448"/>
                <a:gd name="connsiteY3" fmla="*/ 514384 h 532639"/>
                <a:gd name="connsiteX4" fmla="*/ 620370 w 620448"/>
                <a:gd name="connsiteY4" fmla="*/ -261 h 532639"/>
                <a:gd name="connsiteX5" fmla="*/ 310146 w 620448"/>
                <a:gd name="connsiteY5" fmla="*/ -261 h 532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448" h="532639">
                  <a:moveTo>
                    <a:pt x="-78" y="309879"/>
                  </a:moveTo>
                  <a:lnTo>
                    <a:pt x="-78" y="470423"/>
                  </a:lnTo>
                  <a:cubicBezTo>
                    <a:pt x="-50" y="504671"/>
                    <a:pt x="27741" y="532409"/>
                    <a:pt x="61988" y="532378"/>
                  </a:cubicBezTo>
                  <a:cubicBezTo>
                    <a:pt x="78327" y="532364"/>
                    <a:pt x="94019" y="525896"/>
                    <a:pt x="105613" y="514384"/>
                  </a:cubicBezTo>
                  <a:lnTo>
                    <a:pt x="620370" y="-261"/>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38" name="Graphic 168">
              <a:extLst>
                <a:ext uri="{FF2B5EF4-FFF2-40B4-BE49-F238E27FC236}">
                  <a16:creationId xmlns:a16="http://schemas.microsoft.com/office/drawing/2014/main" id="{35D26413-32A3-4B6E-BAA3-D1E57AD7377A}"/>
                </a:ext>
              </a:extLst>
            </p:cNvPr>
            <p:cNvSpPr/>
            <p:nvPr/>
          </p:nvSpPr>
          <p:spPr>
            <a:xfrm>
              <a:off x="7562212" y="56"/>
              <a:ext cx="620448" cy="532639"/>
            </a:xfrm>
            <a:custGeom>
              <a:avLst/>
              <a:gdLst>
                <a:gd name="connsiteX0" fmla="*/ -78 w 620448"/>
                <a:gd name="connsiteY0" fmla="*/ 309879 h 532639"/>
                <a:gd name="connsiteX1" fmla="*/ -78 w 620448"/>
                <a:gd name="connsiteY1" fmla="*/ 470423 h 532639"/>
                <a:gd name="connsiteX2" fmla="*/ 61989 w 620448"/>
                <a:gd name="connsiteY2" fmla="*/ 532378 h 532639"/>
                <a:gd name="connsiteX3" fmla="*/ 105613 w 620448"/>
                <a:gd name="connsiteY3" fmla="*/ 514384 h 532639"/>
                <a:gd name="connsiteX4" fmla="*/ 620370 w 620448"/>
                <a:gd name="connsiteY4" fmla="*/ -261 h 532639"/>
                <a:gd name="connsiteX5" fmla="*/ 310146 w 620448"/>
                <a:gd name="connsiteY5" fmla="*/ -261 h 532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448" h="532639">
                  <a:moveTo>
                    <a:pt x="-78" y="309879"/>
                  </a:moveTo>
                  <a:lnTo>
                    <a:pt x="-78" y="470423"/>
                  </a:lnTo>
                  <a:cubicBezTo>
                    <a:pt x="-50" y="504671"/>
                    <a:pt x="27741" y="532409"/>
                    <a:pt x="61989" y="532378"/>
                  </a:cubicBezTo>
                  <a:cubicBezTo>
                    <a:pt x="78327" y="532364"/>
                    <a:pt x="94019" y="525896"/>
                    <a:pt x="105613" y="514384"/>
                  </a:cubicBezTo>
                  <a:lnTo>
                    <a:pt x="620370" y="-261"/>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39" name="Graphic 168">
              <a:extLst>
                <a:ext uri="{FF2B5EF4-FFF2-40B4-BE49-F238E27FC236}">
                  <a16:creationId xmlns:a16="http://schemas.microsoft.com/office/drawing/2014/main" id="{35D26413-32A3-4B6E-BAA3-D1E57AD7377A}"/>
                </a:ext>
              </a:extLst>
            </p:cNvPr>
            <p:cNvSpPr/>
            <p:nvPr/>
          </p:nvSpPr>
          <p:spPr>
            <a:xfrm>
              <a:off x="8570644" y="0"/>
              <a:ext cx="620532" cy="532723"/>
            </a:xfrm>
            <a:custGeom>
              <a:avLst/>
              <a:gdLst>
                <a:gd name="connsiteX0" fmla="*/ -78 w 620532"/>
                <a:gd name="connsiteY0" fmla="*/ 309935 h 532723"/>
                <a:gd name="connsiteX1" fmla="*/ -78 w 620532"/>
                <a:gd name="connsiteY1" fmla="*/ 470479 h 532723"/>
                <a:gd name="connsiteX2" fmla="*/ 61960 w 620532"/>
                <a:gd name="connsiteY2" fmla="*/ 532462 h 532723"/>
                <a:gd name="connsiteX3" fmla="*/ 105697 w 620532"/>
                <a:gd name="connsiteY3" fmla="*/ 514384 h 532723"/>
                <a:gd name="connsiteX4" fmla="*/ 620454 w 620532"/>
                <a:gd name="connsiteY4" fmla="*/ -261 h 532723"/>
                <a:gd name="connsiteX5" fmla="*/ 310146 w 620532"/>
                <a:gd name="connsiteY5" fmla="*/ -261 h 53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532" h="532723">
                  <a:moveTo>
                    <a:pt x="-78" y="309935"/>
                  </a:moveTo>
                  <a:lnTo>
                    <a:pt x="-78" y="470479"/>
                  </a:lnTo>
                  <a:cubicBezTo>
                    <a:pt x="-50" y="504727"/>
                    <a:pt x="27713" y="532479"/>
                    <a:pt x="61960" y="532462"/>
                  </a:cubicBezTo>
                  <a:cubicBezTo>
                    <a:pt x="78355" y="532453"/>
                    <a:pt x="94075" y="525955"/>
                    <a:pt x="105697" y="514384"/>
                  </a:cubicBezTo>
                  <a:lnTo>
                    <a:pt x="620454" y="-261"/>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40" name="Graphic 168">
              <a:extLst>
                <a:ext uri="{FF2B5EF4-FFF2-40B4-BE49-F238E27FC236}">
                  <a16:creationId xmlns:a16="http://schemas.microsoft.com/office/drawing/2014/main" id="{35D26413-32A3-4B6E-BAA3-D1E57AD7377A}"/>
                </a:ext>
              </a:extLst>
            </p:cNvPr>
            <p:cNvSpPr/>
            <p:nvPr/>
          </p:nvSpPr>
          <p:spPr>
            <a:xfrm>
              <a:off x="9501373" y="6325332"/>
              <a:ext cx="620447" cy="532695"/>
            </a:xfrm>
            <a:custGeom>
              <a:avLst/>
              <a:gdLst>
                <a:gd name="connsiteX0" fmla="*/ 310145 w 620447"/>
                <a:gd name="connsiteY0" fmla="*/ 532434 h 532695"/>
                <a:gd name="connsiteX1" fmla="*/ 620369 w 620447"/>
                <a:gd name="connsiteY1" fmla="*/ 532434 h 532695"/>
                <a:gd name="connsiteX2" fmla="*/ 105809 w 620447"/>
                <a:gd name="connsiteY2" fmla="*/ 17817 h 532695"/>
                <a:gd name="connsiteX3" fmla="*/ 18000 w 620447"/>
                <a:gd name="connsiteY3" fmla="*/ 18042 h 532695"/>
                <a:gd name="connsiteX4" fmla="*/ -78 w 620447"/>
                <a:gd name="connsiteY4" fmla="*/ 61722 h 532695"/>
                <a:gd name="connsiteX5" fmla="*/ -78 w 620447"/>
                <a:gd name="connsiteY5" fmla="*/ 222154 h 532695"/>
                <a:gd name="connsiteX6" fmla="*/ 310145 w 620447"/>
                <a:gd name="connsiteY6" fmla="*/ 532378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47" h="532695">
                  <a:moveTo>
                    <a:pt x="310145" y="532434"/>
                  </a:moveTo>
                  <a:lnTo>
                    <a:pt x="620369" y="532434"/>
                  </a:lnTo>
                  <a:lnTo>
                    <a:pt x="105809" y="17817"/>
                  </a:lnTo>
                  <a:cubicBezTo>
                    <a:pt x="81498" y="-6381"/>
                    <a:pt x="42169" y="-6269"/>
                    <a:pt x="18000" y="18042"/>
                  </a:cubicBezTo>
                  <a:cubicBezTo>
                    <a:pt x="6462" y="29664"/>
                    <a:pt x="-51" y="45356"/>
                    <a:pt x="-78" y="61722"/>
                  </a:cubicBezTo>
                  <a:lnTo>
                    <a:pt x="-78" y="222154"/>
                  </a:lnTo>
                  <a:lnTo>
                    <a:pt x="310145" y="532378"/>
                  </a:lnTo>
                  <a:close/>
                </a:path>
              </a:pathLst>
            </a:custGeom>
            <a:solidFill>
              <a:srgbClr val="FFFFFF">
                <a:alpha val="5000"/>
              </a:srgbClr>
            </a:solidFill>
            <a:ln w="2807" cap="flat">
              <a:noFill/>
              <a:prstDash val="solid"/>
              <a:miter/>
            </a:ln>
          </p:spPr>
          <p:txBody>
            <a:bodyPr rtlCol="0" anchor="ctr"/>
            <a:lstStyle/>
            <a:p>
              <a:endParaRPr lang="en-AU" dirty="0"/>
            </a:p>
          </p:txBody>
        </p:sp>
        <p:sp>
          <p:nvSpPr>
            <p:cNvPr id="241" name="Graphic 168">
              <a:extLst>
                <a:ext uri="{FF2B5EF4-FFF2-40B4-BE49-F238E27FC236}">
                  <a16:creationId xmlns:a16="http://schemas.microsoft.com/office/drawing/2014/main" id="{35D26413-32A3-4B6E-BAA3-D1E57AD7377A}"/>
                </a:ext>
              </a:extLst>
            </p:cNvPr>
            <p:cNvSpPr/>
            <p:nvPr/>
          </p:nvSpPr>
          <p:spPr>
            <a:xfrm>
              <a:off x="8182688" y="6325468"/>
              <a:ext cx="310251" cy="532643"/>
            </a:xfrm>
            <a:custGeom>
              <a:avLst/>
              <a:gdLst>
                <a:gd name="connsiteX0" fmla="*/ 310173 w 310251"/>
                <a:gd name="connsiteY0" fmla="*/ 532298 h 532643"/>
                <a:gd name="connsiteX1" fmla="*/ 310173 w 310251"/>
                <a:gd name="connsiteY1" fmla="*/ 222046 h 532643"/>
                <a:gd name="connsiteX2" fmla="*/ 105641 w 310251"/>
                <a:gd name="connsiteY2" fmla="*/ 17681 h 532643"/>
                <a:gd name="connsiteX3" fmla="*/ 17859 w 310251"/>
                <a:gd name="connsiteY3" fmla="*/ 18158 h 532643"/>
                <a:gd name="connsiteX4" fmla="*/ -78 w 310251"/>
                <a:gd name="connsiteY4" fmla="*/ 61726 h 532643"/>
                <a:gd name="connsiteX5" fmla="*/ -78 w 310251"/>
                <a:gd name="connsiteY5" fmla="*/ 532383 h 53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1" h="532643">
                  <a:moveTo>
                    <a:pt x="310173" y="532298"/>
                  </a:moveTo>
                  <a:lnTo>
                    <a:pt x="310173" y="222046"/>
                  </a:lnTo>
                  <a:lnTo>
                    <a:pt x="105641" y="17681"/>
                  </a:lnTo>
                  <a:cubicBezTo>
                    <a:pt x="81274" y="-6433"/>
                    <a:pt x="41973" y="-6208"/>
                    <a:pt x="17859" y="18158"/>
                  </a:cubicBezTo>
                  <a:cubicBezTo>
                    <a:pt x="6378" y="29752"/>
                    <a:pt x="-51" y="45416"/>
                    <a:pt x="-78" y="61726"/>
                  </a:cubicBezTo>
                  <a:lnTo>
                    <a:pt x="-78" y="532383"/>
                  </a:lnTo>
                  <a:close/>
                </a:path>
              </a:pathLst>
            </a:custGeom>
            <a:solidFill>
              <a:srgbClr val="FFFFFF">
                <a:alpha val="5000"/>
              </a:srgbClr>
            </a:solidFill>
            <a:ln w="2807" cap="flat">
              <a:noFill/>
              <a:prstDash val="solid"/>
              <a:miter/>
            </a:ln>
          </p:spPr>
          <p:txBody>
            <a:bodyPr rtlCol="0" anchor="ctr"/>
            <a:lstStyle/>
            <a:p>
              <a:endParaRPr lang="en-AU" dirty="0"/>
            </a:p>
          </p:txBody>
        </p:sp>
        <p:sp>
          <p:nvSpPr>
            <p:cNvPr id="242" name="Graphic 168">
              <a:extLst>
                <a:ext uri="{FF2B5EF4-FFF2-40B4-BE49-F238E27FC236}">
                  <a16:creationId xmlns:a16="http://schemas.microsoft.com/office/drawing/2014/main" id="{35D26413-32A3-4B6E-BAA3-D1E57AD7377A}"/>
                </a:ext>
              </a:extLst>
            </p:cNvPr>
            <p:cNvSpPr/>
            <p:nvPr/>
          </p:nvSpPr>
          <p:spPr>
            <a:xfrm>
              <a:off x="9191092" y="6325468"/>
              <a:ext cx="310280" cy="532643"/>
            </a:xfrm>
            <a:custGeom>
              <a:avLst/>
              <a:gdLst>
                <a:gd name="connsiteX0" fmla="*/ 310202 w 310280"/>
                <a:gd name="connsiteY0" fmla="*/ 532298 h 532643"/>
                <a:gd name="connsiteX1" fmla="*/ 310202 w 310280"/>
                <a:gd name="connsiteY1" fmla="*/ 222046 h 532643"/>
                <a:gd name="connsiteX2" fmla="*/ 105641 w 310280"/>
                <a:gd name="connsiteY2" fmla="*/ 17681 h 532643"/>
                <a:gd name="connsiteX3" fmla="*/ 17859 w 310280"/>
                <a:gd name="connsiteY3" fmla="*/ 18158 h 532643"/>
                <a:gd name="connsiteX4" fmla="*/ -78 w 310280"/>
                <a:gd name="connsiteY4" fmla="*/ 61726 h 532643"/>
                <a:gd name="connsiteX5" fmla="*/ -78 w 310280"/>
                <a:gd name="connsiteY5" fmla="*/ 532383 h 53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80" h="532643">
                  <a:moveTo>
                    <a:pt x="310202" y="532298"/>
                  </a:moveTo>
                  <a:lnTo>
                    <a:pt x="310202" y="222046"/>
                  </a:lnTo>
                  <a:lnTo>
                    <a:pt x="105641" y="17681"/>
                  </a:lnTo>
                  <a:cubicBezTo>
                    <a:pt x="81274" y="-6433"/>
                    <a:pt x="41973" y="-6208"/>
                    <a:pt x="17859" y="18158"/>
                  </a:cubicBezTo>
                  <a:cubicBezTo>
                    <a:pt x="6378" y="29752"/>
                    <a:pt x="-50" y="45416"/>
                    <a:pt x="-78" y="61726"/>
                  </a:cubicBezTo>
                  <a:lnTo>
                    <a:pt x="-78" y="532383"/>
                  </a:lnTo>
                  <a:close/>
                </a:path>
              </a:pathLst>
            </a:custGeom>
            <a:solidFill>
              <a:srgbClr val="FFFFFF">
                <a:alpha val="5000"/>
              </a:srgbClr>
            </a:solidFill>
            <a:ln w="2807" cap="flat">
              <a:noFill/>
              <a:prstDash val="solid"/>
              <a:miter/>
            </a:ln>
          </p:spPr>
          <p:txBody>
            <a:bodyPr rtlCol="0" anchor="ctr"/>
            <a:lstStyle/>
            <a:p>
              <a:endParaRPr lang="en-AU" dirty="0"/>
            </a:p>
          </p:txBody>
        </p:sp>
        <p:sp>
          <p:nvSpPr>
            <p:cNvPr id="243" name="Graphic 168">
              <a:extLst>
                <a:ext uri="{FF2B5EF4-FFF2-40B4-BE49-F238E27FC236}">
                  <a16:creationId xmlns:a16="http://schemas.microsoft.com/office/drawing/2014/main" id="{35D26413-32A3-4B6E-BAA3-D1E57AD7377A}"/>
                </a:ext>
              </a:extLst>
            </p:cNvPr>
            <p:cNvSpPr/>
            <p:nvPr/>
          </p:nvSpPr>
          <p:spPr>
            <a:xfrm>
              <a:off x="8492940" y="6325332"/>
              <a:ext cx="620448" cy="532695"/>
            </a:xfrm>
            <a:custGeom>
              <a:avLst/>
              <a:gdLst>
                <a:gd name="connsiteX0" fmla="*/ 310118 w 620448"/>
                <a:gd name="connsiteY0" fmla="*/ 532434 h 532695"/>
                <a:gd name="connsiteX1" fmla="*/ 620370 w 620448"/>
                <a:gd name="connsiteY1" fmla="*/ 532434 h 532695"/>
                <a:gd name="connsiteX2" fmla="*/ 105810 w 620448"/>
                <a:gd name="connsiteY2" fmla="*/ 17817 h 532695"/>
                <a:gd name="connsiteX3" fmla="*/ 18000 w 620448"/>
                <a:gd name="connsiteY3" fmla="*/ 18042 h 532695"/>
                <a:gd name="connsiteX4" fmla="*/ -78 w 620448"/>
                <a:gd name="connsiteY4" fmla="*/ 61722 h 532695"/>
                <a:gd name="connsiteX5" fmla="*/ -78 w 620448"/>
                <a:gd name="connsiteY5" fmla="*/ 222154 h 532695"/>
                <a:gd name="connsiteX6" fmla="*/ 310146 w 620448"/>
                <a:gd name="connsiteY6" fmla="*/ 532378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48" h="532695">
                  <a:moveTo>
                    <a:pt x="310118" y="532434"/>
                  </a:moveTo>
                  <a:lnTo>
                    <a:pt x="620370" y="532434"/>
                  </a:lnTo>
                  <a:lnTo>
                    <a:pt x="105810" y="17817"/>
                  </a:lnTo>
                  <a:cubicBezTo>
                    <a:pt x="81499" y="-6381"/>
                    <a:pt x="42170" y="-6269"/>
                    <a:pt x="18000" y="18042"/>
                  </a:cubicBezTo>
                  <a:cubicBezTo>
                    <a:pt x="6463" y="29664"/>
                    <a:pt x="-50" y="45356"/>
                    <a:pt x="-78" y="61722"/>
                  </a:cubicBezTo>
                  <a:lnTo>
                    <a:pt x="-78" y="222154"/>
                  </a:lnTo>
                  <a:lnTo>
                    <a:pt x="310146" y="532378"/>
                  </a:lnTo>
                  <a:close/>
                </a:path>
              </a:pathLst>
            </a:custGeom>
            <a:solidFill>
              <a:srgbClr val="FFFFFF">
                <a:alpha val="5000"/>
              </a:srgbClr>
            </a:solidFill>
            <a:ln w="2807" cap="flat">
              <a:noFill/>
              <a:prstDash val="solid"/>
              <a:miter/>
            </a:ln>
          </p:spPr>
          <p:txBody>
            <a:bodyPr rtlCol="0" anchor="ctr"/>
            <a:lstStyle/>
            <a:p>
              <a:endParaRPr lang="en-AU" dirty="0"/>
            </a:p>
          </p:txBody>
        </p:sp>
        <p:sp>
          <p:nvSpPr>
            <p:cNvPr id="244" name="Graphic 168">
              <a:extLst>
                <a:ext uri="{FF2B5EF4-FFF2-40B4-BE49-F238E27FC236}">
                  <a16:creationId xmlns:a16="http://schemas.microsoft.com/office/drawing/2014/main" id="{35D26413-32A3-4B6E-BAA3-D1E57AD7377A}"/>
                </a:ext>
              </a:extLst>
            </p:cNvPr>
            <p:cNvSpPr/>
            <p:nvPr/>
          </p:nvSpPr>
          <p:spPr>
            <a:xfrm>
              <a:off x="10199552" y="6325468"/>
              <a:ext cx="310252" cy="532643"/>
            </a:xfrm>
            <a:custGeom>
              <a:avLst/>
              <a:gdLst>
                <a:gd name="connsiteX0" fmla="*/ 310174 w 310252"/>
                <a:gd name="connsiteY0" fmla="*/ 532298 h 532643"/>
                <a:gd name="connsiteX1" fmla="*/ 310174 w 310252"/>
                <a:gd name="connsiteY1" fmla="*/ 222046 h 532643"/>
                <a:gd name="connsiteX2" fmla="*/ 105641 w 310252"/>
                <a:gd name="connsiteY2" fmla="*/ 17681 h 532643"/>
                <a:gd name="connsiteX3" fmla="*/ 17859 w 310252"/>
                <a:gd name="connsiteY3" fmla="*/ 18158 h 532643"/>
                <a:gd name="connsiteX4" fmla="*/ -78 w 310252"/>
                <a:gd name="connsiteY4" fmla="*/ 61726 h 532643"/>
                <a:gd name="connsiteX5" fmla="*/ -78 w 310252"/>
                <a:gd name="connsiteY5" fmla="*/ 532383 h 53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3">
                  <a:moveTo>
                    <a:pt x="310174" y="532298"/>
                  </a:moveTo>
                  <a:lnTo>
                    <a:pt x="310174" y="222046"/>
                  </a:lnTo>
                  <a:lnTo>
                    <a:pt x="105641" y="17681"/>
                  </a:lnTo>
                  <a:cubicBezTo>
                    <a:pt x="81274" y="-6433"/>
                    <a:pt x="41973" y="-6208"/>
                    <a:pt x="17859" y="18158"/>
                  </a:cubicBezTo>
                  <a:cubicBezTo>
                    <a:pt x="6378" y="29752"/>
                    <a:pt x="-50" y="45416"/>
                    <a:pt x="-78" y="61726"/>
                  </a:cubicBezTo>
                  <a:lnTo>
                    <a:pt x="-78" y="532383"/>
                  </a:lnTo>
                  <a:close/>
                </a:path>
              </a:pathLst>
            </a:custGeom>
            <a:solidFill>
              <a:srgbClr val="FFFFFF">
                <a:alpha val="5000"/>
              </a:srgbClr>
            </a:solidFill>
            <a:ln w="2807" cap="flat">
              <a:noFill/>
              <a:prstDash val="solid"/>
              <a:miter/>
            </a:ln>
          </p:spPr>
          <p:txBody>
            <a:bodyPr rtlCol="0" anchor="ctr"/>
            <a:lstStyle/>
            <a:p>
              <a:endParaRPr lang="en-AU" dirty="0"/>
            </a:p>
          </p:txBody>
        </p:sp>
        <p:sp>
          <p:nvSpPr>
            <p:cNvPr id="245" name="Graphic 168">
              <a:extLst>
                <a:ext uri="{FF2B5EF4-FFF2-40B4-BE49-F238E27FC236}">
                  <a16:creationId xmlns:a16="http://schemas.microsoft.com/office/drawing/2014/main" id="{35D26413-32A3-4B6E-BAA3-D1E57AD7377A}"/>
                </a:ext>
              </a:extLst>
            </p:cNvPr>
            <p:cNvSpPr/>
            <p:nvPr/>
          </p:nvSpPr>
          <p:spPr>
            <a:xfrm>
              <a:off x="12216416" y="6325468"/>
              <a:ext cx="310252" cy="532643"/>
            </a:xfrm>
            <a:custGeom>
              <a:avLst/>
              <a:gdLst>
                <a:gd name="connsiteX0" fmla="*/ 310174 w 310252"/>
                <a:gd name="connsiteY0" fmla="*/ 532298 h 532643"/>
                <a:gd name="connsiteX1" fmla="*/ 310174 w 310252"/>
                <a:gd name="connsiteY1" fmla="*/ 222046 h 532643"/>
                <a:gd name="connsiteX2" fmla="*/ 105641 w 310252"/>
                <a:gd name="connsiteY2" fmla="*/ 17681 h 532643"/>
                <a:gd name="connsiteX3" fmla="*/ 17859 w 310252"/>
                <a:gd name="connsiteY3" fmla="*/ 18158 h 532643"/>
                <a:gd name="connsiteX4" fmla="*/ -78 w 310252"/>
                <a:gd name="connsiteY4" fmla="*/ 61726 h 532643"/>
                <a:gd name="connsiteX5" fmla="*/ -78 w 310252"/>
                <a:gd name="connsiteY5" fmla="*/ 532383 h 53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3">
                  <a:moveTo>
                    <a:pt x="310174" y="532298"/>
                  </a:moveTo>
                  <a:lnTo>
                    <a:pt x="310174" y="222046"/>
                  </a:lnTo>
                  <a:lnTo>
                    <a:pt x="105641" y="17681"/>
                  </a:lnTo>
                  <a:cubicBezTo>
                    <a:pt x="81274" y="-6433"/>
                    <a:pt x="41973" y="-6208"/>
                    <a:pt x="17859" y="18158"/>
                  </a:cubicBezTo>
                  <a:cubicBezTo>
                    <a:pt x="6378" y="29752"/>
                    <a:pt x="-50" y="45416"/>
                    <a:pt x="-78" y="61726"/>
                  </a:cubicBezTo>
                  <a:lnTo>
                    <a:pt x="-78" y="532383"/>
                  </a:lnTo>
                  <a:close/>
                </a:path>
              </a:pathLst>
            </a:custGeom>
            <a:solidFill>
              <a:srgbClr val="FFFFFF">
                <a:alpha val="5000"/>
              </a:srgbClr>
            </a:solidFill>
            <a:ln w="2807" cap="flat">
              <a:noFill/>
              <a:prstDash val="solid"/>
              <a:miter/>
            </a:ln>
          </p:spPr>
          <p:txBody>
            <a:bodyPr rtlCol="0" anchor="ctr"/>
            <a:lstStyle/>
            <a:p>
              <a:endParaRPr lang="en-AU" dirty="0"/>
            </a:p>
          </p:txBody>
        </p:sp>
        <p:sp>
          <p:nvSpPr>
            <p:cNvPr id="246" name="Graphic 168">
              <a:extLst>
                <a:ext uri="{FF2B5EF4-FFF2-40B4-BE49-F238E27FC236}">
                  <a16:creationId xmlns:a16="http://schemas.microsoft.com/office/drawing/2014/main" id="{35D26413-32A3-4B6E-BAA3-D1E57AD7377A}"/>
                </a:ext>
              </a:extLst>
            </p:cNvPr>
            <p:cNvSpPr/>
            <p:nvPr/>
          </p:nvSpPr>
          <p:spPr>
            <a:xfrm>
              <a:off x="12526669" y="6325332"/>
              <a:ext cx="620448" cy="532695"/>
            </a:xfrm>
            <a:custGeom>
              <a:avLst/>
              <a:gdLst>
                <a:gd name="connsiteX0" fmla="*/ 310146 w 620448"/>
                <a:gd name="connsiteY0" fmla="*/ 532434 h 532695"/>
                <a:gd name="connsiteX1" fmla="*/ 620370 w 620448"/>
                <a:gd name="connsiteY1" fmla="*/ 532434 h 532695"/>
                <a:gd name="connsiteX2" fmla="*/ 105809 w 620448"/>
                <a:gd name="connsiteY2" fmla="*/ 17817 h 532695"/>
                <a:gd name="connsiteX3" fmla="*/ 18000 w 620448"/>
                <a:gd name="connsiteY3" fmla="*/ 18042 h 532695"/>
                <a:gd name="connsiteX4" fmla="*/ -78 w 620448"/>
                <a:gd name="connsiteY4" fmla="*/ 61722 h 532695"/>
                <a:gd name="connsiteX5" fmla="*/ -78 w 620448"/>
                <a:gd name="connsiteY5" fmla="*/ 222154 h 532695"/>
                <a:gd name="connsiteX6" fmla="*/ 310146 w 620448"/>
                <a:gd name="connsiteY6" fmla="*/ 532378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48" h="532695">
                  <a:moveTo>
                    <a:pt x="310146" y="532434"/>
                  </a:moveTo>
                  <a:lnTo>
                    <a:pt x="620370" y="532434"/>
                  </a:lnTo>
                  <a:lnTo>
                    <a:pt x="105809" y="17817"/>
                  </a:lnTo>
                  <a:cubicBezTo>
                    <a:pt x="81499" y="-6381"/>
                    <a:pt x="42170" y="-6269"/>
                    <a:pt x="18000" y="18042"/>
                  </a:cubicBezTo>
                  <a:cubicBezTo>
                    <a:pt x="6462" y="29664"/>
                    <a:pt x="-50" y="45356"/>
                    <a:pt x="-78" y="61722"/>
                  </a:cubicBezTo>
                  <a:lnTo>
                    <a:pt x="-78" y="222154"/>
                  </a:lnTo>
                  <a:lnTo>
                    <a:pt x="310146" y="532378"/>
                  </a:lnTo>
                  <a:close/>
                </a:path>
              </a:pathLst>
            </a:custGeom>
            <a:solidFill>
              <a:srgbClr val="FFFFFF">
                <a:alpha val="5000"/>
              </a:srgbClr>
            </a:solidFill>
            <a:ln w="2807" cap="flat">
              <a:noFill/>
              <a:prstDash val="solid"/>
              <a:miter/>
            </a:ln>
          </p:spPr>
          <p:txBody>
            <a:bodyPr rtlCol="0" anchor="ctr"/>
            <a:lstStyle/>
            <a:p>
              <a:endParaRPr lang="en-AU" dirty="0"/>
            </a:p>
          </p:txBody>
        </p:sp>
        <p:sp>
          <p:nvSpPr>
            <p:cNvPr id="247" name="Graphic 168">
              <a:extLst>
                <a:ext uri="{FF2B5EF4-FFF2-40B4-BE49-F238E27FC236}">
                  <a16:creationId xmlns:a16="http://schemas.microsoft.com/office/drawing/2014/main" id="{35D26413-32A3-4B6E-BAA3-D1E57AD7377A}"/>
                </a:ext>
              </a:extLst>
            </p:cNvPr>
            <p:cNvSpPr/>
            <p:nvPr/>
          </p:nvSpPr>
          <p:spPr>
            <a:xfrm>
              <a:off x="11207984" y="6325468"/>
              <a:ext cx="310252" cy="532643"/>
            </a:xfrm>
            <a:custGeom>
              <a:avLst/>
              <a:gdLst>
                <a:gd name="connsiteX0" fmla="*/ 310174 w 310252"/>
                <a:gd name="connsiteY0" fmla="*/ 532298 h 532643"/>
                <a:gd name="connsiteX1" fmla="*/ 310174 w 310252"/>
                <a:gd name="connsiteY1" fmla="*/ 222046 h 532643"/>
                <a:gd name="connsiteX2" fmla="*/ 105641 w 310252"/>
                <a:gd name="connsiteY2" fmla="*/ 17681 h 532643"/>
                <a:gd name="connsiteX3" fmla="*/ 17859 w 310252"/>
                <a:gd name="connsiteY3" fmla="*/ 18158 h 532643"/>
                <a:gd name="connsiteX4" fmla="*/ -78 w 310252"/>
                <a:gd name="connsiteY4" fmla="*/ 61726 h 532643"/>
                <a:gd name="connsiteX5" fmla="*/ -78 w 310252"/>
                <a:gd name="connsiteY5" fmla="*/ 532383 h 53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3">
                  <a:moveTo>
                    <a:pt x="310174" y="532298"/>
                  </a:moveTo>
                  <a:lnTo>
                    <a:pt x="310174" y="222046"/>
                  </a:lnTo>
                  <a:lnTo>
                    <a:pt x="105641" y="17681"/>
                  </a:lnTo>
                  <a:cubicBezTo>
                    <a:pt x="81274" y="-6433"/>
                    <a:pt x="41973" y="-6208"/>
                    <a:pt x="17859" y="18158"/>
                  </a:cubicBezTo>
                  <a:cubicBezTo>
                    <a:pt x="6378" y="29752"/>
                    <a:pt x="-50" y="45416"/>
                    <a:pt x="-78" y="61726"/>
                  </a:cubicBezTo>
                  <a:lnTo>
                    <a:pt x="-78" y="532383"/>
                  </a:lnTo>
                  <a:close/>
                </a:path>
              </a:pathLst>
            </a:custGeom>
            <a:solidFill>
              <a:srgbClr val="FFFFFF">
                <a:alpha val="5000"/>
              </a:srgbClr>
            </a:solidFill>
            <a:ln w="2807" cap="flat">
              <a:noFill/>
              <a:prstDash val="solid"/>
              <a:miter/>
            </a:ln>
          </p:spPr>
          <p:txBody>
            <a:bodyPr rtlCol="0" anchor="ctr"/>
            <a:lstStyle/>
            <a:p>
              <a:endParaRPr lang="en-AU" dirty="0"/>
            </a:p>
          </p:txBody>
        </p:sp>
        <p:sp>
          <p:nvSpPr>
            <p:cNvPr id="248" name="Graphic 168">
              <a:extLst>
                <a:ext uri="{FF2B5EF4-FFF2-40B4-BE49-F238E27FC236}">
                  <a16:creationId xmlns:a16="http://schemas.microsoft.com/office/drawing/2014/main" id="{35D26413-32A3-4B6E-BAA3-D1E57AD7377A}"/>
                </a:ext>
              </a:extLst>
            </p:cNvPr>
            <p:cNvSpPr/>
            <p:nvPr/>
          </p:nvSpPr>
          <p:spPr>
            <a:xfrm>
              <a:off x="11518237" y="6325332"/>
              <a:ext cx="620448" cy="532695"/>
            </a:xfrm>
            <a:custGeom>
              <a:avLst/>
              <a:gdLst>
                <a:gd name="connsiteX0" fmla="*/ 310146 w 620448"/>
                <a:gd name="connsiteY0" fmla="*/ 532434 h 532695"/>
                <a:gd name="connsiteX1" fmla="*/ 620370 w 620448"/>
                <a:gd name="connsiteY1" fmla="*/ 532434 h 532695"/>
                <a:gd name="connsiteX2" fmla="*/ 105809 w 620448"/>
                <a:gd name="connsiteY2" fmla="*/ 17817 h 532695"/>
                <a:gd name="connsiteX3" fmla="*/ 18000 w 620448"/>
                <a:gd name="connsiteY3" fmla="*/ 18042 h 532695"/>
                <a:gd name="connsiteX4" fmla="*/ -78 w 620448"/>
                <a:gd name="connsiteY4" fmla="*/ 61722 h 532695"/>
                <a:gd name="connsiteX5" fmla="*/ -78 w 620448"/>
                <a:gd name="connsiteY5" fmla="*/ 222154 h 532695"/>
                <a:gd name="connsiteX6" fmla="*/ 310146 w 620448"/>
                <a:gd name="connsiteY6" fmla="*/ 532378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48" h="532695">
                  <a:moveTo>
                    <a:pt x="310146" y="532434"/>
                  </a:moveTo>
                  <a:lnTo>
                    <a:pt x="620370" y="532434"/>
                  </a:lnTo>
                  <a:lnTo>
                    <a:pt x="105809" y="17817"/>
                  </a:lnTo>
                  <a:cubicBezTo>
                    <a:pt x="81498" y="-6381"/>
                    <a:pt x="42169" y="-6269"/>
                    <a:pt x="18000" y="18042"/>
                  </a:cubicBezTo>
                  <a:cubicBezTo>
                    <a:pt x="6462" y="29664"/>
                    <a:pt x="-50" y="45356"/>
                    <a:pt x="-78" y="61722"/>
                  </a:cubicBezTo>
                  <a:lnTo>
                    <a:pt x="-78" y="222154"/>
                  </a:lnTo>
                  <a:lnTo>
                    <a:pt x="310146" y="532378"/>
                  </a:lnTo>
                  <a:close/>
                </a:path>
              </a:pathLst>
            </a:custGeom>
            <a:solidFill>
              <a:srgbClr val="FFFFFF">
                <a:alpha val="5000"/>
              </a:srgbClr>
            </a:solidFill>
            <a:ln w="2807" cap="flat">
              <a:noFill/>
              <a:prstDash val="solid"/>
              <a:miter/>
            </a:ln>
          </p:spPr>
          <p:txBody>
            <a:bodyPr rtlCol="0" anchor="ctr"/>
            <a:lstStyle/>
            <a:p>
              <a:endParaRPr lang="en-AU" dirty="0"/>
            </a:p>
          </p:txBody>
        </p:sp>
        <p:sp>
          <p:nvSpPr>
            <p:cNvPr id="249" name="Graphic 168">
              <a:extLst>
                <a:ext uri="{FF2B5EF4-FFF2-40B4-BE49-F238E27FC236}">
                  <a16:creationId xmlns:a16="http://schemas.microsoft.com/office/drawing/2014/main" id="{35D26413-32A3-4B6E-BAA3-D1E57AD7377A}"/>
                </a:ext>
              </a:extLst>
            </p:cNvPr>
            <p:cNvSpPr/>
            <p:nvPr/>
          </p:nvSpPr>
          <p:spPr>
            <a:xfrm>
              <a:off x="10509805" y="6325332"/>
              <a:ext cx="620448" cy="532695"/>
            </a:xfrm>
            <a:custGeom>
              <a:avLst/>
              <a:gdLst>
                <a:gd name="connsiteX0" fmla="*/ 310146 w 620448"/>
                <a:gd name="connsiteY0" fmla="*/ 532434 h 532695"/>
                <a:gd name="connsiteX1" fmla="*/ 620370 w 620448"/>
                <a:gd name="connsiteY1" fmla="*/ 532434 h 532695"/>
                <a:gd name="connsiteX2" fmla="*/ 105809 w 620448"/>
                <a:gd name="connsiteY2" fmla="*/ 17817 h 532695"/>
                <a:gd name="connsiteX3" fmla="*/ 18000 w 620448"/>
                <a:gd name="connsiteY3" fmla="*/ 18042 h 532695"/>
                <a:gd name="connsiteX4" fmla="*/ -78 w 620448"/>
                <a:gd name="connsiteY4" fmla="*/ 61722 h 532695"/>
                <a:gd name="connsiteX5" fmla="*/ -78 w 620448"/>
                <a:gd name="connsiteY5" fmla="*/ 222154 h 532695"/>
                <a:gd name="connsiteX6" fmla="*/ 310146 w 620448"/>
                <a:gd name="connsiteY6" fmla="*/ 532378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48" h="532695">
                  <a:moveTo>
                    <a:pt x="310146" y="532434"/>
                  </a:moveTo>
                  <a:lnTo>
                    <a:pt x="620370" y="532434"/>
                  </a:lnTo>
                  <a:lnTo>
                    <a:pt x="105809" y="17817"/>
                  </a:lnTo>
                  <a:cubicBezTo>
                    <a:pt x="81498" y="-6381"/>
                    <a:pt x="42169" y="-6269"/>
                    <a:pt x="18000" y="18042"/>
                  </a:cubicBezTo>
                  <a:cubicBezTo>
                    <a:pt x="6462" y="29664"/>
                    <a:pt x="-50" y="45356"/>
                    <a:pt x="-78" y="61722"/>
                  </a:cubicBezTo>
                  <a:lnTo>
                    <a:pt x="-78" y="222154"/>
                  </a:lnTo>
                  <a:lnTo>
                    <a:pt x="310146" y="532378"/>
                  </a:lnTo>
                  <a:close/>
                </a:path>
              </a:pathLst>
            </a:custGeom>
            <a:solidFill>
              <a:srgbClr val="FFFFFF">
                <a:alpha val="5000"/>
              </a:srgbClr>
            </a:solidFill>
            <a:ln w="2807" cap="flat">
              <a:noFill/>
              <a:prstDash val="solid"/>
              <a:miter/>
            </a:ln>
          </p:spPr>
          <p:txBody>
            <a:bodyPr rtlCol="0" anchor="ctr"/>
            <a:lstStyle/>
            <a:p>
              <a:endParaRPr lang="en-AU" dirty="0"/>
            </a:p>
          </p:txBody>
        </p:sp>
        <p:sp>
          <p:nvSpPr>
            <p:cNvPr id="250" name="Graphic 168">
              <a:extLst>
                <a:ext uri="{FF2B5EF4-FFF2-40B4-BE49-F238E27FC236}">
                  <a16:creationId xmlns:a16="http://schemas.microsoft.com/office/drawing/2014/main" id="{35D26413-32A3-4B6E-BAA3-D1E57AD7377A}"/>
                </a:ext>
              </a:extLst>
            </p:cNvPr>
            <p:cNvSpPr/>
            <p:nvPr/>
          </p:nvSpPr>
          <p:spPr>
            <a:xfrm>
              <a:off x="7484508" y="6325332"/>
              <a:ext cx="620448" cy="532695"/>
            </a:xfrm>
            <a:custGeom>
              <a:avLst/>
              <a:gdLst>
                <a:gd name="connsiteX0" fmla="*/ 310117 w 620448"/>
                <a:gd name="connsiteY0" fmla="*/ 532434 h 532695"/>
                <a:gd name="connsiteX1" fmla="*/ 620370 w 620448"/>
                <a:gd name="connsiteY1" fmla="*/ 532434 h 532695"/>
                <a:gd name="connsiteX2" fmla="*/ 105809 w 620448"/>
                <a:gd name="connsiteY2" fmla="*/ 17817 h 532695"/>
                <a:gd name="connsiteX3" fmla="*/ 18000 w 620448"/>
                <a:gd name="connsiteY3" fmla="*/ 18042 h 532695"/>
                <a:gd name="connsiteX4" fmla="*/ -78 w 620448"/>
                <a:gd name="connsiteY4" fmla="*/ 61722 h 532695"/>
                <a:gd name="connsiteX5" fmla="*/ -78 w 620448"/>
                <a:gd name="connsiteY5" fmla="*/ 222154 h 532695"/>
                <a:gd name="connsiteX6" fmla="*/ 310145 w 620448"/>
                <a:gd name="connsiteY6" fmla="*/ 532378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48" h="532695">
                  <a:moveTo>
                    <a:pt x="310117" y="532434"/>
                  </a:moveTo>
                  <a:lnTo>
                    <a:pt x="620370" y="532434"/>
                  </a:lnTo>
                  <a:lnTo>
                    <a:pt x="105809" y="17817"/>
                  </a:lnTo>
                  <a:cubicBezTo>
                    <a:pt x="81499" y="-6381"/>
                    <a:pt x="42170" y="-6269"/>
                    <a:pt x="18000" y="18042"/>
                  </a:cubicBezTo>
                  <a:cubicBezTo>
                    <a:pt x="6434" y="29664"/>
                    <a:pt x="-50" y="45356"/>
                    <a:pt x="-78" y="61722"/>
                  </a:cubicBezTo>
                  <a:lnTo>
                    <a:pt x="-78" y="222154"/>
                  </a:lnTo>
                  <a:lnTo>
                    <a:pt x="310145" y="532378"/>
                  </a:lnTo>
                  <a:close/>
                </a:path>
              </a:pathLst>
            </a:custGeom>
            <a:solidFill>
              <a:srgbClr val="FFFFFF">
                <a:alpha val="5000"/>
              </a:srgbClr>
            </a:solidFill>
            <a:ln w="2807" cap="flat">
              <a:noFill/>
              <a:prstDash val="solid"/>
              <a:miter/>
            </a:ln>
          </p:spPr>
          <p:txBody>
            <a:bodyPr rtlCol="0" anchor="ctr"/>
            <a:lstStyle/>
            <a:p>
              <a:endParaRPr lang="en-AU" dirty="0"/>
            </a:p>
          </p:txBody>
        </p:sp>
        <p:sp>
          <p:nvSpPr>
            <p:cNvPr id="251" name="Graphic 168">
              <a:extLst>
                <a:ext uri="{FF2B5EF4-FFF2-40B4-BE49-F238E27FC236}">
                  <a16:creationId xmlns:a16="http://schemas.microsoft.com/office/drawing/2014/main" id="{35D26413-32A3-4B6E-BAA3-D1E57AD7377A}"/>
                </a:ext>
              </a:extLst>
            </p:cNvPr>
            <p:cNvSpPr/>
            <p:nvPr/>
          </p:nvSpPr>
          <p:spPr>
            <a:xfrm>
              <a:off x="7174256" y="6325468"/>
              <a:ext cx="310252" cy="532643"/>
            </a:xfrm>
            <a:custGeom>
              <a:avLst/>
              <a:gdLst>
                <a:gd name="connsiteX0" fmla="*/ 310174 w 310252"/>
                <a:gd name="connsiteY0" fmla="*/ 532298 h 532643"/>
                <a:gd name="connsiteX1" fmla="*/ 310174 w 310252"/>
                <a:gd name="connsiteY1" fmla="*/ 222046 h 532643"/>
                <a:gd name="connsiteX2" fmla="*/ 105641 w 310252"/>
                <a:gd name="connsiteY2" fmla="*/ 17681 h 532643"/>
                <a:gd name="connsiteX3" fmla="*/ 17860 w 310252"/>
                <a:gd name="connsiteY3" fmla="*/ 18158 h 532643"/>
                <a:gd name="connsiteX4" fmla="*/ -78 w 310252"/>
                <a:gd name="connsiteY4" fmla="*/ 61726 h 532643"/>
                <a:gd name="connsiteX5" fmla="*/ -78 w 310252"/>
                <a:gd name="connsiteY5" fmla="*/ 532383 h 53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3">
                  <a:moveTo>
                    <a:pt x="310174" y="532298"/>
                  </a:moveTo>
                  <a:lnTo>
                    <a:pt x="310174" y="222046"/>
                  </a:lnTo>
                  <a:lnTo>
                    <a:pt x="105641" y="17681"/>
                  </a:lnTo>
                  <a:cubicBezTo>
                    <a:pt x="81274" y="-6433"/>
                    <a:pt x="41973" y="-6208"/>
                    <a:pt x="17860" y="18158"/>
                  </a:cubicBezTo>
                  <a:cubicBezTo>
                    <a:pt x="6378" y="29752"/>
                    <a:pt x="-50" y="45416"/>
                    <a:pt x="-78" y="61726"/>
                  </a:cubicBezTo>
                  <a:lnTo>
                    <a:pt x="-78" y="532383"/>
                  </a:lnTo>
                  <a:close/>
                </a:path>
              </a:pathLst>
            </a:custGeom>
            <a:solidFill>
              <a:srgbClr val="FFFFFF">
                <a:alpha val="5000"/>
              </a:srgbClr>
            </a:solidFill>
            <a:ln w="2807" cap="flat">
              <a:noFill/>
              <a:prstDash val="solid"/>
              <a:miter/>
            </a:ln>
          </p:spPr>
          <p:txBody>
            <a:bodyPr rtlCol="0" anchor="ctr"/>
            <a:lstStyle/>
            <a:p>
              <a:endParaRPr lang="en-AU" dirty="0"/>
            </a:p>
          </p:txBody>
        </p:sp>
        <p:sp>
          <p:nvSpPr>
            <p:cNvPr id="252" name="Graphic 168">
              <a:extLst>
                <a:ext uri="{FF2B5EF4-FFF2-40B4-BE49-F238E27FC236}">
                  <a16:creationId xmlns:a16="http://schemas.microsoft.com/office/drawing/2014/main" id="{35D26413-32A3-4B6E-BAA3-D1E57AD7377A}"/>
                </a:ext>
              </a:extLst>
            </p:cNvPr>
            <p:cNvSpPr/>
            <p:nvPr/>
          </p:nvSpPr>
          <p:spPr>
            <a:xfrm>
              <a:off x="3450780" y="6325332"/>
              <a:ext cx="620448" cy="532695"/>
            </a:xfrm>
            <a:custGeom>
              <a:avLst/>
              <a:gdLst>
                <a:gd name="connsiteX0" fmla="*/ 310146 w 620448"/>
                <a:gd name="connsiteY0" fmla="*/ 532434 h 532695"/>
                <a:gd name="connsiteX1" fmla="*/ 620370 w 620448"/>
                <a:gd name="connsiteY1" fmla="*/ 532434 h 532695"/>
                <a:gd name="connsiteX2" fmla="*/ 105809 w 620448"/>
                <a:gd name="connsiteY2" fmla="*/ 17817 h 532695"/>
                <a:gd name="connsiteX3" fmla="*/ 17994 w 620448"/>
                <a:gd name="connsiteY3" fmla="*/ 18042 h 532695"/>
                <a:gd name="connsiteX4" fmla="*/ -78 w 620448"/>
                <a:gd name="connsiteY4" fmla="*/ 61722 h 532695"/>
                <a:gd name="connsiteX5" fmla="*/ -78 w 620448"/>
                <a:gd name="connsiteY5" fmla="*/ 222154 h 532695"/>
                <a:gd name="connsiteX6" fmla="*/ 310146 w 620448"/>
                <a:gd name="connsiteY6" fmla="*/ 532434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48" h="532695">
                  <a:moveTo>
                    <a:pt x="310146" y="532434"/>
                  </a:moveTo>
                  <a:lnTo>
                    <a:pt x="620370" y="532434"/>
                  </a:lnTo>
                  <a:lnTo>
                    <a:pt x="105809" y="17817"/>
                  </a:lnTo>
                  <a:cubicBezTo>
                    <a:pt x="81496" y="-6381"/>
                    <a:pt x="42179" y="-6269"/>
                    <a:pt x="17994" y="18042"/>
                  </a:cubicBezTo>
                  <a:cubicBezTo>
                    <a:pt x="6448" y="29664"/>
                    <a:pt x="-48" y="45356"/>
                    <a:pt x="-78" y="61722"/>
                  </a:cubicBezTo>
                  <a:lnTo>
                    <a:pt x="-78" y="222154"/>
                  </a:lnTo>
                  <a:lnTo>
                    <a:pt x="310146" y="532434"/>
                  </a:lnTo>
                  <a:close/>
                </a:path>
              </a:pathLst>
            </a:custGeom>
            <a:solidFill>
              <a:srgbClr val="FFFFFF">
                <a:alpha val="5000"/>
              </a:srgbClr>
            </a:solidFill>
            <a:ln w="2807" cap="flat">
              <a:noFill/>
              <a:prstDash val="solid"/>
              <a:miter/>
            </a:ln>
          </p:spPr>
          <p:txBody>
            <a:bodyPr rtlCol="0" anchor="ctr"/>
            <a:lstStyle/>
            <a:p>
              <a:endParaRPr lang="en-AU" dirty="0"/>
            </a:p>
          </p:txBody>
        </p:sp>
        <p:sp>
          <p:nvSpPr>
            <p:cNvPr id="253" name="Graphic 168">
              <a:extLst>
                <a:ext uri="{FF2B5EF4-FFF2-40B4-BE49-F238E27FC236}">
                  <a16:creationId xmlns:a16="http://schemas.microsoft.com/office/drawing/2014/main" id="{35D26413-32A3-4B6E-BAA3-D1E57AD7377A}"/>
                </a:ext>
              </a:extLst>
            </p:cNvPr>
            <p:cNvSpPr/>
            <p:nvPr/>
          </p:nvSpPr>
          <p:spPr>
            <a:xfrm>
              <a:off x="3140612" y="6325552"/>
              <a:ext cx="310167" cy="532475"/>
            </a:xfrm>
            <a:custGeom>
              <a:avLst/>
              <a:gdLst>
                <a:gd name="connsiteX0" fmla="*/ 310090 w 310167"/>
                <a:gd name="connsiteY0" fmla="*/ 532215 h 532475"/>
                <a:gd name="connsiteX1" fmla="*/ 310090 w 310167"/>
                <a:gd name="connsiteY1" fmla="*/ 221962 h 532475"/>
                <a:gd name="connsiteX2" fmla="*/ 105557 w 310167"/>
                <a:gd name="connsiteY2" fmla="*/ 17598 h 532475"/>
                <a:gd name="connsiteX3" fmla="*/ 17784 w 310167"/>
                <a:gd name="connsiteY3" fmla="*/ 18243 h 532475"/>
                <a:gd name="connsiteX4" fmla="*/ -78 w 310167"/>
                <a:gd name="connsiteY4" fmla="*/ 61558 h 532475"/>
                <a:gd name="connsiteX5" fmla="*/ -78 w 310167"/>
                <a:gd name="connsiteY5" fmla="*/ 532215 h 53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167" h="532475">
                  <a:moveTo>
                    <a:pt x="310090" y="532215"/>
                  </a:moveTo>
                  <a:lnTo>
                    <a:pt x="310090" y="221962"/>
                  </a:lnTo>
                  <a:lnTo>
                    <a:pt x="105557" y="17598"/>
                  </a:lnTo>
                  <a:cubicBezTo>
                    <a:pt x="81142" y="-6460"/>
                    <a:pt x="41844" y="-6179"/>
                    <a:pt x="17784" y="18243"/>
                  </a:cubicBezTo>
                  <a:cubicBezTo>
                    <a:pt x="6398" y="29781"/>
                    <a:pt x="-14" y="45333"/>
                    <a:pt x="-78" y="61558"/>
                  </a:cubicBezTo>
                  <a:lnTo>
                    <a:pt x="-78" y="532215"/>
                  </a:lnTo>
                  <a:close/>
                </a:path>
              </a:pathLst>
            </a:custGeom>
            <a:solidFill>
              <a:srgbClr val="FFFFFF">
                <a:alpha val="5000"/>
              </a:srgbClr>
            </a:solidFill>
            <a:ln w="2807" cap="flat">
              <a:noFill/>
              <a:prstDash val="solid"/>
              <a:miter/>
            </a:ln>
          </p:spPr>
          <p:txBody>
            <a:bodyPr rtlCol="0" anchor="ctr"/>
            <a:lstStyle/>
            <a:p>
              <a:endParaRPr lang="en-AU" dirty="0"/>
            </a:p>
          </p:txBody>
        </p:sp>
        <p:sp>
          <p:nvSpPr>
            <p:cNvPr id="254" name="Graphic 168">
              <a:extLst>
                <a:ext uri="{FF2B5EF4-FFF2-40B4-BE49-F238E27FC236}">
                  <a16:creationId xmlns:a16="http://schemas.microsoft.com/office/drawing/2014/main" id="{35D26413-32A3-4B6E-BAA3-D1E57AD7377A}"/>
                </a:ext>
              </a:extLst>
            </p:cNvPr>
            <p:cNvSpPr/>
            <p:nvPr/>
          </p:nvSpPr>
          <p:spPr>
            <a:xfrm>
              <a:off x="4459212" y="6325332"/>
              <a:ext cx="620448" cy="532695"/>
            </a:xfrm>
            <a:custGeom>
              <a:avLst/>
              <a:gdLst>
                <a:gd name="connsiteX0" fmla="*/ 310118 w 620448"/>
                <a:gd name="connsiteY0" fmla="*/ 532434 h 532695"/>
                <a:gd name="connsiteX1" fmla="*/ 620370 w 620448"/>
                <a:gd name="connsiteY1" fmla="*/ 532434 h 532695"/>
                <a:gd name="connsiteX2" fmla="*/ 105809 w 620448"/>
                <a:gd name="connsiteY2" fmla="*/ 17817 h 532695"/>
                <a:gd name="connsiteX3" fmla="*/ 17995 w 620448"/>
                <a:gd name="connsiteY3" fmla="*/ 18042 h 532695"/>
                <a:gd name="connsiteX4" fmla="*/ -78 w 620448"/>
                <a:gd name="connsiteY4" fmla="*/ 61722 h 532695"/>
                <a:gd name="connsiteX5" fmla="*/ -78 w 620448"/>
                <a:gd name="connsiteY5" fmla="*/ 222154 h 532695"/>
                <a:gd name="connsiteX6" fmla="*/ 310146 w 620448"/>
                <a:gd name="connsiteY6" fmla="*/ 532378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48" h="532695">
                  <a:moveTo>
                    <a:pt x="310118" y="532434"/>
                  </a:moveTo>
                  <a:lnTo>
                    <a:pt x="620370" y="532434"/>
                  </a:lnTo>
                  <a:lnTo>
                    <a:pt x="105809" y="17817"/>
                  </a:lnTo>
                  <a:cubicBezTo>
                    <a:pt x="81496" y="-6381"/>
                    <a:pt x="42179" y="-6269"/>
                    <a:pt x="17995" y="18042"/>
                  </a:cubicBezTo>
                  <a:cubicBezTo>
                    <a:pt x="6448" y="29664"/>
                    <a:pt x="-47" y="45356"/>
                    <a:pt x="-78" y="61722"/>
                  </a:cubicBezTo>
                  <a:lnTo>
                    <a:pt x="-78" y="222154"/>
                  </a:lnTo>
                  <a:lnTo>
                    <a:pt x="310146" y="532378"/>
                  </a:lnTo>
                  <a:close/>
                </a:path>
              </a:pathLst>
            </a:custGeom>
            <a:solidFill>
              <a:srgbClr val="FFFFFF">
                <a:alpha val="5000"/>
              </a:srgbClr>
            </a:solidFill>
            <a:ln w="2807" cap="flat">
              <a:noFill/>
              <a:prstDash val="solid"/>
              <a:miter/>
            </a:ln>
          </p:spPr>
          <p:txBody>
            <a:bodyPr rtlCol="0" anchor="ctr"/>
            <a:lstStyle/>
            <a:p>
              <a:endParaRPr lang="en-AU" dirty="0"/>
            </a:p>
          </p:txBody>
        </p:sp>
        <p:sp>
          <p:nvSpPr>
            <p:cNvPr id="255" name="Graphic 168">
              <a:extLst>
                <a:ext uri="{FF2B5EF4-FFF2-40B4-BE49-F238E27FC236}">
                  <a16:creationId xmlns:a16="http://schemas.microsoft.com/office/drawing/2014/main" id="{35D26413-32A3-4B6E-BAA3-D1E57AD7377A}"/>
                </a:ext>
              </a:extLst>
            </p:cNvPr>
            <p:cNvSpPr/>
            <p:nvPr/>
          </p:nvSpPr>
          <p:spPr>
            <a:xfrm>
              <a:off x="4148960" y="6325468"/>
              <a:ext cx="310252" cy="532643"/>
            </a:xfrm>
            <a:custGeom>
              <a:avLst/>
              <a:gdLst>
                <a:gd name="connsiteX0" fmla="*/ 310174 w 310252"/>
                <a:gd name="connsiteY0" fmla="*/ 532298 h 532643"/>
                <a:gd name="connsiteX1" fmla="*/ 310174 w 310252"/>
                <a:gd name="connsiteY1" fmla="*/ 222046 h 532643"/>
                <a:gd name="connsiteX2" fmla="*/ 105641 w 310252"/>
                <a:gd name="connsiteY2" fmla="*/ 17681 h 532643"/>
                <a:gd name="connsiteX3" fmla="*/ 17865 w 310252"/>
                <a:gd name="connsiteY3" fmla="*/ 18158 h 532643"/>
                <a:gd name="connsiteX4" fmla="*/ -78 w 310252"/>
                <a:gd name="connsiteY4" fmla="*/ 61726 h 532643"/>
                <a:gd name="connsiteX5" fmla="*/ -78 w 310252"/>
                <a:gd name="connsiteY5" fmla="*/ 532383 h 53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3">
                  <a:moveTo>
                    <a:pt x="310174" y="532298"/>
                  </a:moveTo>
                  <a:lnTo>
                    <a:pt x="310174" y="222046"/>
                  </a:lnTo>
                  <a:lnTo>
                    <a:pt x="105641" y="17681"/>
                  </a:lnTo>
                  <a:cubicBezTo>
                    <a:pt x="81272" y="-6433"/>
                    <a:pt x="41973" y="-6208"/>
                    <a:pt x="17865" y="18158"/>
                  </a:cubicBezTo>
                  <a:cubicBezTo>
                    <a:pt x="6389" y="29752"/>
                    <a:pt x="-59" y="45416"/>
                    <a:pt x="-78" y="61726"/>
                  </a:cubicBezTo>
                  <a:lnTo>
                    <a:pt x="-78" y="532383"/>
                  </a:lnTo>
                  <a:close/>
                </a:path>
              </a:pathLst>
            </a:custGeom>
            <a:solidFill>
              <a:srgbClr val="FFFFFF">
                <a:alpha val="5000"/>
              </a:srgbClr>
            </a:solidFill>
            <a:ln w="2807" cap="flat">
              <a:noFill/>
              <a:prstDash val="solid"/>
              <a:miter/>
            </a:ln>
          </p:spPr>
          <p:txBody>
            <a:bodyPr rtlCol="0" anchor="ctr"/>
            <a:lstStyle/>
            <a:p>
              <a:endParaRPr lang="en-AU" dirty="0"/>
            </a:p>
          </p:txBody>
        </p:sp>
        <p:sp>
          <p:nvSpPr>
            <p:cNvPr id="256" name="Graphic 168">
              <a:extLst>
                <a:ext uri="{FF2B5EF4-FFF2-40B4-BE49-F238E27FC236}">
                  <a16:creationId xmlns:a16="http://schemas.microsoft.com/office/drawing/2014/main" id="{35D26413-32A3-4B6E-BAA3-D1E57AD7377A}"/>
                </a:ext>
              </a:extLst>
            </p:cNvPr>
            <p:cNvSpPr/>
            <p:nvPr/>
          </p:nvSpPr>
          <p:spPr>
            <a:xfrm>
              <a:off x="6165824" y="6325468"/>
              <a:ext cx="310252" cy="532643"/>
            </a:xfrm>
            <a:custGeom>
              <a:avLst/>
              <a:gdLst>
                <a:gd name="connsiteX0" fmla="*/ 310174 w 310252"/>
                <a:gd name="connsiteY0" fmla="*/ 532298 h 532643"/>
                <a:gd name="connsiteX1" fmla="*/ 310174 w 310252"/>
                <a:gd name="connsiteY1" fmla="*/ 222046 h 532643"/>
                <a:gd name="connsiteX2" fmla="*/ 105641 w 310252"/>
                <a:gd name="connsiteY2" fmla="*/ 17681 h 532643"/>
                <a:gd name="connsiteX3" fmla="*/ 17860 w 310252"/>
                <a:gd name="connsiteY3" fmla="*/ 18158 h 532643"/>
                <a:gd name="connsiteX4" fmla="*/ -78 w 310252"/>
                <a:gd name="connsiteY4" fmla="*/ 61726 h 532643"/>
                <a:gd name="connsiteX5" fmla="*/ -78 w 310252"/>
                <a:gd name="connsiteY5" fmla="*/ 532383 h 53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3">
                  <a:moveTo>
                    <a:pt x="310174" y="532298"/>
                  </a:moveTo>
                  <a:lnTo>
                    <a:pt x="310174" y="222046"/>
                  </a:lnTo>
                  <a:lnTo>
                    <a:pt x="105641" y="17681"/>
                  </a:lnTo>
                  <a:cubicBezTo>
                    <a:pt x="81274" y="-6433"/>
                    <a:pt x="41973" y="-6208"/>
                    <a:pt x="17860" y="18158"/>
                  </a:cubicBezTo>
                  <a:cubicBezTo>
                    <a:pt x="6378" y="29752"/>
                    <a:pt x="-50" y="45416"/>
                    <a:pt x="-78" y="61726"/>
                  </a:cubicBezTo>
                  <a:lnTo>
                    <a:pt x="-78" y="532383"/>
                  </a:lnTo>
                  <a:close/>
                </a:path>
              </a:pathLst>
            </a:custGeom>
            <a:solidFill>
              <a:srgbClr val="FFFFFF">
                <a:alpha val="5000"/>
              </a:srgbClr>
            </a:solidFill>
            <a:ln w="2807" cap="flat">
              <a:noFill/>
              <a:prstDash val="solid"/>
              <a:miter/>
            </a:ln>
          </p:spPr>
          <p:txBody>
            <a:bodyPr rtlCol="0" anchor="ctr"/>
            <a:lstStyle/>
            <a:p>
              <a:endParaRPr lang="en-AU" dirty="0"/>
            </a:p>
          </p:txBody>
        </p:sp>
        <p:sp>
          <p:nvSpPr>
            <p:cNvPr id="257" name="Graphic 168">
              <a:extLst>
                <a:ext uri="{FF2B5EF4-FFF2-40B4-BE49-F238E27FC236}">
                  <a16:creationId xmlns:a16="http://schemas.microsoft.com/office/drawing/2014/main" id="{35D26413-32A3-4B6E-BAA3-D1E57AD7377A}"/>
                </a:ext>
              </a:extLst>
            </p:cNvPr>
            <p:cNvSpPr/>
            <p:nvPr/>
          </p:nvSpPr>
          <p:spPr>
            <a:xfrm>
              <a:off x="6476076" y="6325332"/>
              <a:ext cx="620448" cy="532695"/>
            </a:xfrm>
            <a:custGeom>
              <a:avLst/>
              <a:gdLst>
                <a:gd name="connsiteX0" fmla="*/ 310118 w 620448"/>
                <a:gd name="connsiteY0" fmla="*/ 532434 h 532695"/>
                <a:gd name="connsiteX1" fmla="*/ 620370 w 620448"/>
                <a:gd name="connsiteY1" fmla="*/ 532434 h 532695"/>
                <a:gd name="connsiteX2" fmla="*/ 105809 w 620448"/>
                <a:gd name="connsiteY2" fmla="*/ 17817 h 532695"/>
                <a:gd name="connsiteX3" fmla="*/ 18000 w 620448"/>
                <a:gd name="connsiteY3" fmla="*/ 18042 h 532695"/>
                <a:gd name="connsiteX4" fmla="*/ -78 w 620448"/>
                <a:gd name="connsiteY4" fmla="*/ 61722 h 532695"/>
                <a:gd name="connsiteX5" fmla="*/ -78 w 620448"/>
                <a:gd name="connsiteY5" fmla="*/ 222154 h 532695"/>
                <a:gd name="connsiteX6" fmla="*/ 310145 w 620448"/>
                <a:gd name="connsiteY6" fmla="*/ 532378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48" h="532695">
                  <a:moveTo>
                    <a:pt x="310118" y="532434"/>
                  </a:moveTo>
                  <a:lnTo>
                    <a:pt x="620370" y="532434"/>
                  </a:lnTo>
                  <a:lnTo>
                    <a:pt x="105809" y="17817"/>
                  </a:lnTo>
                  <a:cubicBezTo>
                    <a:pt x="81499" y="-6381"/>
                    <a:pt x="42170" y="-6269"/>
                    <a:pt x="18000" y="18042"/>
                  </a:cubicBezTo>
                  <a:cubicBezTo>
                    <a:pt x="6434" y="29664"/>
                    <a:pt x="-51" y="45356"/>
                    <a:pt x="-78" y="61722"/>
                  </a:cubicBezTo>
                  <a:lnTo>
                    <a:pt x="-78" y="222154"/>
                  </a:lnTo>
                  <a:lnTo>
                    <a:pt x="310145" y="532378"/>
                  </a:lnTo>
                  <a:close/>
                </a:path>
              </a:pathLst>
            </a:custGeom>
            <a:solidFill>
              <a:srgbClr val="FFFFFF">
                <a:alpha val="5000"/>
              </a:srgbClr>
            </a:solidFill>
            <a:ln w="2807" cap="flat">
              <a:noFill/>
              <a:prstDash val="solid"/>
              <a:miter/>
            </a:ln>
          </p:spPr>
          <p:txBody>
            <a:bodyPr rtlCol="0" anchor="ctr"/>
            <a:lstStyle/>
            <a:p>
              <a:endParaRPr lang="en-AU" dirty="0"/>
            </a:p>
          </p:txBody>
        </p:sp>
        <p:sp>
          <p:nvSpPr>
            <p:cNvPr id="258" name="Graphic 168">
              <a:extLst>
                <a:ext uri="{FF2B5EF4-FFF2-40B4-BE49-F238E27FC236}">
                  <a16:creationId xmlns:a16="http://schemas.microsoft.com/office/drawing/2014/main" id="{35D26413-32A3-4B6E-BAA3-D1E57AD7377A}"/>
                </a:ext>
              </a:extLst>
            </p:cNvPr>
            <p:cNvSpPr/>
            <p:nvPr/>
          </p:nvSpPr>
          <p:spPr>
            <a:xfrm>
              <a:off x="5467644" y="6325332"/>
              <a:ext cx="620532" cy="532695"/>
            </a:xfrm>
            <a:custGeom>
              <a:avLst/>
              <a:gdLst>
                <a:gd name="connsiteX0" fmla="*/ 310118 w 620532"/>
                <a:gd name="connsiteY0" fmla="*/ 532434 h 532695"/>
                <a:gd name="connsiteX1" fmla="*/ 620454 w 620532"/>
                <a:gd name="connsiteY1" fmla="*/ 532434 h 532695"/>
                <a:gd name="connsiteX2" fmla="*/ 105810 w 620532"/>
                <a:gd name="connsiteY2" fmla="*/ 17817 h 532695"/>
                <a:gd name="connsiteX3" fmla="*/ 18000 w 620532"/>
                <a:gd name="connsiteY3" fmla="*/ 18042 h 532695"/>
                <a:gd name="connsiteX4" fmla="*/ -78 w 620532"/>
                <a:gd name="connsiteY4" fmla="*/ 61722 h 532695"/>
                <a:gd name="connsiteX5" fmla="*/ -78 w 620532"/>
                <a:gd name="connsiteY5" fmla="*/ 222154 h 532695"/>
                <a:gd name="connsiteX6" fmla="*/ 310146 w 620532"/>
                <a:gd name="connsiteY6" fmla="*/ 532378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532" h="532695">
                  <a:moveTo>
                    <a:pt x="310118" y="532434"/>
                  </a:moveTo>
                  <a:lnTo>
                    <a:pt x="620454" y="532434"/>
                  </a:lnTo>
                  <a:lnTo>
                    <a:pt x="105810" y="17817"/>
                  </a:lnTo>
                  <a:cubicBezTo>
                    <a:pt x="81499" y="-6381"/>
                    <a:pt x="42170" y="-6269"/>
                    <a:pt x="18000" y="18042"/>
                  </a:cubicBezTo>
                  <a:cubicBezTo>
                    <a:pt x="6434" y="29664"/>
                    <a:pt x="-50" y="45356"/>
                    <a:pt x="-78" y="61722"/>
                  </a:cubicBezTo>
                  <a:lnTo>
                    <a:pt x="-78" y="222154"/>
                  </a:lnTo>
                  <a:lnTo>
                    <a:pt x="310146" y="532378"/>
                  </a:lnTo>
                  <a:close/>
                </a:path>
              </a:pathLst>
            </a:custGeom>
            <a:solidFill>
              <a:srgbClr val="FFFFFF">
                <a:alpha val="5000"/>
              </a:srgbClr>
            </a:solidFill>
            <a:ln w="2807" cap="flat">
              <a:noFill/>
              <a:prstDash val="solid"/>
              <a:miter/>
            </a:ln>
          </p:spPr>
          <p:txBody>
            <a:bodyPr rtlCol="0" anchor="ctr"/>
            <a:lstStyle/>
            <a:p>
              <a:endParaRPr lang="en-AU" dirty="0"/>
            </a:p>
          </p:txBody>
        </p:sp>
        <p:sp>
          <p:nvSpPr>
            <p:cNvPr id="259" name="Graphic 168">
              <a:extLst>
                <a:ext uri="{FF2B5EF4-FFF2-40B4-BE49-F238E27FC236}">
                  <a16:creationId xmlns:a16="http://schemas.microsoft.com/office/drawing/2014/main" id="{35D26413-32A3-4B6E-BAA3-D1E57AD7377A}"/>
                </a:ext>
              </a:extLst>
            </p:cNvPr>
            <p:cNvSpPr/>
            <p:nvPr/>
          </p:nvSpPr>
          <p:spPr>
            <a:xfrm>
              <a:off x="5157392" y="6325468"/>
              <a:ext cx="310392" cy="532643"/>
            </a:xfrm>
            <a:custGeom>
              <a:avLst/>
              <a:gdLst>
                <a:gd name="connsiteX0" fmla="*/ 310314 w 310392"/>
                <a:gd name="connsiteY0" fmla="*/ 532298 h 532643"/>
                <a:gd name="connsiteX1" fmla="*/ 310314 w 310392"/>
                <a:gd name="connsiteY1" fmla="*/ 222046 h 532643"/>
                <a:gd name="connsiteX2" fmla="*/ 105641 w 310392"/>
                <a:gd name="connsiteY2" fmla="*/ 17681 h 532643"/>
                <a:gd name="connsiteX3" fmla="*/ 17859 w 310392"/>
                <a:gd name="connsiteY3" fmla="*/ 18158 h 532643"/>
                <a:gd name="connsiteX4" fmla="*/ -78 w 310392"/>
                <a:gd name="connsiteY4" fmla="*/ 61726 h 532643"/>
                <a:gd name="connsiteX5" fmla="*/ -78 w 310392"/>
                <a:gd name="connsiteY5" fmla="*/ 532383 h 53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392" h="532643">
                  <a:moveTo>
                    <a:pt x="310314" y="532298"/>
                  </a:moveTo>
                  <a:lnTo>
                    <a:pt x="310314" y="222046"/>
                  </a:lnTo>
                  <a:lnTo>
                    <a:pt x="105641" y="17681"/>
                  </a:lnTo>
                  <a:cubicBezTo>
                    <a:pt x="81274" y="-6433"/>
                    <a:pt x="41973" y="-6208"/>
                    <a:pt x="17859" y="18158"/>
                  </a:cubicBezTo>
                  <a:cubicBezTo>
                    <a:pt x="6378" y="29752"/>
                    <a:pt x="-51" y="45416"/>
                    <a:pt x="-78" y="61726"/>
                  </a:cubicBezTo>
                  <a:lnTo>
                    <a:pt x="-78" y="532383"/>
                  </a:lnTo>
                  <a:close/>
                </a:path>
              </a:pathLst>
            </a:custGeom>
            <a:solidFill>
              <a:srgbClr val="FFFFFF">
                <a:alpha val="5000"/>
              </a:srgbClr>
            </a:solidFill>
            <a:ln w="2807" cap="flat">
              <a:noFill/>
              <a:prstDash val="solid"/>
              <a:miter/>
            </a:ln>
          </p:spPr>
          <p:txBody>
            <a:bodyPr rtlCol="0" anchor="ctr"/>
            <a:lstStyle/>
            <a:p>
              <a:endParaRPr lang="en-AU" dirty="0"/>
            </a:p>
          </p:txBody>
        </p:sp>
      </p:grpSp>
      <p:sp>
        <p:nvSpPr>
          <p:cNvPr id="21" name="Overlay">
            <a:extLst>
              <a:ext uri="{FF2B5EF4-FFF2-40B4-BE49-F238E27FC236}">
                <a16:creationId xmlns:a16="http://schemas.microsoft.com/office/drawing/2014/main" id="{5A176D6F-CAD9-4E04-9487-C71329916E18}"/>
              </a:ext>
            </a:extLst>
          </p:cNvPr>
          <p:cNvSpPr/>
          <p:nvPr userDrawn="1"/>
        </p:nvSpPr>
        <p:spPr>
          <a:xfrm>
            <a:off x="-1" y="1"/>
            <a:ext cx="9131769" cy="6863372"/>
          </a:xfrm>
          <a:custGeom>
            <a:avLst/>
            <a:gdLst>
              <a:gd name="connsiteX0" fmla="*/ 8855387 w 9131854"/>
              <a:gd name="connsiteY0" fmla="*/ 2757901 h 6856793"/>
              <a:gd name="connsiteX1" fmla="*/ 6097455 w 9131854"/>
              <a:gd name="connsiteY1" fmla="*/ 96 h 6856793"/>
              <a:gd name="connsiteX2" fmla="*/ 1455 w 9131854"/>
              <a:gd name="connsiteY2" fmla="*/ 96 h 6856793"/>
              <a:gd name="connsiteX3" fmla="*/ 1455 w 9131854"/>
              <a:gd name="connsiteY3" fmla="*/ 6856890 h 6856793"/>
              <a:gd name="connsiteX4" fmla="*/ 6098471 w 9131854"/>
              <a:gd name="connsiteY4" fmla="*/ 6856890 h 6856793"/>
              <a:gd name="connsiteX5" fmla="*/ 8855450 w 9131854"/>
              <a:gd name="connsiteY5" fmla="*/ 4099656 h 6856793"/>
              <a:gd name="connsiteX6" fmla="*/ 8855402 w 9131854"/>
              <a:gd name="connsiteY6" fmla="*/ 2757914 h 6856793"/>
              <a:gd name="connsiteX7" fmla="*/ 8855387 w 9131854"/>
              <a:gd name="connsiteY7" fmla="*/ 2757901 h 6856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31854" h="6856793">
                <a:moveTo>
                  <a:pt x="8855387" y="2757901"/>
                </a:moveTo>
                <a:lnTo>
                  <a:pt x="6097455" y="96"/>
                </a:lnTo>
                <a:lnTo>
                  <a:pt x="1455" y="96"/>
                </a:lnTo>
                <a:lnTo>
                  <a:pt x="1455" y="6856890"/>
                </a:lnTo>
                <a:lnTo>
                  <a:pt x="6098471" y="6856890"/>
                </a:lnTo>
                <a:lnTo>
                  <a:pt x="8855450" y="4099656"/>
                </a:lnTo>
                <a:cubicBezTo>
                  <a:pt x="9225948" y="3729134"/>
                  <a:pt x="9225927" y="3128411"/>
                  <a:pt x="8855402" y="2757914"/>
                </a:cubicBezTo>
                <a:cubicBezTo>
                  <a:pt x="8855397" y="2757914"/>
                  <a:pt x="8855392" y="2757907"/>
                  <a:pt x="8855387" y="2757901"/>
                </a:cubicBezTo>
                <a:close/>
              </a:path>
            </a:pathLst>
          </a:custGeom>
          <a:solidFill>
            <a:schemeClr val="tx2"/>
          </a:solidFill>
          <a:ln w="6346" cap="flat">
            <a:noFill/>
            <a:prstDash val="solid"/>
            <a:miter/>
          </a:ln>
        </p:spPr>
        <p:txBody>
          <a:bodyPr rtlCol="0" anchor="ctr"/>
          <a:lstStyle/>
          <a:p>
            <a:r>
              <a:rPr lang="en-US" dirty="0"/>
              <a:t> </a:t>
            </a:r>
            <a:endParaRPr lang="en-AU" dirty="0"/>
          </a:p>
        </p:txBody>
      </p:sp>
      <p:sp>
        <p:nvSpPr>
          <p:cNvPr id="2" name="Title Placeholder 1">
            <a:extLst>
              <a:ext uri="{FF2B5EF4-FFF2-40B4-BE49-F238E27FC236}">
                <a16:creationId xmlns:a16="http://schemas.microsoft.com/office/drawing/2014/main" id="{F335869A-5450-4E4B-9386-FDDC2C60BC7B}"/>
              </a:ext>
            </a:extLst>
          </p:cNvPr>
          <p:cNvSpPr>
            <a:spLocks noGrp="1"/>
          </p:cNvSpPr>
          <p:nvPr>
            <p:ph type="title"/>
          </p:nvPr>
        </p:nvSpPr>
        <p:spPr>
          <a:xfrm>
            <a:off x="839545" y="1896844"/>
            <a:ext cx="5297685" cy="1228724"/>
          </a:xfrm>
          <a:prstGeom prst="rect">
            <a:avLst/>
          </a:prstGeom>
        </p:spPr>
        <p:txBody>
          <a:bodyPr vert="horz" lIns="0" tIns="0" rIns="0" bIns="0" rtlCol="0" anchor="t">
            <a:normAutofit/>
          </a:bodyPr>
          <a:lstStyle/>
          <a:p>
            <a:r>
              <a:rPr lang="en-US"/>
              <a:t>Click to edit Master title style</a:t>
            </a:r>
            <a:endParaRPr lang="en-AU" dirty="0"/>
          </a:p>
        </p:txBody>
      </p:sp>
      <p:sp>
        <p:nvSpPr>
          <p:cNvPr id="4" name="Date Placeholder 3">
            <a:extLst>
              <a:ext uri="{FF2B5EF4-FFF2-40B4-BE49-F238E27FC236}">
                <a16:creationId xmlns:a16="http://schemas.microsoft.com/office/drawing/2014/main" id="{8D424098-2204-479D-9BF7-4E57F1B455C2}"/>
              </a:ext>
            </a:extLst>
          </p:cNvPr>
          <p:cNvSpPr>
            <a:spLocks noGrp="1"/>
          </p:cNvSpPr>
          <p:nvPr>
            <p:ph type="dt" sz="half" idx="2"/>
          </p:nvPr>
        </p:nvSpPr>
        <p:spPr>
          <a:xfrm>
            <a:off x="838200" y="1296055"/>
            <a:ext cx="2743200" cy="365125"/>
          </a:xfrm>
          <a:prstGeom prst="rect">
            <a:avLst/>
          </a:prstGeom>
        </p:spPr>
        <p:txBody>
          <a:bodyPr vert="horz" lIns="0" tIns="0" rIns="0" bIns="0" rtlCol="0" anchor="ctr"/>
          <a:lstStyle>
            <a:lvl1pPr algn="l">
              <a:defRPr sz="1200" cap="all" baseline="0">
                <a:solidFill>
                  <a:schemeClr val="bg1"/>
                </a:solidFill>
              </a:defRPr>
            </a:lvl1pPr>
          </a:lstStyle>
          <a:p>
            <a:fld id="{F6595D52-B34E-4340-84E1-CFF62E3E66D5}" type="datetime4">
              <a:rPr lang="en-AU" smtClean="0"/>
              <a:t>23 October 2024</a:t>
            </a:fld>
            <a:endParaRPr lang="en-AU" dirty="0"/>
          </a:p>
        </p:txBody>
      </p:sp>
      <p:sp>
        <p:nvSpPr>
          <p:cNvPr id="5" name="Footer Placeholder 4">
            <a:extLst>
              <a:ext uri="{FF2B5EF4-FFF2-40B4-BE49-F238E27FC236}">
                <a16:creationId xmlns:a16="http://schemas.microsoft.com/office/drawing/2014/main" id="{F921E08B-D798-4960-A9B1-5A2F55FC0886}"/>
              </a:ext>
            </a:extLst>
          </p:cNvPr>
          <p:cNvSpPr>
            <a:spLocks noGrp="1"/>
          </p:cNvSpPr>
          <p:nvPr>
            <p:ph type="ftr" sz="quarter" idx="3"/>
          </p:nvPr>
        </p:nvSpPr>
        <p:spPr>
          <a:xfrm>
            <a:off x="9113388" y="6318250"/>
            <a:ext cx="2574469" cy="365125"/>
          </a:xfrm>
          <a:prstGeom prst="rect">
            <a:avLst/>
          </a:prstGeom>
        </p:spPr>
        <p:txBody>
          <a:bodyPr vert="horz" lIns="91440" tIns="45720" rIns="91440" bIns="45720" rtlCol="0" anchor="ctr"/>
          <a:lstStyle>
            <a:lvl1pPr algn="l">
              <a:defRPr sz="1200">
                <a:solidFill>
                  <a:schemeClr val="bg1"/>
                </a:solidFill>
              </a:defRPr>
            </a:lvl1pPr>
          </a:lstStyle>
          <a:p>
            <a:endParaRPr lang="en-AU" dirty="0"/>
          </a:p>
        </p:txBody>
      </p:sp>
      <p:sp>
        <p:nvSpPr>
          <p:cNvPr id="6" name="Slide Number Placeholder 5">
            <a:extLst>
              <a:ext uri="{FF2B5EF4-FFF2-40B4-BE49-F238E27FC236}">
                <a16:creationId xmlns:a16="http://schemas.microsoft.com/office/drawing/2014/main" id="{354BFFD3-239F-4D58-A56C-93D588CBBE8E}"/>
              </a:ext>
            </a:extLst>
          </p:cNvPr>
          <p:cNvSpPr>
            <a:spLocks noGrp="1"/>
          </p:cNvSpPr>
          <p:nvPr>
            <p:ph type="sldNum" sz="quarter" idx="4"/>
          </p:nvPr>
        </p:nvSpPr>
        <p:spPr>
          <a:xfrm>
            <a:off x="8905544" y="349989"/>
            <a:ext cx="2743200" cy="365125"/>
          </a:xfrm>
          <a:prstGeom prst="rect">
            <a:avLst/>
          </a:prstGeom>
        </p:spPr>
        <p:txBody>
          <a:bodyPr vert="horz" lIns="91440" tIns="45720" rIns="91440" bIns="45720" rtlCol="0" anchor="ctr"/>
          <a:lstStyle>
            <a:lvl1pPr algn="r">
              <a:defRPr sz="1200">
                <a:solidFill>
                  <a:schemeClr val="bg1"/>
                </a:solidFill>
              </a:defRPr>
            </a:lvl1pPr>
          </a:lstStyle>
          <a:p>
            <a:fld id="{35E8911E-9DE7-463F-981B-F1795CC06C30}" type="slidenum">
              <a:rPr lang="en-AU" smtClean="0"/>
              <a:pPr/>
              <a:t>‹#›</a:t>
            </a:fld>
            <a:endParaRPr lang="en-AU" dirty="0"/>
          </a:p>
        </p:txBody>
      </p:sp>
      <p:sp>
        <p:nvSpPr>
          <p:cNvPr id="15" name="!!Signifier">
            <a:extLst>
              <a:ext uri="{FF2B5EF4-FFF2-40B4-BE49-F238E27FC236}">
                <a16:creationId xmlns:a16="http://schemas.microsoft.com/office/drawing/2014/main" id="{964A838B-8496-436B-8941-F62DFE3F8179}"/>
              </a:ext>
            </a:extLst>
          </p:cNvPr>
          <p:cNvSpPr/>
          <p:nvPr userDrawn="1"/>
        </p:nvSpPr>
        <p:spPr>
          <a:xfrm>
            <a:off x="0" y="1598986"/>
            <a:ext cx="608830" cy="1297374"/>
          </a:xfrm>
          <a:custGeom>
            <a:avLst/>
            <a:gdLst/>
            <a:ahLst/>
            <a:cxnLst/>
            <a:rect l="l" t="t" r="r" b="b"/>
            <a:pathLst>
              <a:path w="1003935" h="2139315">
                <a:moveTo>
                  <a:pt x="0" y="0"/>
                </a:moveTo>
                <a:lnTo>
                  <a:pt x="0" y="780744"/>
                </a:lnTo>
                <a:lnTo>
                  <a:pt x="288929" y="1069693"/>
                </a:lnTo>
                <a:lnTo>
                  <a:pt x="0" y="1358622"/>
                </a:lnTo>
                <a:lnTo>
                  <a:pt x="0" y="2139213"/>
                </a:lnTo>
                <a:lnTo>
                  <a:pt x="959631" y="1179700"/>
                </a:lnTo>
                <a:lnTo>
                  <a:pt x="988797" y="1139322"/>
                </a:lnTo>
                <a:lnTo>
                  <a:pt x="1003381" y="1093506"/>
                </a:lnTo>
                <a:lnTo>
                  <a:pt x="1003382" y="1045877"/>
                </a:lnTo>
                <a:lnTo>
                  <a:pt x="988802" y="1000059"/>
                </a:lnTo>
                <a:lnTo>
                  <a:pt x="959641" y="959675"/>
                </a:lnTo>
                <a:lnTo>
                  <a:pt x="0" y="0"/>
                </a:lnTo>
                <a:close/>
              </a:path>
            </a:pathLst>
          </a:custGeom>
          <a:solidFill>
            <a:srgbClr val="FF8774"/>
          </a:solidFill>
        </p:spPr>
        <p:txBody>
          <a:bodyPr wrap="square" lIns="0" tIns="0" rIns="0" bIns="0" rtlCol="0"/>
          <a:lstStyle/>
          <a:p>
            <a:endParaRPr sz="662" dirty="0"/>
          </a:p>
        </p:txBody>
      </p:sp>
      <p:sp>
        <p:nvSpPr>
          <p:cNvPr id="22" name="Text Placeholder 21">
            <a:extLst>
              <a:ext uri="{FF2B5EF4-FFF2-40B4-BE49-F238E27FC236}">
                <a16:creationId xmlns:a16="http://schemas.microsoft.com/office/drawing/2014/main" id="{EC725283-9927-407F-8276-E7FCF3986CA7}"/>
              </a:ext>
            </a:extLst>
          </p:cNvPr>
          <p:cNvSpPr>
            <a:spLocks noGrp="1"/>
          </p:cNvSpPr>
          <p:nvPr>
            <p:ph type="body" idx="1"/>
          </p:nvPr>
        </p:nvSpPr>
        <p:spPr>
          <a:xfrm>
            <a:off x="838200" y="3125612"/>
            <a:ext cx="5299030" cy="2132946"/>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pic>
        <p:nvPicPr>
          <p:cNvPr id="262" name="Logos">
            <a:extLst>
              <a:ext uri="{FF2B5EF4-FFF2-40B4-BE49-F238E27FC236}">
                <a16:creationId xmlns:a16="http://schemas.microsoft.com/office/drawing/2014/main" id="{36D25448-C87D-42FC-9AB7-0FA7548F6A9C}"/>
              </a:ext>
            </a:extLst>
          </p:cNvPr>
          <p:cNvPicPr>
            <a:picLocks noChangeAspect="1"/>
          </p:cNvPicPr>
          <p:nvPr userDrawn="1"/>
        </p:nvPicPr>
        <p:blipFill rotWithShape="1">
          <a:blip r:embed="rId4" cstate="hqprint">
            <a:extLst>
              <a:ext uri="{28A0092B-C50C-407E-A947-70E740481C1C}">
                <a14:useLocalDpi xmlns:a14="http://schemas.microsoft.com/office/drawing/2010/main" val="0"/>
              </a:ext>
            </a:extLst>
          </a:blip>
          <a:srcRect/>
          <a:stretch/>
        </p:blipFill>
        <p:spPr>
          <a:xfrm>
            <a:off x="341461" y="5755857"/>
            <a:ext cx="3962568" cy="835822"/>
          </a:xfrm>
          <a:prstGeom prst="rect">
            <a:avLst/>
          </a:prstGeom>
        </p:spPr>
      </p:pic>
    </p:spTree>
    <p:extLst>
      <p:ext uri="{BB962C8B-B14F-4D97-AF65-F5344CB8AC3E}">
        <p14:creationId xmlns:p14="http://schemas.microsoft.com/office/powerpoint/2010/main" val="4087293554"/>
      </p:ext>
    </p:extLst>
  </p:cSld>
  <p:clrMap bg1="lt1" tx1="dk1" bg2="lt2" tx2="dk2" accent1="accent1" accent2="accent2" accent3="accent3" accent4="accent4" accent5="accent5" accent6="accent6" hlink="hlink" folHlink="folHlink"/>
  <p:sldLayoutIdLst>
    <p:sldLayoutId id="2147483650" r:id="rId1"/>
    <p:sldLayoutId id="2147483651"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19000" decel="67000" fill="hold" grpId="0" nodeType="withEffect">
                                  <p:stCondLst>
                                    <p:cond delay="0"/>
                                  </p:stCondLst>
                                  <p:childTnLst>
                                    <p:animMotion origin="layout" path="M -0.0405 0.00023 L 2.29167E-6 1.48148E-6 " pathEditMode="relative" rAng="0" ptsTypes="AA">
                                      <p:cBhvr>
                                        <p:cTn id="6" dur="1200" fill="hold"/>
                                        <p:tgtEl>
                                          <p:spTgt spid="15"/>
                                        </p:tgtEl>
                                        <p:attrNameLst>
                                          <p:attrName>ppt_x</p:attrName>
                                          <p:attrName>ppt_y</p:attrName>
                                        </p:attrNameLst>
                                      </p:cBhvr>
                                      <p:rCtr x="1979" y="301"/>
                                    </p:animMotion>
                                  </p:childTnLst>
                                </p:cTn>
                              </p:par>
                              <p:par>
                                <p:cTn id="7" presetID="42" presetClass="path" presetSubtype="0" accel="60000" decel="40000" fill="hold" nodeType="withEffect">
                                  <p:stCondLst>
                                    <p:cond delay="0"/>
                                  </p:stCondLst>
                                  <p:childTnLst>
                                    <p:animMotion origin="layout" path="M -0.0405 0.00023 L 2.29167E-6 1.48148E-6 " pathEditMode="relative" rAng="0" ptsTypes="AA">
                                      <p:cBhvr>
                                        <p:cTn id="8" dur="3000" fill="hold"/>
                                        <p:tgtEl>
                                          <p:spTgt spid="260"/>
                                        </p:tgtEl>
                                        <p:attrNameLst>
                                          <p:attrName>ppt_x</p:attrName>
                                          <p:attrName>ppt_y</p:attrName>
                                        </p:attrNameLst>
                                      </p:cBhvr>
                                      <p:rCtr x="1979" y="30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hf hdr="0"/>
  <p:txStyles>
    <p:titleStyle>
      <a:lvl1pPr algn="l" defTabSz="914400" rtl="0" eaLnBrk="1" latinLnBrk="0" hangingPunct="1">
        <a:lnSpc>
          <a:spcPct val="90000"/>
        </a:lnSpc>
        <a:spcBef>
          <a:spcPct val="0"/>
        </a:spcBef>
        <a:buNone/>
        <a:defRPr lang="en-US" sz="3600" kern="1200" spc="-24" dirty="0" smtClean="0">
          <a:solidFill>
            <a:schemeClr val="bg1"/>
          </a:solidFill>
          <a:latin typeface="Roboto" panose="02000000000000000000" pitchFamily="2" charset="0"/>
          <a:ea typeface="Roboto" panose="02000000000000000000" pitchFamily="2" charset="0"/>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lang="en-US" sz="2100" kern="1200" cap="none" spc="30" baseline="0" dirty="0" smtClean="0">
          <a:solidFill>
            <a:srgbClr val="FFFFFF"/>
          </a:solidFill>
          <a:latin typeface="Roboto"/>
          <a:ea typeface="+mn-ea"/>
          <a:cs typeface="+mn-cs"/>
        </a:defRPr>
      </a:lvl1pPr>
      <a:lvl2pPr marL="0" indent="0" algn="l" defTabSz="914400" rtl="0" eaLnBrk="1" latinLnBrk="0" hangingPunct="1">
        <a:lnSpc>
          <a:spcPct val="100000"/>
        </a:lnSpc>
        <a:spcBef>
          <a:spcPts val="0"/>
        </a:spcBef>
        <a:buFont typeface="Arial" panose="020B0604020202020204" pitchFamily="34" charset="0"/>
        <a:buNone/>
        <a:defRPr lang="en-US" sz="1400" kern="1200" spc="-24" dirty="0" smtClean="0">
          <a:solidFill>
            <a:srgbClr val="FFFFFF"/>
          </a:solidFill>
          <a:latin typeface="Roboto"/>
          <a:ea typeface="+mn-ea"/>
          <a:cs typeface="+mn-cs"/>
        </a:defRPr>
      </a:lvl2pPr>
      <a:lvl3pPr marL="0" indent="0" algn="l" defTabSz="914400" rtl="0" eaLnBrk="1" latinLnBrk="0" hangingPunct="1">
        <a:lnSpc>
          <a:spcPct val="100000"/>
        </a:lnSpc>
        <a:spcBef>
          <a:spcPts val="500"/>
        </a:spcBef>
        <a:buFont typeface="Arial" panose="020B0604020202020204" pitchFamily="34" charset="0"/>
        <a:buNone/>
        <a:defRPr lang="en-US" sz="1400" b="1" kern="1200" spc="-24" dirty="0" smtClean="0">
          <a:solidFill>
            <a:schemeClr val="bg1"/>
          </a:solidFill>
          <a:latin typeface="+mn-lt"/>
          <a:ea typeface="+mn-ea"/>
          <a:cs typeface="+mn-cs"/>
        </a:defRPr>
      </a:lvl3pPr>
      <a:lvl4pPr marL="0" indent="0" algn="l" defTabSz="914400" rtl="0" eaLnBrk="1" latinLnBrk="0" hangingPunct="1">
        <a:lnSpc>
          <a:spcPct val="100000"/>
        </a:lnSpc>
        <a:spcBef>
          <a:spcPts val="600"/>
        </a:spcBef>
        <a:buFont typeface="Arial" panose="020B0604020202020204" pitchFamily="34" charset="0"/>
        <a:buNone/>
        <a:defRPr lang="en-US" sz="1000" b="0" kern="1200" dirty="0" smtClean="0">
          <a:solidFill>
            <a:schemeClr val="bg1"/>
          </a:solidFill>
          <a:latin typeface="+mn-lt"/>
          <a:ea typeface="+mn-ea"/>
          <a:cs typeface="+mn-cs"/>
        </a:defRPr>
      </a:lvl4pPr>
      <a:lvl5pPr marL="0" indent="0" algn="l" defTabSz="914400" rtl="0" eaLnBrk="1" latinLnBrk="0" hangingPunct="1">
        <a:lnSpc>
          <a:spcPct val="100000"/>
        </a:lnSpc>
        <a:spcBef>
          <a:spcPts val="500"/>
        </a:spcBef>
        <a:buFont typeface="Arial" panose="020B0604020202020204" pitchFamily="34" charset="0"/>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guide id="2" pos="57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51000">
              <a:schemeClr val="accent1"/>
            </a:gs>
            <a:gs pos="100000">
              <a:schemeClr val="accent2"/>
            </a:gs>
          </a:gsLst>
          <a:lin ang="0" scaled="0"/>
        </a:gradFill>
        <a:effectLst/>
      </p:bgPr>
    </p:bg>
    <p:spTree>
      <p:nvGrpSpPr>
        <p:cNvPr id="1" name=""/>
        <p:cNvGrpSpPr/>
        <p:nvPr/>
      </p:nvGrpSpPr>
      <p:grpSpPr>
        <a:xfrm>
          <a:off x="0" y="0"/>
          <a:ext cx="0" cy="0"/>
          <a:chOff x="0" y="0"/>
          <a:chExt cx="0" cy="0"/>
        </a:xfrm>
      </p:grpSpPr>
      <p:grpSp>
        <p:nvGrpSpPr>
          <p:cNvPr id="108" name="LogoBKG">
            <a:extLst>
              <a:ext uri="{FF2B5EF4-FFF2-40B4-BE49-F238E27FC236}">
                <a16:creationId xmlns:a16="http://schemas.microsoft.com/office/drawing/2014/main" id="{BFCE34C4-79AD-4103-A1A6-E7C9C6C238CD}"/>
              </a:ext>
            </a:extLst>
          </p:cNvPr>
          <p:cNvGrpSpPr/>
          <p:nvPr userDrawn="1"/>
        </p:nvGrpSpPr>
        <p:grpSpPr>
          <a:xfrm>
            <a:off x="2211441" y="0"/>
            <a:ext cx="10937318" cy="6858111"/>
            <a:chOff x="2209799" y="0"/>
            <a:chExt cx="10937318" cy="6858111"/>
          </a:xfrm>
        </p:grpSpPr>
        <p:sp>
          <p:nvSpPr>
            <p:cNvPr id="109" name="Graphic 168">
              <a:extLst>
                <a:ext uri="{FF2B5EF4-FFF2-40B4-BE49-F238E27FC236}">
                  <a16:creationId xmlns:a16="http://schemas.microsoft.com/office/drawing/2014/main" id="{D9C68143-41D3-49FE-9F8E-9C1A32A2166F}"/>
                </a:ext>
              </a:extLst>
            </p:cNvPr>
            <p:cNvSpPr/>
            <p:nvPr/>
          </p:nvSpPr>
          <p:spPr>
            <a:xfrm>
              <a:off x="2364954" y="610364"/>
              <a:ext cx="930700" cy="1065345"/>
            </a:xfrm>
            <a:custGeom>
              <a:avLst/>
              <a:gdLst>
                <a:gd name="connsiteX0" fmla="*/ 310146 w 930700"/>
                <a:gd name="connsiteY0" fmla="*/ 222243 h 1065345"/>
                <a:gd name="connsiteX1" fmla="*/ 310146 w 930700"/>
                <a:gd name="connsiteY1" fmla="*/ 842636 h 1065345"/>
                <a:gd name="connsiteX2" fmla="*/ 106118 w 930700"/>
                <a:gd name="connsiteY2" fmla="*/ 1046663 h 1065345"/>
                <a:gd name="connsiteX3" fmla="*/ 18343 w 930700"/>
                <a:gd name="connsiteY3" fmla="*/ 1047146 h 1065345"/>
                <a:gd name="connsiteX4" fmla="*/ -78 w 930700"/>
                <a:gd name="connsiteY4" fmla="*/ 1002871 h 1065345"/>
                <a:gd name="connsiteX5" fmla="*/ -78 w 930700"/>
                <a:gd name="connsiteY5" fmla="*/ 61727 h 1065345"/>
                <a:gd name="connsiteX6" fmla="*/ 62068 w 930700"/>
                <a:gd name="connsiteY6" fmla="*/ -261 h 1065345"/>
                <a:gd name="connsiteX7" fmla="*/ 105641 w 930700"/>
                <a:gd name="connsiteY7" fmla="*/ 17682 h 1065345"/>
                <a:gd name="connsiteX8" fmla="*/ 372185 w 930700"/>
                <a:gd name="connsiteY8" fmla="*/ -143 h 1065345"/>
                <a:gd name="connsiteX9" fmla="*/ 310174 w 930700"/>
                <a:gd name="connsiteY9" fmla="*/ 61812 h 1065345"/>
                <a:gd name="connsiteX10" fmla="*/ 310174 w 930700"/>
                <a:gd name="connsiteY10" fmla="*/ 61840 h 1065345"/>
                <a:gd name="connsiteX11" fmla="*/ 310174 w 930700"/>
                <a:gd name="connsiteY11" fmla="*/ 222243 h 1065345"/>
                <a:gd name="connsiteX12" fmla="*/ 620398 w 930700"/>
                <a:gd name="connsiteY12" fmla="*/ 532355 h 1065345"/>
                <a:gd name="connsiteX13" fmla="*/ 310174 w 930700"/>
                <a:gd name="connsiteY13" fmla="*/ 842636 h 1065345"/>
                <a:gd name="connsiteX14" fmla="*/ 310174 w 930700"/>
                <a:gd name="connsiteY14" fmla="*/ 1003123 h 1065345"/>
                <a:gd name="connsiteX15" fmla="*/ 372241 w 930700"/>
                <a:gd name="connsiteY15" fmla="*/ 1065078 h 1065345"/>
                <a:gd name="connsiteX16" fmla="*/ 415865 w 930700"/>
                <a:gd name="connsiteY16" fmla="*/ 1047084 h 1065345"/>
                <a:gd name="connsiteX17" fmla="*/ 930622 w 930700"/>
                <a:gd name="connsiteY17" fmla="*/ 532355 h 1065345"/>
                <a:gd name="connsiteX18" fmla="*/ 416062 w 930700"/>
                <a:gd name="connsiteY18" fmla="*/ 17823 h 1065345"/>
                <a:gd name="connsiteX19" fmla="*/ 372185 w 930700"/>
                <a:gd name="connsiteY19" fmla="*/ -256 h 106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700" h="1065345">
                  <a:moveTo>
                    <a:pt x="310146" y="222243"/>
                  </a:moveTo>
                  <a:lnTo>
                    <a:pt x="310146" y="842636"/>
                  </a:lnTo>
                  <a:lnTo>
                    <a:pt x="106118" y="1046663"/>
                  </a:lnTo>
                  <a:cubicBezTo>
                    <a:pt x="82013" y="1071035"/>
                    <a:pt x="42715" y="1071252"/>
                    <a:pt x="18343" y="1047146"/>
                  </a:cubicBezTo>
                  <a:cubicBezTo>
                    <a:pt x="6519" y="1035451"/>
                    <a:pt x="-118" y="1019501"/>
                    <a:pt x="-78" y="1002871"/>
                  </a:cubicBezTo>
                  <a:lnTo>
                    <a:pt x="-78" y="61727"/>
                  </a:lnTo>
                  <a:cubicBezTo>
                    <a:pt x="-36" y="27449"/>
                    <a:pt x="27789" y="-306"/>
                    <a:pt x="62068" y="-261"/>
                  </a:cubicBezTo>
                  <a:cubicBezTo>
                    <a:pt x="78386" y="-242"/>
                    <a:pt x="94039" y="6207"/>
                    <a:pt x="105641" y="17682"/>
                  </a:cubicBezTo>
                  <a:close/>
                  <a:moveTo>
                    <a:pt x="372185" y="-143"/>
                  </a:moveTo>
                  <a:cubicBezTo>
                    <a:pt x="337954" y="-160"/>
                    <a:pt x="310191" y="27581"/>
                    <a:pt x="310174" y="61812"/>
                  </a:cubicBezTo>
                  <a:cubicBezTo>
                    <a:pt x="310174" y="61820"/>
                    <a:pt x="310174" y="61831"/>
                    <a:pt x="310174" y="61840"/>
                  </a:cubicBezTo>
                  <a:lnTo>
                    <a:pt x="310174" y="222243"/>
                  </a:lnTo>
                  <a:lnTo>
                    <a:pt x="620398" y="532355"/>
                  </a:lnTo>
                  <a:lnTo>
                    <a:pt x="310174" y="842636"/>
                  </a:lnTo>
                  <a:lnTo>
                    <a:pt x="310174" y="1003123"/>
                  </a:lnTo>
                  <a:cubicBezTo>
                    <a:pt x="310205" y="1037371"/>
                    <a:pt x="337993" y="1065109"/>
                    <a:pt x="372241" y="1065078"/>
                  </a:cubicBezTo>
                  <a:cubicBezTo>
                    <a:pt x="388585" y="1065064"/>
                    <a:pt x="404263" y="1058597"/>
                    <a:pt x="415865" y="1047084"/>
                  </a:cubicBezTo>
                  <a:lnTo>
                    <a:pt x="930622" y="532355"/>
                  </a:lnTo>
                  <a:lnTo>
                    <a:pt x="416062" y="17823"/>
                  </a:lnTo>
                  <a:cubicBezTo>
                    <a:pt x="404415" y="6212"/>
                    <a:pt x="388630" y="-292"/>
                    <a:pt x="372185" y="-256"/>
                  </a:cubicBezTo>
                </a:path>
              </a:pathLst>
            </a:custGeom>
            <a:solidFill>
              <a:srgbClr val="FFFFFF">
                <a:alpha val="5000"/>
              </a:srgbClr>
            </a:solidFill>
            <a:ln w="2807" cap="flat">
              <a:noFill/>
              <a:prstDash val="solid"/>
              <a:miter/>
            </a:ln>
          </p:spPr>
          <p:txBody>
            <a:bodyPr rtlCol="0" anchor="ctr"/>
            <a:lstStyle/>
            <a:p>
              <a:endParaRPr lang="en-AU" dirty="0"/>
            </a:p>
          </p:txBody>
        </p:sp>
        <p:sp>
          <p:nvSpPr>
            <p:cNvPr id="110" name="Graphic 168">
              <a:extLst>
                <a:ext uri="{FF2B5EF4-FFF2-40B4-BE49-F238E27FC236}">
                  <a16:creationId xmlns:a16="http://schemas.microsoft.com/office/drawing/2014/main" id="{AE148F05-8870-4249-A703-AC48DB7A8466}"/>
                </a:ext>
              </a:extLst>
            </p:cNvPr>
            <p:cNvSpPr/>
            <p:nvPr/>
          </p:nvSpPr>
          <p:spPr>
            <a:xfrm>
              <a:off x="3373329" y="610364"/>
              <a:ext cx="930700" cy="1065339"/>
            </a:xfrm>
            <a:custGeom>
              <a:avLst/>
              <a:gdLst>
                <a:gd name="connsiteX0" fmla="*/ 310174 w 930700"/>
                <a:gd name="connsiteY0" fmla="*/ 222243 h 1065339"/>
                <a:gd name="connsiteX1" fmla="*/ 310174 w 930700"/>
                <a:gd name="connsiteY1" fmla="*/ 842636 h 1065339"/>
                <a:gd name="connsiteX2" fmla="*/ 106146 w 930700"/>
                <a:gd name="connsiteY2" fmla="*/ 1046663 h 1065339"/>
                <a:gd name="connsiteX3" fmla="*/ 18331 w 930700"/>
                <a:gd name="connsiteY3" fmla="*/ 1047107 h 1065339"/>
                <a:gd name="connsiteX4" fmla="*/ -78 w 930700"/>
                <a:gd name="connsiteY4" fmla="*/ 1002871 h 1065339"/>
                <a:gd name="connsiteX5" fmla="*/ -78 w 930700"/>
                <a:gd name="connsiteY5" fmla="*/ 61727 h 1065339"/>
                <a:gd name="connsiteX6" fmla="*/ 62068 w 930700"/>
                <a:gd name="connsiteY6" fmla="*/ -261 h 1065339"/>
                <a:gd name="connsiteX7" fmla="*/ 105641 w 930700"/>
                <a:gd name="connsiteY7" fmla="*/ 17682 h 1065339"/>
                <a:gd name="connsiteX8" fmla="*/ 372185 w 930700"/>
                <a:gd name="connsiteY8" fmla="*/ -143 h 1065339"/>
                <a:gd name="connsiteX9" fmla="*/ 310174 w 930700"/>
                <a:gd name="connsiteY9" fmla="*/ 61840 h 1065339"/>
                <a:gd name="connsiteX10" fmla="*/ 310174 w 930700"/>
                <a:gd name="connsiteY10" fmla="*/ 222243 h 1065339"/>
                <a:gd name="connsiteX11" fmla="*/ 620398 w 930700"/>
                <a:gd name="connsiteY11" fmla="*/ 532355 h 1065339"/>
                <a:gd name="connsiteX12" fmla="*/ 310174 w 930700"/>
                <a:gd name="connsiteY12" fmla="*/ 842636 h 1065339"/>
                <a:gd name="connsiteX13" fmla="*/ 310174 w 930700"/>
                <a:gd name="connsiteY13" fmla="*/ 1003123 h 1065339"/>
                <a:gd name="connsiteX14" fmla="*/ 372241 w 930700"/>
                <a:gd name="connsiteY14" fmla="*/ 1065078 h 1065339"/>
                <a:gd name="connsiteX15" fmla="*/ 415865 w 930700"/>
                <a:gd name="connsiteY15" fmla="*/ 1047084 h 1065339"/>
                <a:gd name="connsiteX16" fmla="*/ 930622 w 930700"/>
                <a:gd name="connsiteY16" fmla="*/ 532355 h 1065339"/>
                <a:gd name="connsiteX17" fmla="*/ 416062 w 930700"/>
                <a:gd name="connsiteY17" fmla="*/ 17823 h 1065339"/>
                <a:gd name="connsiteX18" fmla="*/ 372185 w 930700"/>
                <a:gd name="connsiteY18" fmla="*/ -256 h 1065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9">
                  <a:moveTo>
                    <a:pt x="310174" y="222243"/>
                  </a:moveTo>
                  <a:lnTo>
                    <a:pt x="310174" y="842636"/>
                  </a:lnTo>
                  <a:lnTo>
                    <a:pt x="106146" y="1046663"/>
                  </a:lnTo>
                  <a:cubicBezTo>
                    <a:pt x="82018" y="1071035"/>
                    <a:pt x="42704" y="1071235"/>
                    <a:pt x="18331" y="1047107"/>
                  </a:cubicBezTo>
                  <a:cubicBezTo>
                    <a:pt x="6524" y="1035417"/>
                    <a:pt x="-106" y="1019487"/>
                    <a:pt x="-78" y="1002871"/>
                  </a:cubicBezTo>
                  <a:lnTo>
                    <a:pt x="-78" y="61727"/>
                  </a:lnTo>
                  <a:cubicBezTo>
                    <a:pt x="-36" y="27449"/>
                    <a:pt x="27789" y="-306"/>
                    <a:pt x="62068" y="-261"/>
                  </a:cubicBezTo>
                  <a:cubicBezTo>
                    <a:pt x="78386" y="-242"/>
                    <a:pt x="94039" y="6207"/>
                    <a:pt x="105641" y="17682"/>
                  </a:cubicBezTo>
                  <a:close/>
                  <a:moveTo>
                    <a:pt x="372185" y="-143"/>
                  </a:moveTo>
                  <a:cubicBezTo>
                    <a:pt x="337948" y="-143"/>
                    <a:pt x="310191" y="27603"/>
                    <a:pt x="310174" y="61840"/>
                  </a:cubicBezTo>
                  <a:lnTo>
                    <a:pt x="310174" y="222243"/>
                  </a:lnTo>
                  <a:lnTo>
                    <a:pt x="620398" y="532355"/>
                  </a:lnTo>
                  <a:lnTo>
                    <a:pt x="310174" y="842636"/>
                  </a:lnTo>
                  <a:lnTo>
                    <a:pt x="310174" y="1003123"/>
                  </a:lnTo>
                  <a:cubicBezTo>
                    <a:pt x="310205" y="1037371"/>
                    <a:pt x="337993" y="1065109"/>
                    <a:pt x="372241" y="1065078"/>
                  </a:cubicBezTo>
                  <a:cubicBezTo>
                    <a:pt x="388585" y="1065064"/>
                    <a:pt x="404263" y="1058597"/>
                    <a:pt x="415865" y="1047084"/>
                  </a:cubicBezTo>
                  <a:lnTo>
                    <a:pt x="930622" y="532355"/>
                  </a:lnTo>
                  <a:lnTo>
                    <a:pt x="416062" y="17823"/>
                  </a:lnTo>
                  <a:cubicBezTo>
                    <a:pt x="404429" y="6192"/>
                    <a:pt x="388635" y="-315"/>
                    <a:pt x="372185" y="-256"/>
                  </a:cubicBezTo>
                </a:path>
              </a:pathLst>
            </a:custGeom>
            <a:solidFill>
              <a:srgbClr val="FFFFFF">
                <a:alpha val="5000"/>
              </a:srgbClr>
            </a:solidFill>
            <a:ln w="2807" cap="flat">
              <a:noFill/>
              <a:prstDash val="solid"/>
              <a:miter/>
            </a:ln>
          </p:spPr>
          <p:txBody>
            <a:bodyPr rtlCol="0" anchor="ctr"/>
            <a:lstStyle/>
            <a:p>
              <a:endParaRPr lang="en-AU" dirty="0"/>
            </a:p>
          </p:txBody>
        </p:sp>
        <p:sp>
          <p:nvSpPr>
            <p:cNvPr id="111" name="Graphic 168">
              <a:extLst>
                <a:ext uri="{FF2B5EF4-FFF2-40B4-BE49-F238E27FC236}">
                  <a16:creationId xmlns:a16="http://schemas.microsoft.com/office/drawing/2014/main" id="{7759CD9F-3431-4AA0-BCA8-6C3CCD55DFC7}"/>
                </a:ext>
              </a:extLst>
            </p:cNvPr>
            <p:cNvSpPr/>
            <p:nvPr/>
          </p:nvSpPr>
          <p:spPr>
            <a:xfrm>
              <a:off x="4381874" y="610364"/>
              <a:ext cx="930532" cy="1065328"/>
            </a:xfrm>
            <a:custGeom>
              <a:avLst/>
              <a:gdLst>
                <a:gd name="connsiteX0" fmla="*/ 310006 w 930532"/>
                <a:gd name="connsiteY0" fmla="*/ 222243 h 1065328"/>
                <a:gd name="connsiteX1" fmla="*/ 310006 w 930532"/>
                <a:gd name="connsiteY1" fmla="*/ 842636 h 1065328"/>
                <a:gd name="connsiteX2" fmla="*/ 106118 w 930532"/>
                <a:gd name="connsiteY2" fmla="*/ 1046607 h 1065328"/>
                <a:gd name="connsiteX3" fmla="*/ 18343 w 930532"/>
                <a:gd name="connsiteY3" fmla="*/ 1047090 h 1065328"/>
                <a:gd name="connsiteX4" fmla="*/ -78 w 930532"/>
                <a:gd name="connsiteY4" fmla="*/ 1002815 h 1065328"/>
                <a:gd name="connsiteX5" fmla="*/ -78 w 930532"/>
                <a:gd name="connsiteY5" fmla="*/ 61727 h 1065328"/>
                <a:gd name="connsiteX6" fmla="*/ 62068 w 930532"/>
                <a:gd name="connsiteY6" fmla="*/ -261 h 1065328"/>
                <a:gd name="connsiteX7" fmla="*/ 105641 w 930532"/>
                <a:gd name="connsiteY7" fmla="*/ 17682 h 1065328"/>
                <a:gd name="connsiteX8" fmla="*/ 372017 w 930532"/>
                <a:gd name="connsiteY8" fmla="*/ -143 h 1065328"/>
                <a:gd name="connsiteX9" fmla="*/ 310006 w 930532"/>
                <a:gd name="connsiteY9" fmla="*/ 61840 h 1065328"/>
                <a:gd name="connsiteX10" fmla="*/ 310006 w 930532"/>
                <a:gd name="connsiteY10" fmla="*/ 222243 h 1065328"/>
                <a:gd name="connsiteX11" fmla="*/ 620230 w 930532"/>
                <a:gd name="connsiteY11" fmla="*/ 532468 h 1065328"/>
                <a:gd name="connsiteX12" fmla="*/ 310006 w 930532"/>
                <a:gd name="connsiteY12" fmla="*/ 842636 h 1065328"/>
                <a:gd name="connsiteX13" fmla="*/ 310006 w 930532"/>
                <a:gd name="connsiteY13" fmla="*/ 1003123 h 1065328"/>
                <a:gd name="connsiteX14" fmla="*/ 372140 w 930532"/>
                <a:gd name="connsiteY14" fmla="*/ 1065067 h 1065328"/>
                <a:gd name="connsiteX15" fmla="*/ 415725 w 930532"/>
                <a:gd name="connsiteY15" fmla="*/ 1047084 h 1065328"/>
                <a:gd name="connsiteX16" fmla="*/ 930454 w 930532"/>
                <a:gd name="connsiteY16" fmla="*/ 532411 h 1065328"/>
                <a:gd name="connsiteX17" fmla="*/ 415921 w 930532"/>
                <a:gd name="connsiteY17" fmla="*/ 17823 h 1065328"/>
                <a:gd name="connsiteX18" fmla="*/ 372017 w 930532"/>
                <a:gd name="connsiteY18" fmla="*/ -256 h 1065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532" h="1065328">
                  <a:moveTo>
                    <a:pt x="310006" y="222243"/>
                  </a:moveTo>
                  <a:lnTo>
                    <a:pt x="310006" y="842636"/>
                  </a:lnTo>
                  <a:lnTo>
                    <a:pt x="106118" y="1046607"/>
                  </a:lnTo>
                  <a:cubicBezTo>
                    <a:pt x="82013" y="1070979"/>
                    <a:pt x="42715" y="1071195"/>
                    <a:pt x="18343" y="1047090"/>
                  </a:cubicBezTo>
                  <a:cubicBezTo>
                    <a:pt x="6519" y="1035395"/>
                    <a:pt x="-117" y="1019444"/>
                    <a:pt x="-78" y="1002815"/>
                  </a:cubicBezTo>
                  <a:lnTo>
                    <a:pt x="-78" y="61727"/>
                  </a:lnTo>
                  <a:cubicBezTo>
                    <a:pt x="-36" y="27449"/>
                    <a:pt x="27789" y="-306"/>
                    <a:pt x="62068" y="-261"/>
                  </a:cubicBezTo>
                  <a:cubicBezTo>
                    <a:pt x="78386" y="-242"/>
                    <a:pt x="94039" y="6207"/>
                    <a:pt x="105641" y="17682"/>
                  </a:cubicBezTo>
                  <a:close/>
                  <a:moveTo>
                    <a:pt x="372017" y="-143"/>
                  </a:moveTo>
                  <a:cubicBezTo>
                    <a:pt x="337780" y="-143"/>
                    <a:pt x="310020" y="27603"/>
                    <a:pt x="310006" y="61840"/>
                  </a:cubicBezTo>
                  <a:lnTo>
                    <a:pt x="310006" y="222243"/>
                  </a:lnTo>
                  <a:lnTo>
                    <a:pt x="620230" y="532468"/>
                  </a:lnTo>
                  <a:lnTo>
                    <a:pt x="310006" y="842636"/>
                  </a:lnTo>
                  <a:lnTo>
                    <a:pt x="310006" y="1003123"/>
                  </a:lnTo>
                  <a:cubicBezTo>
                    <a:pt x="310059" y="1037385"/>
                    <a:pt x="337875" y="1065121"/>
                    <a:pt x="372140" y="1065067"/>
                  </a:cubicBezTo>
                  <a:cubicBezTo>
                    <a:pt x="388470" y="1065042"/>
                    <a:pt x="404128" y="1058580"/>
                    <a:pt x="415725" y="1047084"/>
                  </a:cubicBezTo>
                  <a:lnTo>
                    <a:pt x="930454" y="532411"/>
                  </a:lnTo>
                  <a:lnTo>
                    <a:pt x="415921" y="17823"/>
                  </a:lnTo>
                  <a:cubicBezTo>
                    <a:pt x="404266" y="6207"/>
                    <a:pt x="388470" y="-295"/>
                    <a:pt x="372017" y="-256"/>
                  </a:cubicBezTo>
                </a:path>
              </a:pathLst>
            </a:custGeom>
            <a:solidFill>
              <a:srgbClr val="FFFFFF">
                <a:alpha val="5000"/>
              </a:srgbClr>
            </a:solidFill>
            <a:ln w="2807" cap="flat">
              <a:noFill/>
              <a:prstDash val="solid"/>
              <a:miter/>
            </a:ln>
          </p:spPr>
          <p:txBody>
            <a:bodyPr rtlCol="0" anchor="ctr"/>
            <a:lstStyle/>
            <a:p>
              <a:endParaRPr lang="en-AU" dirty="0"/>
            </a:p>
          </p:txBody>
        </p:sp>
        <p:sp>
          <p:nvSpPr>
            <p:cNvPr id="112" name="Graphic 168">
              <a:extLst>
                <a:ext uri="{FF2B5EF4-FFF2-40B4-BE49-F238E27FC236}">
                  <a16:creationId xmlns:a16="http://schemas.microsoft.com/office/drawing/2014/main" id="{B7239124-3489-4F0F-B3A3-227472B08EA5}"/>
                </a:ext>
              </a:extLst>
            </p:cNvPr>
            <p:cNvSpPr/>
            <p:nvPr/>
          </p:nvSpPr>
          <p:spPr>
            <a:xfrm>
              <a:off x="5390109" y="610336"/>
              <a:ext cx="930700" cy="1065373"/>
            </a:xfrm>
            <a:custGeom>
              <a:avLst/>
              <a:gdLst>
                <a:gd name="connsiteX0" fmla="*/ 310174 w 930700"/>
                <a:gd name="connsiteY0" fmla="*/ 222271 h 1065373"/>
                <a:gd name="connsiteX1" fmla="*/ 310174 w 930700"/>
                <a:gd name="connsiteY1" fmla="*/ 842664 h 1065373"/>
                <a:gd name="connsiteX2" fmla="*/ 106118 w 930700"/>
                <a:gd name="connsiteY2" fmla="*/ 1046691 h 1065373"/>
                <a:gd name="connsiteX3" fmla="*/ 18337 w 930700"/>
                <a:gd name="connsiteY3" fmla="*/ 1047174 h 1065373"/>
                <a:gd name="connsiteX4" fmla="*/ -78 w 930700"/>
                <a:gd name="connsiteY4" fmla="*/ 1002899 h 1065373"/>
                <a:gd name="connsiteX5" fmla="*/ -78 w 930700"/>
                <a:gd name="connsiteY5" fmla="*/ 61755 h 1065373"/>
                <a:gd name="connsiteX6" fmla="*/ 62045 w 930700"/>
                <a:gd name="connsiteY6" fmla="*/ -261 h 1065373"/>
                <a:gd name="connsiteX7" fmla="*/ 105669 w 930700"/>
                <a:gd name="connsiteY7" fmla="*/ 17710 h 1065373"/>
                <a:gd name="connsiteX8" fmla="*/ 372185 w 930700"/>
                <a:gd name="connsiteY8" fmla="*/ -115 h 1065373"/>
                <a:gd name="connsiteX9" fmla="*/ 310174 w 930700"/>
                <a:gd name="connsiteY9" fmla="*/ 61840 h 1065373"/>
                <a:gd name="connsiteX10" fmla="*/ 310174 w 930700"/>
                <a:gd name="connsiteY10" fmla="*/ 61868 h 1065373"/>
                <a:gd name="connsiteX11" fmla="*/ 310174 w 930700"/>
                <a:gd name="connsiteY11" fmla="*/ 222271 h 1065373"/>
                <a:gd name="connsiteX12" fmla="*/ 620398 w 930700"/>
                <a:gd name="connsiteY12" fmla="*/ 532496 h 1065373"/>
                <a:gd name="connsiteX13" fmla="*/ 310174 w 930700"/>
                <a:gd name="connsiteY13" fmla="*/ 842664 h 1065373"/>
                <a:gd name="connsiteX14" fmla="*/ 310174 w 930700"/>
                <a:gd name="connsiteY14" fmla="*/ 1003151 h 1065373"/>
                <a:gd name="connsiteX15" fmla="*/ 372241 w 930700"/>
                <a:gd name="connsiteY15" fmla="*/ 1065106 h 1065373"/>
                <a:gd name="connsiteX16" fmla="*/ 415865 w 930700"/>
                <a:gd name="connsiteY16" fmla="*/ 1047112 h 1065373"/>
                <a:gd name="connsiteX17" fmla="*/ 930622 w 930700"/>
                <a:gd name="connsiteY17" fmla="*/ 532439 h 1065373"/>
                <a:gd name="connsiteX18" fmla="*/ 416062 w 930700"/>
                <a:gd name="connsiteY18" fmla="*/ 17907 h 1065373"/>
                <a:gd name="connsiteX19" fmla="*/ 372185 w 930700"/>
                <a:gd name="connsiteY19" fmla="*/ -171 h 1065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700" h="1065373">
                  <a:moveTo>
                    <a:pt x="310174" y="222271"/>
                  </a:moveTo>
                  <a:lnTo>
                    <a:pt x="310174" y="842664"/>
                  </a:lnTo>
                  <a:lnTo>
                    <a:pt x="106118" y="1046691"/>
                  </a:lnTo>
                  <a:cubicBezTo>
                    <a:pt x="82004" y="1071063"/>
                    <a:pt x="42703" y="1071280"/>
                    <a:pt x="18337" y="1047174"/>
                  </a:cubicBezTo>
                  <a:cubicBezTo>
                    <a:pt x="6519" y="1035479"/>
                    <a:pt x="-106" y="1019529"/>
                    <a:pt x="-78" y="1002899"/>
                  </a:cubicBezTo>
                  <a:lnTo>
                    <a:pt x="-78" y="61755"/>
                  </a:lnTo>
                  <a:cubicBezTo>
                    <a:pt x="-50" y="27477"/>
                    <a:pt x="27769" y="-289"/>
                    <a:pt x="62045" y="-261"/>
                  </a:cubicBezTo>
                  <a:cubicBezTo>
                    <a:pt x="78383" y="-247"/>
                    <a:pt x="94047" y="6209"/>
                    <a:pt x="105669" y="17710"/>
                  </a:cubicBezTo>
                  <a:close/>
                  <a:moveTo>
                    <a:pt x="372185" y="-115"/>
                  </a:moveTo>
                  <a:cubicBezTo>
                    <a:pt x="337965" y="-132"/>
                    <a:pt x="310202" y="27609"/>
                    <a:pt x="310174" y="61840"/>
                  </a:cubicBezTo>
                  <a:cubicBezTo>
                    <a:pt x="310174" y="61848"/>
                    <a:pt x="310174" y="61859"/>
                    <a:pt x="310174" y="61868"/>
                  </a:cubicBezTo>
                  <a:lnTo>
                    <a:pt x="310174" y="222271"/>
                  </a:lnTo>
                  <a:lnTo>
                    <a:pt x="620398" y="532496"/>
                  </a:lnTo>
                  <a:lnTo>
                    <a:pt x="310174" y="842664"/>
                  </a:lnTo>
                  <a:lnTo>
                    <a:pt x="310174" y="1003151"/>
                  </a:lnTo>
                  <a:cubicBezTo>
                    <a:pt x="310202" y="1037399"/>
                    <a:pt x="337993" y="1065137"/>
                    <a:pt x="372241" y="1065106"/>
                  </a:cubicBezTo>
                  <a:cubicBezTo>
                    <a:pt x="388579" y="1065092"/>
                    <a:pt x="404272" y="1058625"/>
                    <a:pt x="415865" y="1047112"/>
                  </a:cubicBezTo>
                  <a:lnTo>
                    <a:pt x="930622" y="532439"/>
                  </a:lnTo>
                  <a:lnTo>
                    <a:pt x="416062" y="17907"/>
                  </a:lnTo>
                  <a:cubicBezTo>
                    <a:pt x="404440" y="6277"/>
                    <a:pt x="388636" y="-230"/>
                    <a:pt x="372185" y="-171"/>
                  </a:cubicBezTo>
                </a:path>
              </a:pathLst>
            </a:custGeom>
            <a:solidFill>
              <a:srgbClr val="FFFFFF">
                <a:alpha val="5000"/>
              </a:srgbClr>
            </a:solidFill>
            <a:ln w="2807" cap="flat">
              <a:noFill/>
              <a:prstDash val="solid"/>
              <a:miter/>
            </a:ln>
          </p:spPr>
          <p:txBody>
            <a:bodyPr rtlCol="0" anchor="ctr"/>
            <a:lstStyle/>
            <a:p>
              <a:endParaRPr lang="en-AU" dirty="0"/>
            </a:p>
          </p:txBody>
        </p:sp>
        <p:sp>
          <p:nvSpPr>
            <p:cNvPr id="113" name="Graphic 168">
              <a:extLst>
                <a:ext uri="{FF2B5EF4-FFF2-40B4-BE49-F238E27FC236}">
                  <a16:creationId xmlns:a16="http://schemas.microsoft.com/office/drawing/2014/main" id="{B0A80E62-3007-4A5A-A6EC-F7DA5CECE714}"/>
                </a:ext>
              </a:extLst>
            </p:cNvPr>
            <p:cNvSpPr/>
            <p:nvPr/>
          </p:nvSpPr>
          <p:spPr>
            <a:xfrm>
              <a:off x="6398485" y="610364"/>
              <a:ext cx="930700" cy="1065334"/>
            </a:xfrm>
            <a:custGeom>
              <a:avLst/>
              <a:gdLst>
                <a:gd name="connsiteX0" fmla="*/ 310174 w 930700"/>
                <a:gd name="connsiteY0" fmla="*/ 222243 h 1065334"/>
                <a:gd name="connsiteX1" fmla="*/ 310174 w 930700"/>
                <a:gd name="connsiteY1" fmla="*/ 842636 h 1065334"/>
                <a:gd name="connsiteX2" fmla="*/ 106146 w 930700"/>
                <a:gd name="connsiteY2" fmla="*/ 1046663 h 1065334"/>
                <a:gd name="connsiteX3" fmla="*/ 18337 w 930700"/>
                <a:gd name="connsiteY3" fmla="*/ 1047107 h 1065334"/>
                <a:gd name="connsiteX4" fmla="*/ -78 w 930700"/>
                <a:gd name="connsiteY4" fmla="*/ 1002871 h 1065334"/>
                <a:gd name="connsiteX5" fmla="*/ -78 w 930700"/>
                <a:gd name="connsiteY5" fmla="*/ 61727 h 1065334"/>
                <a:gd name="connsiteX6" fmla="*/ 62073 w 930700"/>
                <a:gd name="connsiteY6" fmla="*/ -261 h 1065334"/>
                <a:gd name="connsiteX7" fmla="*/ 105641 w 930700"/>
                <a:gd name="connsiteY7" fmla="*/ 17682 h 1065334"/>
                <a:gd name="connsiteX8" fmla="*/ 372185 w 930700"/>
                <a:gd name="connsiteY8" fmla="*/ -143 h 1065334"/>
                <a:gd name="connsiteX9" fmla="*/ 310174 w 930700"/>
                <a:gd name="connsiteY9" fmla="*/ 61840 h 1065334"/>
                <a:gd name="connsiteX10" fmla="*/ 310174 w 930700"/>
                <a:gd name="connsiteY10" fmla="*/ 222243 h 1065334"/>
                <a:gd name="connsiteX11" fmla="*/ 620398 w 930700"/>
                <a:gd name="connsiteY11" fmla="*/ 532468 h 1065334"/>
                <a:gd name="connsiteX12" fmla="*/ 310174 w 930700"/>
                <a:gd name="connsiteY12" fmla="*/ 842636 h 1065334"/>
                <a:gd name="connsiteX13" fmla="*/ 310174 w 930700"/>
                <a:gd name="connsiteY13" fmla="*/ 1003123 h 1065334"/>
                <a:gd name="connsiteX14" fmla="*/ 372297 w 930700"/>
                <a:gd name="connsiteY14" fmla="*/ 1065067 h 1065334"/>
                <a:gd name="connsiteX15" fmla="*/ 415893 w 930700"/>
                <a:gd name="connsiteY15" fmla="*/ 1047084 h 1065334"/>
                <a:gd name="connsiteX16" fmla="*/ 930622 w 930700"/>
                <a:gd name="connsiteY16" fmla="*/ 532411 h 1065334"/>
                <a:gd name="connsiteX17" fmla="*/ 416062 w 930700"/>
                <a:gd name="connsiteY17" fmla="*/ 17879 h 1065334"/>
                <a:gd name="connsiteX18" fmla="*/ 372185 w 930700"/>
                <a:gd name="connsiteY18" fmla="*/ -199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4">
                  <a:moveTo>
                    <a:pt x="310174" y="222243"/>
                  </a:moveTo>
                  <a:lnTo>
                    <a:pt x="310174" y="842636"/>
                  </a:lnTo>
                  <a:lnTo>
                    <a:pt x="106146" y="1046663"/>
                  </a:lnTo>
                  <a:cubicBezTo>
                    <a:pt x="82032" y="1071035"/>
                    <a:pt x="42703" y="1071235"/>
                    <a:pt x="18337" y="1047107"/>
                  </a:cubicBezTo>
                  <a:cubicBezTo>
                    <a:pt x="6519" y="1035417"/>
                    <a:pt x="-106" y="1019487"/>
                    <a:pt x="-78" y="1002871"/>
                  </a:cubicBezTo>
                  <a:lnTo>
                    <a:pt x="-78" y="61727"/>
                  </a:lnTo>
                  <a:cubicBezTo>
                    <a:pt x="-22" y="27449"/>
                    <a:pt x="27797" y="-306"/>
                    <a:pt x="62073" y="-261"/>
                  </a:cubicBezTo>
                  <a:cubicBezTo>
                    <a:pt x="78383" y="-242"/>
                    <a:pt x="94047" y="6207"/>
                    <a:pt x="105641" y="17682"/>
                  </a:cubicBezTo>
                  <a:close/>
                  <a:moveTo>
                    <a:pt x="372185" y="-143"/>
                  </a:moveTo>
                  <a:cubicBezTo>
                    <a:pt x="337937" y="-143"/>
                    <a:pt x="310202" y="27603"/>
                    <a:pt x="310174" y="61840"/>
                  </a:cubicBezTo>
                  <a:lnTo>
                    <a:pt x="310174" y="222243"/>
                  </a:lnTo>
                  <a:lnTo>
                    <a:pt x="620398" y="532468"/>
                  </a:lnTo>
                  <a:lnTo>
                    <a:pt x="310174" y="842636"/>
                  </a:lnTo>
                  <a:lnTo>
                    <a:pt x="310174" y="1003123"/>
                  </a:lnTo>
                  <a:cubicBezTo>
                    <a:pt x="310230" y="1037385"/>
                    <a:pt x="338049" y="1065121"/>
                    <a:pt x="372297" y="1065067"/>
                  </a:cubicBezTo>
                  <a:cubicBezTo>
                    <a:pt x="388635" y="1065042"/>
                    <a:pt x="404299" y="1058580"/>
                    <a:pt x="415893" y="1047084"/>
                  </a:cubicBezTo>
                  <a:lnTo>
                    <a:pt x="930622" y="532411"/>
                  </a:lnTo>
                  <a:lnTo>
                    <a:pt x="416062" y="17879"/>
                  </a:lnTo>
                  <a:cubicBezTo>
                    <a:pt x="404440" y="6249"/>
                    <a:pt x="388635" y="-258"/>
                    <a:pt x="372185" y="-199"/>
                  </a:cubicBezTo>
                </a:path>
              </a:pathLst>
            </a:custGeom>
            <a:solidFill>
              <a:srgbClr val="FFFFFF">
                <a:alpha val="5000"/>
              </a:srgbClr>
            </a:solidFill>
            <a:ln w="2807" cap="flat">
              <a:noFill/>
              <a:prstDash val="solid"/>
              <a:miter/>
            </a:ln>
          </p:spPr>
          <p:txBody>
            <a:bodyPr rtlCol="0" anchor="ctr"/>
            <a:lstStyle/>
            <a:p>
              <a:endParaRPr lang="en-AU" dirty="0"/>
            </a:p>
          </p:txBody>
        </p:sp>
        <p:sp>
          <p:nvSpPr>
            <p:cNvPr id="114" name="Graphic 168">
              <a:extLst>
                <a:ext uri="{FF2B5EF4-FFF2-40B4-BE49-F238E27FC236}">
                  <a16:creationId xmlns:a16="http://schemas.microsoft.com/office/drawing/2014/main" id="{D6196568-5E1E-441B-A1D8-529FEA0BAC65}"/>
                </a:ext>
              </a:extLst>
            </p:cNvPr>
            <p:cNvSpPr/>
            <p:nvPr/>
          </p:nvSpPr>
          <p:spPr>
            <a:xfrm>
              <a:off x="7406889" y="610364"/>
              <a:ext cx="930700" cy="1065345"/>
            </a:xfrm>
            <a:custGeom>
              <a:avLst/>
              <a:gdLst>
                <a:gd name="connsiteX0" fmla="*/ 310174 w 930700"/>
                <a:gd name="connsiteY0" fmla="*/ 222243 h 1065345"/>
                <a:gd name="connsiteX1" fmla="*/ 310174 w 930700"/>
                <a:gd name="connsiteY1" fmla="*/ 842636 h 1065345"/>
                <a:gd name="connsiteX2" fmla="*/ 106118 w 930700"/>
                <a:gd name="connsiteY2" fmla="*/ 1046663 h 1065345"/>
                <a:gd name="connsiteX3" fmla="*/ 18337 w 930700"/>
                <a:gd name="connsiteY3" fmla="*/ 1047146 h 1065345"/>
                <a:gd name="connsiteX4" fmla="*/ -78 w 930700"/>
                <a:gd name="connsiteY4" fmla="*/ 1002871 h 1065345"/>
                <a:gd name="connsiteX5" fmla="*/ -78 w 930700"/>
                <a:gd name="connsiteY5" fmla="*/ 61727 h 1065345"/>
                <a:gd name="connsiteX6" fmla="*/ 62073 w 930700"/>
                <a:gd name="connsiteY6" fmla="*/ -261 h 1065345"/>
                <a:gd name="connsiteX7" fmla="*/ 105641 w 930700"/>
                <a:gd name="connsiteY7" fmla="*/ 17682 h 1065345"/>
                <a:gd name="connsiteX8" fmla="*/ 372185 w 930700"/>
                <a:gd name="connsiteY8" fmla="*/ -143 h 1065345"/>
                <a:gd name="connsiteX9" fmla="*/ 310174 w 930700"/>
                <a:gd name="connsiteY9" fmla="*/ 61812 h 1065345"/>
                <a:gd name="connsiteX10" fmla="*/ 310174 w 930700"/>
                <a:gd name="connsiteY10" fmla="*/ 61840 h 1065345"/>
                <a:gd name="connsiteX11" fmla="*/ 310174 w 930700"/>
                <a:gd name="connsiteY11" fmla="*/ 222243 h 1065345"/>
                <a:gd name="connsiteX12" fmla="*/ 620398 w 930700"/>
                <a:gd name="connsiteY12" fmla="*/ 532468 h 1065345"/>
                <a:gd name="connsiteX13" fmla="*/ 310174 w 930700"/>
                <a:gd name="connsiteY13" fmla="*/ 842636 h 1065345"/>
                <a:gd name="connsiteX14" fmla="*/ 310174 w 930700"/>
                <a:gd name="connsiteY14" fmla="*/ 1003123 h 1065345"/>
                <a:gd name="connsiteX15" fmla="*/ 372241 w 930700"/>
                <a:gd name="connsiteY15" fmla="*/ 1065078 h 1065345"/>
                <a:gd name="connsiteX16" fmla="*/ 415865 w 930700"/>
                <a:gd name="connsiteY16" fmla="*/ 1047084 h 1065345"/>
                <a:gd name="connsiteX17" fmla="*/ 930622 w 930700"/>
                <a:gd name="connsiteY17" fmla="*/ 532355 h 1065345"/>
                <a:gd name="connsiteX18" fmla="*/ 416062 w 930700"/>
                <a:gd name="connsiteY18" fmla="*/ 17823 h 1065345"/>
                <a:gd name="connsiteX19" fmla="*/ 372185 w 930700"/>
                <a:gd name="connsiteY19" fmla="*/ -256 h 106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700" h="1065345">
                  <a:moveTo>
                    <a:pt x="310174" y="222243"/>
                  </a:moveTo>
                  <a:lnTo>
                    <a:pt x="310174" y="842636"/>
                  </a:lnTo>
                  <a:lnTo>
                    <a:pt x="106118" y="1046663"/>
                  </a:lnTo>
                  <a:cubicBezTo>
                    <a:pt x="82004" y="1071035"/>
                    <a:pt x="42703" y="1071252"/>
                    <a:pt x="18337" y="1047146"/>
                  </a:cubicBezTo>
                  <a:cubicBezTo>
                    <a:pt x="6519" y="1035451"/>
                    <a:pt x="-106" y="1019501"/>
                    <a:pt x="-78" y="1002871"/>
                  </a:cubicBezTo>
                  <a:lnTo>
                    <a:pt x="-78" y="61727"/>
                  </a:lnTo>
                  <a:cubicBezTo>
                    <a:pt x="-22" y="27449"/>
                    <a:pt x="27797" y="-306"/>
                    <a:pt x="62073" y="-261"/>
                  </a:cubicBezTo>
                  <a:cubicBezTo>
                    <a:pt x="78383" y="-242"/>
                    <a:pt x="94047" y="6207"/>
                    <a:pt x="105641" y="17682"/>
                  </a:cubicBezTo>
                  <a:close/>
                  <a:moveTo>
                    <a:pt x="372185" y="-143"/>
                  </a:moveTo>
                  <a:cubicBezTo>
                    <a:pt x="337965" y="-160"/>
                    <a:pt x="310202" y="27581"/>
                    <a:pt x="310174" y="61812"/>
                  </a:cubicBezTo>
                  <a:cubicBezTo>
                    <a:pt x="310174" y="61820"/>
                    <a:pt x="310174" y="61831"/>
                    <a:pt x="310174" y="61840"/>
                  </a:cubicBezTo>
                  <a:lnTo>
                    <a:pt x="310174" y="222243"/>
                  </a:lnTo>
                  <a:lnTo>
                    <a:pt x="620398" y="532468"/>
                  </a:lnTo>
                  <a:lnTo>
                    <a:pt x="310174" y="842636"/>
                  </a:lnTo>
                  <a:lnTo>
                    <a:pt x="310174" y="1003123"/>
                  </a:lnTo>
                  <a:cubicBezTo>
                    <a:pt x="310202" y="1037371"/>
                    <a:pt x="337993" y="1065109"/>
                    <a:pt x="372241" y="1065078"/>
                  </a:cubicBezTo>
                  <a:cubicBezTo>
                    <a:pt x="388579" y="1065064"/>
                    <a:pt x="404272" y="1058597"/>
                    <a:pt x="415865" y="1047084"/>
                  </a:cubicBezTo>
                  <a:lnTo>
                    <a:pt x="930622" y="532355"/>
                  </a:lnTo>
                  <a:lnTo>
                    <a:pt x="416062" y="17823"/>
                  </a:lnTo>
                  <a:cubicBezTo>
                    <a:pt x="404412" y="6212"/>
                    <a:pt x="388635" y="-292"/>
                    <a:pt x="372185" y="-256"/>
                  </a:cubicBezTo>
                </a:path>
              </a:pathLst>
            </a:custGeom>
            <a:solidFill>
              <a:srgbClr val="FFFFFF">
                <a:alpha val="5000"/>
              </a:srgbClr>
            </a:solidFill>
            <a:ln w="2807" cap="flat">
              <a:noFill/>
              <a:prstDash val="solid"/>
              <a:miter/>
            </a:ln>
          </p:spPr>
          <p:txBody>
            <a:bodyPr rtlCol="0" anchor="ctr"/>
            <a:lstStyle/>
            <a:p>
              <a:endParaRPr lang="en-AU" dirty="0"/>
            </a:p>
          </p:txBody>
        </p:sp>
        <p:sp>
          <p:nvSpPr>
            <p:cNvPr id="115" name="Graphic 168">
              <a:extLst>
                <a:ext uri="{FF2B5EF4-FFF2-40B4-BE49-F238E27FC236}">
                  <a16:creationId xmlns:a16="http://schemas.microsoft.com/office/drawing/2014/main" id="{E4E727D6-4C8B-48C7-873C-50020A03EB5C}"/>
                </a:ext>
              </a:extLst>
            </p:cNvPr>
            <p:cNvSpPr/>
            <p:nvPr/>
          </p:nvSpPr>
          <p:spPr>
            <a:xfrm>
              <a:off x="8415265" y="610364"/>
              <a:ext cx="930700" cy="1065334"/>
            </a:xfrm>
            <a:custGeom>
              <a:avLst/>
              <a:gdLst>
                <a:gd name="connsiteX0" fmla="*/ 310174 w 930700"/>
                <a:gd name="connsiteY0" fmla="*/ 222243 h 1065334"/>
                <a:gd name="connsiteX1" fmla="*/ 310174 w 930700"/>
                <a:gd name="connsiteY1" fmla="*/ 842636 h 1065334"/>
                <a:gd name="connsiteX2" fmla="*/ 106147 w 930700"/>
                <a:gd name="connsiteY2" fmla="*/ 1046663 h 1065334"/>
                <a:gd name="connsiteX3" fmla="*/ 18337 w 930700"/>
                <a:gd name="connsiteY3" fmla="*/ 1047107 h 1065334"/>
                <a:gd name="connsiteX4" fmla="*/ -78 w 930700"/>
                <a:gd name="connsiteY4" fmla="*/ 1002871 h 1065334"/>
                <a:gd name="connsiteX5" fmla="*/ -78 w 930700"/>
                <a:gd name="connsiteY5" fmla="*/ 61727 h 1065334"/>
                <a:gd name="connsiteX6" fmla="*/ 62074 w 930700"/>
                <a:gd name="connsiteY6" fmla="*/ -261 h 1065334"/>
                <a:gd name="connsiteX7" fmla="*/ 105641 w 930700"/>
                <a:gd name="connsiteY7" fmla="*/ 17682 h 1065334"/>
                <a:gd name="connsiteX8" fmla="*/ 372185 w 930700"/>
                <a:gd name="connsiteY8" fmla="*/ -143 h 1065334"/>
                <a:gd name="connsiteX9" fmla="*/ 310174 w 930700"/>
                <a:gd name="connsiteY9" fmla="*/ 61840 h 1065334"/>
                <a:gd name="connsiteX10" fmla="*/ 310174 w 930700"/>
                <a:gd name="connsiteY10" fmla="*/ 222243 h 1065334"/>
                <a:gd name="connsiteX11" fmla="*/ 620398 w 930700"/>
                <a:gd name="connsiteY11" fmla="*/ 532355 h 1065334"/>
                <a:gd name="connsiteX12" fmla="*/ 310174 w 930700"/>
                <a:gd name="connsiteY12" fmla="*/ 842636 h 1065334"/>
                <a:gd name="connsiteX13" fmla="*/ 310174 w 930700"/>
                <a:gd name="connsiteY13" fmla="*/ 1003123 h 1065334"/>
                <a:gd name="connsiteX14" fmla="*/ 372298 w 930700"/>
                <a:gd name="connsiteY14" fmla="*/ 1065067 h 1065334"/>
                <a:gd name="connsiteX15" fmla="*/ 415893 w 930700"/>
                <a:gd name="connsiteY15" fmla="*/ 1047084 h 1065334"/>
                <a:gd name="connsiteX16" fmla="*/ 930622 w 930700"/>
                <a:gd name="connsiteY16" fmla="*/ 532411 h 1065334"/>
                <a:gd name="connsiteX17" fmla="*/ 416062 w 930700"/>
                <a:gd name="connsiteY17" fmla="*/ 17879 h 1065334"/>
                <a:gd name="connsiteX18" fmla="*/ 372185 w 930700"/>
                <a:gd name="connsiteY18" fmla="*/ -199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4">
                  <a:moveTo>
                    <a:pt x="310174" y="222243"/>
                  </a:moveTo>
                  <a:lnTo>
                    <a:pt x="310174" y="842636"/>
                  </a:lnTo>
                  <a:lnTo>
                    <a:pt x="106147" y="1046663"/>
                  </a:lnTo>
                  <a:cubicBezTo>
                    <a:pt x="82032" y="1071035"/>
                    <a:pt x="42703" y="1071235"/>
                    <a:pt x="18337" y="1047107"/>
                  </a:cubicBezTo>
                  <a:cubicBezTo>
                    <a:pt x="6519" y="1035417"/>
                    <a:pt x="-106" y="1019487"/>
                    <a:pt x="-78" y="1002871"/>
                  </a:cubicBezTo>
                  <a:lnTo>
                    <a:pt x="-78" y="61727"/>
                  </a:lnTo>
                  <a:cubicBezTo>
                    <a:pt x="-22" y="27449"/>
                    <a:pt x="27797" y="-306"/>
                    <a:pt x="62074" y="-261"/>
                  </a:cubicBezTo>
                  <a:cubicBezTo>
                    <a:pt x="78383" y="-242"/>
                    <a:pt x="94047" y="6207"/>
                    <a:pt x="105641" y="17682"/>
                  </a:cubicBezTo>
                  <a:close/>
                  <a:moveTo>
                    <a:pt x="372185" y="-143"/>
                  </a:moveTo>
                  <a:cubicBezTo>
                    <a:pt x="337937" y="-143"/>
                    <a:pt x="310202" y="27603"/>
                    <a:pt x="310174" y="61840"/>
                  </a:cubicBezTo>
                  <a:lnTo>
                    <a:pt x="310174" y="222243"/>
                  </a:lnTo>
                  <a:lnTo>
                    <a:pt x="620398" y="532355"/>
                  </a:lnTo>
                  <a:lnTo>
                    <a:pt x="310174" y="842636"/>
                  </a:lnTo>
                  <a:lnTo>
                    <a:pt x="310174" y="1003123"/>
                  </a:lnTo>
                  <a:cubicBezTo>
                    <a:pt x="310230" y="1037385"/>
                    <a:pt x="338049" y="1065121"/>
                    <a:pt x="372298" y="1065067"/>
                  </a:cubicBezTo>
                  <a:cubicBezTo>
                    <a:pt x="388635" y="1065042"/>
                    <a:pt x="404300" y="1058580"/>
                    <a:pt x="415893" y="1047084"/>
                  </a:cubicBezTo>
                  <a:lnTo>
                    <a:pt x="930622" y="532411"/>
                  </a:lnTo>
                  <a:lnTo>
                    <a:pt x="416062" y="17879"/>
                  </a:lnTo>
                  <a:cubicBezTo>
                    <a:pt x="404440" y="6249"/>
                    <a:pt x="388635" y="-258"/>
                    <a:pt x="372185" y="-199"/>
                  </a:cubicBezTo>
                </a:path>
              </a:pathLst>
            </a:custGeom>
            <a:solidFill>
              <a:srgbClr val="FFFFFF">
                <a:alpha val="5000"/>
              </a:srgbClr>
            </a:solidFill>
            <a:ln w="2807" cap="flat">
              <a:noFill/>
              <a:prstDash val="solid"/>
              <a:miter/>
            </a:ln>
          </p:spPr>
          <p:txBody>
            <a:bodyPr rtlCol="0" anchor="ctr"/>
            <a:lstStyle/>
            <a:p>
              <a:endParaRPr lang="en-AU" dirty="0"/>
            </a:p>
          </p:txBody>
        </p:sp>
        <p:sp>
          <p:nvSpPr>
            <p:cNvPr id="116" name="Graphic 168">
              <a:extLst>
                <a:ext uri="{FF2B5EF4-FFF2-40B4-BE49-F238E27FC236}">
                  <a16:creationId xmlns:a16="http://schemas.microsoft.com/office/drawing/2014/main" id="{1639662F-52BD-454A-AD7F-73827BAA55F2}"/>
                </a:ext>
              </a:extLst>
            </p:cNvPr>
            <p:cNvSpPr/>
            <p:nvPr/>
          </p:nvSpPr>
          <p:spPr>
            <a:xfrm>
              <a:off x="9423612" y="610364"/>
              <a:ext cx="930756" cy="1065339"/>
            </a:xfrm>
            <a:custGeom>
              <a:avLst/>
              <a:gdLst>
                <a:gd name="connsiteX0" fmla="*/ 310202 w 930756"/>
                <a:gd name="connsiteY0" fmla="*/ 222243 h 1065339"/>
                <a:gd name="connsiteX1" fmla="*/ 310202 w 930756"/>
                <a:gd name="connsiteY1" fmla="*/ 842636 h 1065339"/>
                <a:gd name="connsiteX2" fmla="*/ 106118 w 930756"/>
                <a:gd name="connsiteY2" fmla="*/ 1046607 h 1065339"/>
                <a:gd name="connsiteX3" fmla="*/ 18337 w 930756"/>
                <a:gd name="connsiteY3" fmla="*/ 1047090 h 1065339"/>
                <a:gd name="connsiteX4" fmla="*/ -78 w 930756"/>
                <a:gd name="connsiteY4" fmla="*/ 1002815 h 1065339"/>
                <a:gd name="connsiteX5" fmla="*/ -78 w 930756"/>
                <a:gd name="connsiteY5" fmla="*/ 61727 h 1065339"/>
                <a:gd name="connsiteX6" fmla="*/ 62074 w 930756"/>
                <a:gd name="connsiteY6" fmla="*/ -261 h 1065339"/>
                <a:gd name="connsiteX7" fmla="*/ 105641 w 930756"/>
                <a:gd name="connsiteY7" fmla="*/ 17682 h 1065339"/>
                <a:gd name="connsiteX8" fmla="*/ 372242 w 930756"/>
                <a:gd name="connsiteY8" fmla="*/ -143 h 1065339"/>
                <a:gd name="connsiteX9" fmla="*/ 310230 w 930756"/>
                <a:gd name="connsiteY9" fmla="*/ 61812 h 1065339"/>
                <a:gd name="connsiteX10" fmla="*/ 310230 w 930756"/>
                <a:gd name="connsiteY10" fmla="*/ 61840 h 1065339"/>
                <a:gd name="connsiteX11" fmla="*/ 310230 w 930756"/>
                <a:gd name="connsiteY11" fmla="*/ 222243 h 1065339"/>
                <a:gd name="connsiteX12" fmla="*/ 620454 w 930756"/>
                <a:gd name="connsiteY12" fmla="*/ 532468 h 1065339"/>
                <a:gd name="connsiteX13" fmla="*/ 310230 w 930756"/>
                <a:gd name="connsiteY13" fmla="*/ 842636 h 1065339"/>
                <a:gd name="connsiteX14" fmla="*/ 310230 w 930756"/>
                <a:gd name="connsiteY14" fmla="*/ 1003123 h 1065339"/>
                <a:gd name="connsiteX15" fmla="*/ 372298 w 930756"/>
                <a:gd name="connsiteY15" fmla="*/ 1065078 h 1065339"/>
                <a:gd name="connsiteX16" fmla="*/ 415922 w 930756"/>
                <a:gd name="connsiteY16" fmla="*/ 1047084 h 1065339"/>
                <a:gd name="connsiteX17" fmla="*/ 930679 w 930756"/>
                <a:gd name="connsiteY17" fmla="*/ 532411 h 1065339"/>
                <a:gd name="connsiteX18" fmla="*/ 416118 w 930756"/>
                <a:gd name="connsiteY18" fmla="*/ 17879 h 1065339"/>
                <a:gd name="connsiteX19" fmla="*/ 372242 w 930756"/>
                <a:gd name="connsiteY19" fmla="*/ -199 h 1065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756" h="1065339">
                  <a:moveTo>
                    <a:pt x="310202" y="222243"/>
                  </a:moveTo>
                  <a:lnTo>
                    <a:pt x="310202" y="842636"/>
                  </a:lnTo>
                  <a:lnTo>
                    <a:pt x="106118" y="1046607"/>
                  </a:lnTo>
                  <a:cubicBezTo>
                    <a:pt x="82004" y="1070979"/>
                    <a:pt x="42703" y="1071195"/>
                    <a:pt x="18337" y="1047090"/>
                  </a:cubicBezTo>
                  <a:cubicBezTo>
                    <a:pt x="6519" y="1035395"/>
                    <a:pt x="-106" y="1019444"/>
                    <a:pt x="-78" y="1002815"/>
                  </a:cubicBezTo>
                  <a:lnTo>
                    <a:pt x="-78" y="61727"/>
                  </a:lnTo>
                  <a:cubicBezTo>
                    <a:pt x="-22" y="27449"/>
                    <a:pt x="27798" y="-306"/>
                    <a:pt x="62074" y="-261"/>
                  </a:cubicBezTo>
                  <a:cubicBezTo>
                    <a:pt x="78384" y="-242"/>
                    <a:pt x="94047" y="6207"/>
                    <a:pt x="105641" y="17682"/>
                  </a:cubicBezTo>
                  <a:close/>
                  <a:moveTo>
                    <a:pt x="372242" y="-143"/>
                  </a:moveTo>
                  <a:cubicBezTo>
                    <a:pt x="338022" y="-160"/>
                    <a:pt x="310258" y="27581"/>
                    <a:pt x="310230" y="61812"/>
                  </a:cubicBezTo>
                  <a:cubicBezTo>
                    <a:pt x="310230" y="61820"/>
                    <a:pt x="310230" y="61831"/>
                    <a:pt x="310230" y="61840"/>
                  </a:cubicBezTo>
                  <a:lnTo>
                    <a:pt x="310230" y="222243"/>
                  </a:lnTo>
                  <a:lnTo>
                    <a:pt x="620454" y="532468"/>
                  </a:lnTo>
                  <a:lnTo>
                    <a:pt x="310230" y="842636"/>
                  </a:lnTo>
                  <a:lnTo>
                    <a:pt x="310230" y="1003123"/>
                  </a:lnTo>
                  <a:cubicBezTo>
                    <a:pt x="310258" y="1037371"/>
                    <a:pt x="338050" y="1065109"/>
                    <a:pt x="372298" y="1065078"/>
                  </a:cubicBezTo>
                  <a:cubicBezTo>
                    <a:pt x="388635" y="1065064"/>
                    <a:pt x="404328" y="1058597"/>
                    <a:pt x="415922" y="1047084"/>
                  </a:cubicBezTo>
                  <a:lnTo>
                    <a:pt x="930679" y="532411"/>
                  </a:lnTo>
                  <a:lnTo>
                    <a:pt x="416118" y="17879"/>
                  </a:lnTo>
                  <a:cubicBezTo>
                    <a:pt x="404468" y="6268"/>
                    <a:pt x="388691" y="-236"/>
                    <a:pt x="372242" y="-199"/>
                  </a:cubicBezTo>
                </a:path>
              </a:pathLst>
            </a:custGeom>
            <a:solidFill>
              <a:srgbClr val="FFFFFF">
                <a:alpha val="5000"/>
              </a:srgbClr>
            </a:solidFill>
            <a:ln w="2807" cap="flat">
              <a:noFill/>
              <a:prstDash val="solid"/>
              <a:miter/>
            </a:ln>
          </p:spPr>
          <p:txBody>
            <a:bodyPr rtlCol="0" anchor="ctr"/>
            <a:lstStyle/>
            <a:p>
              <a:endParaRPr lang="en-AU" dirty="0"/>
            </a:p>
          </p:txBody>
        </p:sp>
        <p:sp>
          <p:nvSpPr>
            <p:cNvPr id="117" name="Graphic 168">
              <a:extLst>
                <a:ext uri="{FF2B5EF4-FFF2-40B4-BE49-F238E27FC236}">
                  <a16:creationId xmlns:a16="http://schemas.microsoft.com/office/drawing/2014/main" id="{921E0C6E-05B0-4E73-BD75-F52DC0B028A7}"/>
                </a:ext>
              </a:extLst>
            </p:cNvPr>
            <p:cNvSpPr/>
            <p:nvPr/>
          </p:nvSpPr>
          <p:spPr>
            <a:xfrm>
              <a:off x="10432044" y="610364"/>
              <a:ext cx="930700" cy="1065339"/>
            </a:xfrm>
            <a:custGeom>
              <a:avLst/>
              <a:gdLst>
                <a:gd name="connsiteX0" fmla="*/ 310174 w 930700"/>
                <a:gd name="connsiteY0" fmla="*/ 222243 h 1065339"/>
                <a:gd name="connsiteX1" fmla="*/ 310174 w 930700"/>
                <a:gd name="connsiteY1" fmla="*/ 842636 h 1065339"/>
                <a:gd name="connsiteX2" fmla="*/ 106147 w 930700"/>
                <a:gd name="connsiteY2" fmla="*/ 1046663 h 1065339"/>
                <a:gd name="connsiteX3" fmla="*/ 18337 w 930700"/>
                <a:gd name="connsiteY3" fmla="*/ 1047107 h 1065339"/>
                <a:gd name="connsiteX4" fmla="*/ -78 w 930700"/>
                <a:gd name="connsiteY4" fmla="*/ 1002871 h 1065339"/>
                <a:gd name="connsiteX5" fmla="*/ -78 w 930700"/>
                <a:gd name="connsiteY5" fmla="*/ 61727 h 1065339"/>
                <a:gd name="connsiteX6" fmla="*/ 62074 w 930700"/>
                <a:gd name="connsiteY6" fmla="*/ -261 h 1065339"/>
                <a:gd name="connsiteX7" fmla="*/ 105641 w 930700"/>
                <a:gd name="connsiteY7" fmla="*/ 17682 h 1065339"/>
                <a:gd name="connsiteX8" fmla="*/ 372157 w 930700"/>
                <a:gd name="connsiteY8" fmla="*/ -256 h 1065339"/>
                <a:gd name="connsiteX9" fmla="*/ 310146 w 930700"/>
                <a:gd name="connsiteY9" fmla="*/ 61727 h 1065339"/>
                <a:gd name="connsiteX10" fmla="*/ 310146 w 930700"/>
                <a:gd name="connsiteY10" fmla="*/ 222243 h 1065339"/>
                <a:gd name="connsiteX11" fmla="*/ 620370 w 930700"/>
                <a:gd name="connsiteY11" fmla="*/ 532468 h 1065339"/>
                <a:gd name="connsiteX12" fmla="*/ 310174 w 930700"/>
                <a:gd name="connsiteY12" fmla="*/ 842636 h 1065339"/>
                <a:gd name="connsiteX13" fmla="*/ 310174 w 930700"/>
                <a:gd name="connsiteY13" fmla="*/ 1003123 h 1065339"/>
                <a:gd name="connsiteX14" fmla="*/ 372242 w 930700"/>
                <a:gd name="connsiteY14" fmla="*/ 1065078 h 1065339"/>
                <a:gd name="connsiteX15" fmla="*/ 415866 w 930700"/>
                <a:gd name="connsiteY15" fmla="*/ 1047084 h 1065339"/>
                <a:gd name="connsiteX16" fmla="*/ 930622 w 930700"/>
                <a:gd name="connsiteY16" fmla="*/ 532411 h 1065339"/>
                <a:gd name="connsiteX17" fmla="*/ 416062 w 930700"/>
                <a:gd name="connsiteY17" fmla="*/ 17879 h 1065339"/>
                <a:gd name="connsiteX18" fmla="*/ 372185 w 930700"/>
                <a:gd name="connsiteY18" fmla="*/ -199 h 1065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9">
                  <a:moveTo>
                    <a:pt x="310174" y="222243"/>
                  </a:moveTo>
                  <a:lnTo>
                    <a:pt x="310174" y="842636"/>
                  </a:lnTo>
                  <a:lnTo>
                    <a:pt x="106147" y="1046663"/>
                  </a:lnTo>
                  <a:cubicBezTo>
                    <a:pt x="82032" y="1071035"/>
                    <a:pt x="42703" y="1071235"/>
                    <a:pt x="18337" y="1047107"/>
                  </a:cubicBezTo>
                  <a:cubicBezTo>
                    <a:pt x="6519" y="1035417"/>
                    <a:pt x="-106" y="1019487"/>
                    <a:pt x="-78" y="1002871"/>
                  </a:cubicBezTo>
                  <a:lnTo>
                    <a:pt x="-78" y="61727"/>
                  </a:lnTo>
                  <a:cubicBezTo>
                    <a:pt x="-22" y="27449"/>
                    <a:pt x="27798" y="-306"/>
                    <a:pt x="62074" y="-261"/>
                  </a:cubicBezTo>
                  <a:cubicBezTo>
                    <a:pt x="78384" y="-242"/>
                    <a:pt x="94047" y="6207"/>
                    <a:pt x="105641" y="17682"/>
                  </a:cubicBezTo>
                  <a:close/>
                  <a:moveTo>
                    <a:pt x="372157" y="-256"/>
                  </a:moveTo>
                  <a:cubicBezTo>
                    <a:pt x="337909" y="-256"/>
                    <a:pt x="310174" y="27491"/>
                    <a:pt x="310146" y="61727"/>
                  </a:cubicBezTo>
                  <a:lnTo>
                    <a:pt x="310146" y="222243"/>
                  </a:lnTo>
                  <a:lnTo>
                    <a:pt x="620370" y="532468"/>
                  </a:lnTo>
                  <a:lnTo>
                    <a:pt x="310174" y="842636"/>
                  </a:lnTo>
                  <a:lnTo>
                    <a:pt x="310174" y="1003123"/>
                  </a:lnTo>
                  <a:cubicBezTo>
                    <a:pt x="310202" y="1037371"/>
                    <a:pt x="337994" y="1065109"/>
                    <a:pt x="372242" y="1065078"/>
                  </a:cubicBezTo>
                  <a:cubicBezTo>
                    <a:pt x="388580" y="1065064"/>
                    <a:pt x="404272" y="1058597"/>
                    <a:pt x="415866" y="1047084"/>
                  </a:cubicBezTo>
                  <a:lnTo>
                    <a:pt x="930622" y="532411"/>
                  </a:lnTo>
                  <a:lnTo>
                    <a:pt x="416062" y="17879"/>
                  </a:lnTo>
                  <a:cubicBezTo>
                    <a:pt x="404440" y="6249"/>
                    <a:pt x="388636" y="-258"/>
                    <a:pt x="372185" y="-199"/>
                  </a:cubicBezTo>
                </a:path>
              </a:pathLst>
            </a:custGeom>
            <a:solidFill>
              <a:srgbClr val="FFFFFF">
                <a:alpha val="5000"/>
              </a:srgbClr>
            </a:solidFill>
            <a:ln w="2807" cap="flat">
              <a:noFill/>
              <a:prstDash val="solid"/>
              <a:miter/>
            </a:ln>
          </p:spPr>
          <p:txBody>
            <a:bodyPr rtlCol="0" anchor="ctr"/>
            <a:lstStyle/>
            <a:p>
              <a:endParaRPr lang="en-AU" dirty="0"/>
            </a:p>
          </p:txBody>
        </p:sp>
        <p:sp>
          <p:nvSpPr>
            <p:cNvPr id="118" name="Graphic 168">
              <a:extLst>
                <a:ext uri="{FF2B5EF4-FFF2-40B4-BE49-F238E27FC236}">
                  <a16:creationId xmlns:a16="http://schemas.microsoft.com/office/drawing/2014/main" id="{36EAF33A-5048-4837-80B2-07210FB94EEE}"/>
                </a:ext>
              </a:extLst>
            </p:cNvPr>
            <p:cNvSpPr/>
            <p:nvPr/>
          </p:nvSpPr>
          <p:spPr>
            <a:xfrm>
              <a:off x="11440449" y="610364"/>
              <a:ext cx="930671" cy="1065345"/>
            </a:xfrm>
            <a:custGeom>
              <a:avLst/>
              <a:gdLst>
                <a:gd name="connsiteX0" fmla="*/ 310145 w 930671"/>
                <a:gd name="connsiteY0" fmla="*/ 222243 h 1065345"/>
                <a:gd name="connsiteX1" fmla="*/ 310145 w 930671"/>
                <a:gd name="connsiteY1" fmla="*/ 842636 h 1065345"/>
                <a:gd name="connsiteX2" fmla="*/ 106118 w 930671"/>
                <a:gd name="connsiteY2" fmla="*/ 1046663 h 1065345"/>
                <a:gd name="connsiteX3" fmla="*/ 18336 w 930671"/>
                <a:gd name="connsiteY3" fmla="*/ 1047146 h 1065345"/>
                <a:gd name="connsiteX4" fmla="*/ -78 w 930671"/>
                <a:gd name="connsiteY4" fmla="*/ 1002871 h 1065345"/>
                <a:gd name="connsiteX5" fmla="*/ -78 w 930671"/>
                <a:gd name="connsiteY5" fmla="*/ 61727 h 1065345"/>
                <a:gd name="connsiteX6" fmla="*/ 62073 w 930671"/>
                <a:gd name="connsiteY6" fmla="*/ -261 h 1065345"/>
                <a:gd name="connsiteX7" fmla="*/ 105641 w 930671"/>
                <a:gd name="connsiteY7" fmla="*/ 17682 h 1065345"/>
                <a:gd name="connsiteX8" fmla="*/ 372185 w 930671"/>
                <a:gd name="connsiteY8" fmla="*/ -143 h 1065345"/>
                <a:gd name="connsiteX9" fmla="*/ 310173 w 930671"/>
                <a:gd name="connsiteY9" fmla="*/ 61812 h 1065345"/>
                <a:gd name="connsiteX10" fmla="*/ 310173 w 930671"/>
                <a:gd name="connsiteY10" fmla="*/ 61840 h 1065345"/>
                <a:gd name="connsiteX11" fmla="*/ 310173 w 930671"/>
                <a:gd name="connsiteY11" fmla="*/ 222243 h 1065345"/>
                <a:gd name="connsiteX12" fmla="*/ 620369 w 930671"/>
                <a:gd name="connsiteY12" fmla="*/ 532468 h 1065345"/>
                <a:gd name="connsiteX13" fmla="*/ 310173 w 930671"/>
                <a:gd name="connsiteY13" fmla="*/ 842636 h 1065345"/>
                <a:gd name="connsiteX14" fmla="*/ 310173 w 930671"/>
                <a:gd name="connsiteY14" fmla="*/ 1003123 h 1065345"/>
                <a:gd name="connsiteX15" fmla="*/ 372241 w 930671"/>
                <a:gd name="connsiteY15" fmla="*/ 1065078 h 1065345"/>
                <a:gd name="connsiteX16" fmla="*/ 415865 w 930671"/>
                <a:gd name="connsiteY16" fmla="*/ 1047084 h 1065345"/>
                <a:gd name="connsiteX17" fmla="*/ 930594 w 930671"/>
                <a:gd name="connsiteY17" fmla="*/ 532411 h 1065345"/>
                <a:gd name="connsiteX18" fmla="*/ 416062 w 930671"/>
                <a:gd name="connsiteY18" fmla="*/ 17823 h 1065345"/>
                <a:gd name="connsiteX19" fmla="*/ 372185 w 930671"/>
                <a:gd name="connsiteY19" fmla="*/ -256 h 106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671" h="1065345">
                  <a:moveTo>
                    <a:pt x="310145" y="222243"/>
                  </a:moveTo>
                  <a:lnTo>
                    <a:pt x="310145" y="842636"/>
                  </a:lnTo>
                  <a:lnTo>
                    <a:pt x="106118" y="1046663"/>
                  </a:lnTo>
                  <a:cubicBezTo>
                    <a:pt x="82004" y="1071035"/>
                    <a:pt x="42703" y="1071252"/>
                    <a:pt x="18336" y="1047146"/>
                  </a:cubicBezTo>
                  <a:cubicBezTo>
                    <a:pt x="6518" y="1035451"/>
                    <a:pt x="-106" y="1019501"/>
                    <a:pt x="-78" y="1002871"/>
                  </a:cubicBezTo>
                  <a:lnTo>
                    <a:pt x="-78" y="61727"/>
                  </a:lnTo>
                  <a:cubicBezTo>
                    <a:pt x="-23" y="27449"/>
                    <a:pt x="27797" y="-306"/>
                    <a:pt x="62073" y="-261"/>
                  </a:cubicBezTo>
                  <a:cubicBezTo>
                    <a:pt x="78383" y="-242"/>
                    <a:pt x="94047" y="6207"/>
                    <a:pt x="105641" y="17682"/>
                  </a:cubicBezTo>
                  <a:close/>
                  <a:moveTo>
                    <a:pt x="372185" y="-143"/>
                  </a:moveTo>
                  <a:cubicBezTo>
                    <a:pt x="337965" y="-160"/>
                    <a:pt x="310201" y="27581"/>
                    <a:pt x="310173" y="61812"/>
                  </a:cubicBezTo>
                  <a:cubicBezTo>
                    <a:pt x="310173" y="61820"/>
                    <a:pt x="310173" y="61831"/>
                    <a:pt x="310173" y="61840"/>
                  </a:cubicBezTo>
                  <a:lnTo>
                    <a:pt x="310173" y="222243"/>
                  </a:lnTo>
                  <a:lnTo>
                    <a:pt x="620369" y="532468"/>
                  </a:lnTo>
                  <a:lnTo>
                    <a:pt x="310173" y="842636"/>
                  </a:lnTo>
                  <a:lnTo>
                    <a:pt x="310173" y="1003123"/>
                  </a:lnTo>
                  <a:cubicBezTo>
                    <a:pt x="310201" y="1037371"/>
                    <a:pt x="337993" y="1065109"/>
                    <a:pt x="372241" y="1065078"/>
                  </a:cubicBezTo>
                  <a:cubicBezTo>
                    <a:pt x="388579" y="1065064"/>
                    <a:pt x="404271" y="1058597"/>
                    <a:pt x="415865" y="1047084"/>
                  </a:cubicBezTo>
                  <a:lnTo>
                    <a:pt x="930594" y="532411"/>
                  </a:lnTo>
                  <a:lnTo>
                    <a:pt x="416062" y="17823"/>
                  </a:lnTo>
                  <a:cubicBezTo>
                    <a:pt x="404411" y="6212"/>
                    <a:pt x="388635" y="-292"/>
                    <a:pt x="372185" y="-256"/>
                  </a:cubicBezTo>
                </a:path>
              </a:pathLst>
            </a:custGeom>
            <a:solidFill>
              <a:srgbClr val="FFFFFF">
                <a:alpha val="5000"/>
              </a:srgbClr>
            </a:solidFill>
            <a:ln w="2807" cap="flat">
              <a:noFill/>
              <a:prstDash val="solid"/>
              <a:miter/>
            </a:ln>
          </p:spPr>
          <p:txBody>
            <a:bodyPr rtlCol="0" anchor="ctr"/>
            <a:lstStyle/>
            <a:p>
              <a:endParaRPr lang="en-AU" dirty="0"/>
            </a:p>
          </p:txBody>
        </p:sp>
        <p:sp>
          <p:nvSpPr>
            <p:cNvPr id="119" name="Graphic 168">
              <a:extLst>
                <a:ext uri="{FF2B5EF4-FFF2-40B4-BE49-F238E27FC236}">
                  <a16:creationId xmlns:a16="http://schemas.microsoft.com/office/drawing/2014/main" id="{91E18BD2-53F5-4666-A899-1698E04F9B57}"/>
                </a:ext>
              </a:extLst>
            </p:cNvPr>
            <p:cNvSpPr/>
            <p:nvPr/>
          </p:nvSpPr>
          <p:spPr>
            <a:xfrm>
              <a:off x="2520051" y="1753351"/>
              <a:ext cx="930672" cy="1065362"/>
            </a:xfrm>
            <a:custGeom>
              <a:avLst/>
              <a:gdLst>
                <a:gd name="connsiteX0" fmla="*/ 310146 w 930672"/>
                <a:gd name="connsiteY0" fmla="*/ 222154 h 1065362"/>
                <a:gd name="connsiteX1" fmla="*/ 310146 w 930672"/>
                <a:gd name="connsiteY1" fmla="*/ 842546 h 1065362"/>
                <a:gd name="connsiteX2" fmla="*/ 106119 w 930672"/>
                <a:gd name="connsiteY2" fmla="*/ 1046574 h 1065362"/>
                <a:gd name="connsiteX3" fmla="*/ 18385 w 930672"/>
                <a:gd name="connsiteY3" fmla="*/ 1047163 h 1065362"/>
                <a:gd name="connsiteX4" fmla="*/ -78 w 930672"/>
                <a:gd name="connsiteY4" fmla="*/ 1002781 h 1065362"/>
                <a:gd name="connsiteX5" fmla="*/ -78 w 930672"/>
                <a:gd name="connsiteY5" fmla="*/ 61778 h 1065362"/>
                <a:gd name="connsiteX6" fmla="*/ 62040 w 930672"/>
                <a:gd name="connsiteY6" fmla="*/ -239 h 1065362"/>
                <a:gd name="connsiteX7" fmla="*/ 105641 w 930672"/>
                <a:gd name="connsiteY7" fmla="*/ 17705 h 1065362"/>
                <a:gd name="connsiteX8" fmla="*/ 372185 w 930672"/>
                <a:gd name="connsiteY8" fmla="*/ -261 h 1065362"/>
                <a:gd name="connsiteX9" fmla="*/ 310174 w 930672"/>
                <a:gd name="connsiteY9" fmla="*/ 61750 h 1065362"/>
                <a:gd name="connsiteX10" fmla="*/ 310174 w 930672"/>
                <a:gd name="connsiteY10" fmla="*/ 61778 h 1065362"/>
                <a:gd name="connsiteX11" fmla="*/ 310174 w 930672"/>
                <a:gd name="connsiteY11" fmla="*/ 222182 h 1065362"/>
                <a:gd name="connsiteX12" fmla="*/ 620483 w 930672"/>
                <a:gd name="connsiteY12" fmla="*/ 532378 h 1065362"/>
                <a:gd name="connsiteX13" fmla="*/ 310174 w 930672"/>
                <a:gd name="connsiteY13" fmla="*/ 842602 h 1065362"/>
                <a:gd name="connsiteX14" fmla="*/ 310174 w 930672"/>
                <a:gd name="connsiteY14" fmla="*/ 1003090 h 1065362"/>
                <a:gd name="connsiteX15" fmla="*/ 372185 w 930672"/>
                <a:gd name="connsiteY15" fmla="*/ 1065101 h 1065362"/>
                <a:gd name="connsiteX16" fmla="*/ 415865 w 930672"/>
                <a:gd name="connsiteY16" fmla="*/ 1047107 h 1065362"/>
                <a:gd name="connsiteX17" fmla="*/ 930594 w 930672"/>
                <a:gd name="connsiteY17" fmla="*/ 532434 h 1065362"/>
                <a:gd name="connsiteX18" fmla="*/ 416062 w 930672"/>
                <a:gd name="connsiteY18" fmla="*/ 17845 h 1065362"/>
                <a:gd name="connsiteX19" fmla="*/ 372185 w 930672"/>
                <a:gd name="connsiteY19" fmla="*/ -261 h 1065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672" h="1065362">
                  <a:moveTo>
                    <a:pt x="310146" y="222154"/>
                  </a:moveTo>
                  <a:lnTo>
                    <a:pt x="310146" y="842546"/>
                  </a:lnTo>
                  <a:lnTo>
                    <a:pt x="106119" y="1046574"/>
                  </a:lnTo>
                  <a:cubicBezTo>
                    <a:pt x="82052" y="1070968"/>
                    <a:pt x="42771" y="1071221"/>
                    <a:pt x="18385" y="1047163"/>
                  </a:cubicBezTo>
                  <a:cubicBezTo>
                    <a:pt x="6519" y="1035457"/>
                    <a:pt x="-137" y="1019456"/>
                    <a:pt x="-78" y="1002781"/>
                  </a:cubicBezTo>
                  <a:lnTo>
                    <a:pt x="-78" y="61778"/>
                  </a:lnTo>
                  <a:cubicBezTo>
                    <a:pt x="-50" y="27499"/>
                    <a:pt x="27761" y="-267"/>
                    <a:pt x="62040" y="-239"/>
                  </a:cubicBezTo>
                  <a:cubicBezTo>
                    <a:pt x="78366" y="-225"/>
                    <a:pt x="94033" y="6221"/>
                    <a:pt x="105641" y="17705"/>
                  </a:cubicBezTo>
                  <a:close/>
                  <a:moveTo>
                    <a:pt x="372185" y="-261"/>
                  </a:moveTo>
                  <a:cubicBezTo>
                    <a:pt x="337937" y="-261"/>
                    <a:pt x="310174" y="27502"/>
                    <a:pt x="310174" y="61750"/>
                  </a:cubicBezTo>
                  <a:cubicBezTo>
                    <a:pt x="310174" y="61758"/>
                    <a:pt x="310174" y="61770"/>
                    <a:pt x="310174" y="61778"/>
                  </a:cubicBezTo>
                  <a:lnTo>
                    <a:pt x="310174" y="222182"/>
                  </a:lnTo>
                  <a:lnTo>
                    <a:pt x="620483" y="532378"/>
                  </a:lnTo>
                  <a:lnTo>
                    <a:pt x="310174" y="842602"/>
                  </a:lnTo>
                  <a:lnTo>
                    <a:pt x="310174" y="1003090"/>
                  </a:lnTo>
                  <a:cubicBezTo>
                    <a:pt x="310174" y="1037338"/>
                    <a:pt x="337937" y="1065101"/>
                    <a:pt x="372185" y="1065101"/>
                  </a:cubicBezTo>
                  <a:cubicBezTo>
                    <a:pt x="388549" y="1065101"/>
                    <a:pt x="404249" y="1058644"/>
                    <a:pt x="415865" y="1047107"/>
                  </a:cubicBezTo>
                  <a:lnTo>
                    <a:pt x="930594" y="532434"/>
                  </a:lnTo>
                  <a:lnTo>
                    <a:pt x="416062" y="17845"/>
                  </a:lnTo>
                  <a:cubicBezTo>
                    <a:pt x="404432" y="6207"/>
                    <a:pt x="388638" y="-312"/>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20" name="Graphic 168">
              <a:extLst>
                <a:ext uri="{FF2B5EF4-FFF2-40B4-BE49-F238E27FC236}">
                  <a16:creationId xmlns:a16="http://schemas.microsoft.com/office/drawing/2014/main" id="{19E39825-05D8-4EB4-87E1-9F047799870E}"/>
                </a:ext>
              </a:extLst>
            </p:cNvPr>
            <p:cNvSpPr/>
            <p:nvPr/>
          </p:nvSpPr>
          <p:spPr>
            <a:xfrm>
              <a:off x="2675065" y="2896360"/>
              <a:ext cx="930813" cy="1065339"/>
            </a:xfrm>
            <a:custGeom>
              <a:avLst/>
              <a:gdLst>
                <a:gd name="connsiteX0" fmla="*/ 310286 w 930813"/>
                <a:gd name="connsiteY0" fmla="*/ 222154 h 1065339"/>
                <a:gd name="connsiteX1" fmla="*/ 310286 w 930813"/>
                <a:gd name="connsiteY1" fmla="*/ 842546 h 1065339"/>
                <a:gd name="connsiteX2" fmla="*/ 106146 w 930813"/>
                <a:gd name="connsiteY2" fmla="*/ 1046630 h 1065339"/>
                <a:gd name="connsiteX3" fmla="*/ 18371 w 930813"/>
                <a:gd name="connsiteY3" fmla="*/ 1047163 h 1065339"/>
                <a:gd name="connsiteX4" fmla="*/ -78 w 930813"/>
                <a:gd name="connsiteY4" fmla="*/ 1002838 h 1065339"/>
                <a:gd name="connsiteX5" fmla="*/ -78 w 930813"/>
                <a:gd name="connsiteY5" fmla="*/ 61722 h 1065339"/>
                <a:gd name="connsiteX6" fmla="*/ 62068 w 930813"/>
                <a:gd name="connsiteY6" fmla="*/ -261 h 1065339"/>
                <a:gd name="connsiteX7" fmla="*/ 105641 w 930813"/>
                <a:gd name="connsiteY7" fmla="*/ 17677 h 1065339"/>
                <a:gd name="connsiteX8" fmla="*/ 372297 w 930813"/>
                <a:gd name="connsiteY8" fmla="*/ -261 h 1065339"/>
                <a:gd name="connsiteX9" fmla="*/ 310286 w 930813"/>
                <a:gd name="connsiteY9" fmla="*/ 61722 h 1065339"/>
                <a:gd name="connsiteX10" fmla="*/ 310286 w 930813"/>
                <a:gd name="connsiteY10" fmla="*/ 222154 h 1065339"/>
                <a:gd name="connsiteX11" fmla="*/ 620511 w 930813"/>
                <a:gd name="connsiteY11" fmla="*/ 532378 h 1065339"/>
                <a:gd name="connsiteX12" fmla="*/ 310286 w 930813"/>
                <a:gd name="connsiteY12" fmla="*/ 842574 h 1065339"/>
                <a:gd name="connsiteX13" fmla="*/ 310286 w 930813"/>
                <a:gd name="connsiteY13" fmla="*/ 1003062 h 1065339"/>
                <a:gd name="connsiteX14" fmla="*/ 372326 w 930813"/>
                <a:gd name="connsiteY14" fmla="*/ 1065045 h 1065339"/>
                <a:gd name="connsiteX15" fmla="*/ 416006 w 930813"/>
                <a:gd name="connsiteY15" fmla="*/ 1047023 h 1065339"/>
                <a:gd name="connsiteX16" fmla="*/ 930735 w 930813"/>
                <a:gd name="connsiteY16" fmla="*/ 532378 h 1065339"/>
                <a:gd name="connsiteX17" fmla="*/ 416174 w 930813"/>
                <a:gd name="connsiteY17" fmla="*/ 17846 h 1065339"/>
                <a:gd name="connsiteX18" fmla="*/ 372297 w 930813"/>
                <a:gd name="connsiteY18" fmla="*/ -261 h 1065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813" h="1065339">
                  <a:moveTo>
                    <a:pt x="310286" y="222154"/>
                  </a:moveTo>
                  <a:lnTo>
                    <a:pt x="310286" y="842546"/>
                  </a:lnTo>
                  <a:lnTo>
                    <a:pt x="106146" y="1046630"/>
                  </a:lnTo>
                  <a:cubicBezTo>
                    <a:pt x="82058" y="1071024"/>
                    <a:pt x="42760" y="1071249"/>
                    <a:pt x="18371" y="1047163"/>
                  </a:cubicBezTo>
                  <a:cubicBezTo>
                    <a:pt x="6522" y="1035457"/>
                    <a:pt x="-126" y="1019484"/>
                    <a:pt x="-78" y="1002838"/>
                  </a:cubicBezTo>
                  <a:lnTo>
                    <a:pt x="-78" y="61722"/>
                  </a:lnTo>
                  <a:cubicBezTo>
                    <a:pt x="-36" y="27446"/>
                    <a:pt x="27789" y="-317"/>
                    <a:pt x="62068" y="-261"/>
                  </a:cubicBezTo>
                  <a:cubicBezTo>
                    <a:pt x="78386" y="-233"/>
                    <a:pt x="94039" y="6196"/>
                    <a:pt x="105641" y="17677"/>
                  </a:cubicBezTo>
                  <a:close/>
                  <a:moveTo>
                    <a:pt x="372297" y="-261"/>
                  </a:moveTo>
                  <a:cubicBezTo>
                    <a:pt x="338061" y="-261"/>
                    <a:pt x="310303" y="27474"/>
                    <a:pt x="310286" y="61722"/>
                  </a:cubicBezTo>
                  <a:lnTo>
                    <a:pt x="310286" y="222154"/>
                  </a:lnTo>
                  <a:lnTo>
                    <a:pt x="620511" y="532378"/>
                  </a:lnTo>
                  <a:lnTo>
                    <a:pt x="310286" y="842574"/>
                  </a:lnTo>
                  <a:lnTo>
                    <a:pt x="310286" y="1003062"/>
                  </a:lnTo>
                  <a:cubicBezTo>
                    <a:pt x="310300" y="1037310"/>
                    <a:pt x="338078" y="1065073"/>
                    <a:pt x="372326" y="1065045"/>
                  </a:cubicBezTo>
                  <a:cubicBezTo>
                    <a:pt x="388694" y="1065045"/>
                    <a:pt x="404395" y="1058561"/>
                    <a:pt x="416006" y="1047023"/>
                  </a:cubicBezTo>
                  <a:lnTo>
                    <a:pt x="930735" y="532378"/>
                  </a:lnTo>
                  <a:lnTo>
                    <a:pt x="416174" y="17846"/>
                  </a:lnTo>
                  <a:cubicBezTo>
                    <a:pt x="404544" y="6196"/>
                    <a:pt x="388750" y="-317"/>
                    <a:pt x="372297"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21" name="Graphic 168">
              <a:extLst>
                <a:ext uri="{FF2B5EF4-FFF2-40B4-BE49-F238E27FC236}">
                  <a16:creationId xmlns:a16="http://schemas.microsoft.com/office/drawing/2014/main" id="{9C14C24C-F9A2-4966-A600-5053AB5ECC57}"/>
                </a:ext>
              </a:extLst>
            </p:cNvPr>
            <p:cNvSpPr/>
            <p:nvPr/>
          </p:nvSpPr>
          <p:spPr>
            <a:xfrm>
              <a:off x="3683582" y="2896360"/>
              <a:ext cx="930812" cy="1065334"/>
            </a:xfrm>
            <a:custGeom>
              <a:avLst/>
              <a:gdLst>
                <a:gd name="connsiteX0" fmla="*/ 310174 w 930812"/>
                <a:gd name="connsiteY0" fmla="*/ 222154 h 1065334"/>
                <a:gd name="connsiteX1" fmla="*/ 310174 w 930812"/>
                <a:gd name="connsiteY1" fmla="*/ 842546 h 1065334"/>
                <a:gd name="connsiteX2" fmla="*/ 106118 w 930812"/>
                <a:gd name="connsiteY2" fmla="*/ 1046630 h 1065334"/>
                <a:gd name="connsiteX3" fmla="*/ 62045 w 930812"/>
                <a:gd name="connsiteY3" fmla="*/ 1065073 h 1065334"/>
                <a:gd name="connsiteX4" fmla="*/ -78 w 930812"/>
                <a:gd name="connsiteY4" fmla="*/ 1002838 h 1065334"/>
                <a:gd name="connsiteX5" fmla="*/ -78 w 930812"/>
                <a:gd name="connsiteY5" fmla="*/ 61722 h 1065334"/>
                <a:gd name="connsiteX6" fmla="*/ 62067 w 930812"/>
                <a:gd name="connsiteY6" fmla="*/ -261 h 1065334"/>
                <a:gd name="connsiteX7" fmla="*/ 105641 w 930812"/>
                <a:gd name="connsiteY7" fmla="*/ 17677 h 1065334"/>
                <a:gd name="connsiteX8" fmla="*/ 372101 w 930812"/>
                <a:gd name="connsiteY8" fmla="*/ -261 h 1065334"/>
                <a:gd name="connsiteX9" fmla="*/ 310090 w 930812"/>
                <a:gd name="connsiteY9" fmla="*/ 61722 h 1065334"/>
                <a:gd name="connsiteX10" fmla="*/ 310090 w 930812"/>
                <a:gd name="connsiteY10" fmla="*/ 222154 h 1065334"/>
                <a:gd name="connsiteX11" fmla="*/ 620314 w 930812"/>
                <a:gd name="connsiteY11" fmla="*/ 532378 h 1065334"/>
                <a:gd name="connsiteX12" fmla="*/ 310090 w 930812"/>
                <a:gd name="connsiteY12" fmla="*/ 842574 h 1065334"/>
                <a:gd name="connsiteX13" fmla="*/ 310090 w 930812"/>
                <a:gd name="connsiteY13" fmla="*/ 1003062 h 1065334"/>
                <a:gd name="connsiteX14" fmla="*/ 372062 w 930812"/>
                <a:gd name="connsiteY14" fmla="*/ 1065045 h 1065334"/>
                <a:gd name="connsiteX15" fmla="*/ 415781 w 930812"/>
                <a:gd name="connsiteY15" fmla="*/ 1047023 h 1065334"/>
                <a:gd name="connsiteX16" fmla="*/ 930734 w 930812"/>
                <a:gd name="connsiteY16" fmla="*/ 532378 h 1065334"/>
                <a:gd name="connsiteX17" fmla="*/ 416174 w 930812"/>
                <a:gd name="connsiteY17" fmla="*/ 17846 h 1065334"/>
                <a:gd name="connsiteX18" fmla="*/ 372297 w 930812"/>
                <a:gd name="connsiteY18" fmla="*/ -261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812" h="1065334">
                  <a:moveTo>
                    <a:pt x="310174" y="222154"/>
                  </a:moveTo>
                  <a:lnTo>
                    <a:pt x="310174" y="842546"/>
                  </a:lnTo>
                  <a:lnTo>
                    <a:pt x="106118" y="1046630"/>
                  </a:lnTo>
                  <a:cubicBezTo>
                    <a:pt x="94496" y="1058448"/>
                    <a:pt x="78616" y="1065073"/>
                    <a:pt x="62045" y="1065073"/>
                  </a:cubicBezTo>
                  <a:cubicBezTo>
                    <a:pt x="27730" y="1064989"/>
                    <a:pt x="-47" y="1037142"/>
                    <a:pt x="-78" y="1002838"/>
                  </a:cubicBezTo>
                  <a:lnTo>
                    <a:pt x="-78" y="61722"/>
                  </a:lnTo>
                  <a:cubicBezTo>
                    <a:pt x="-36" y="27446"/>
                    <a:pt x="27789" y="-317"/>
                    <a:pt x="62067" y="-261"/>
                  </a:cubicBezTo>
                  <a:cubicBezTo>
                    <a:pt x="78386" y="-233"/>
                    <a:pt x="94039" y="6196"/>
                    <a:pt x="105641" y="17677"/>
                  </a:cubicBezTo>
                  <a:close/>
                  <a:moveTo>
                    <a:pt x="372101" y="-261"/>
                  </a:moveTo>
                  <a:cubicBezTo>
                    <a:pt x="337864" y="-261"/>
                    <a:pt x="310107" y="27474"/>
                    <a:pt x="310090" y="61722"/>
                  </a:cubicBezTo>
                  <a:lnTo>
                    <a:pt x="310090" y="222154"/>
                  </a:lnTo>
                  <a:lnTo>
                    <a:pt x="620314" y="532378"/>
                  </a:lnTo>
                  <a:lnTo>
                    <a:pt x="310090" y="842574"/>
                  </a:lnTo>
                  <a:lnTo>
                    <a:pt x="310090" y="1003062"/>
                  </a:lnTo>
                  <a:cubicBezTo>
                    <a:pt x="310084" y="1037282"/>
                    <a:pt x="337828" y="1065045"/>
                    <a:pt x="372062" y="1065045"/>
                  </a:cubicBezTo>
                  <a:cubicBezTo>
                    <a:pt x="388444" y="1065073"/>
                    <a:pt x="404165" y="1058589"/>
                    <a:pt x="415781" y="1047023"/>
                  </a:cubicBezTo>
                  <a:lnTo>
                    <a:pt x="930734" y="532378"/>
                  </a:lnTo>
                  <a:lnTo>
                    <a:pt x="416174" y="17846"/>
                  </a:lnTo>
                  <a:cubicBezTo>
                    <a:pt x="404544" y="6196"/>
                    <a:pt x="388750" y="-317"/>
                    <a:pt x="372297"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22" name="Graphic 168">
              <a:extLst>
                <a:ext uri="{FF2B5EF4-FFF2-40B4-BE49-F238E27FC236}">
                  <a16:creationId xmlns:a16="http://schemas.microsoft.com/office/drawing/2014/main" id="{F4EC8ADC-C762-4C44-8FC2-B30571DEB606}"/>
                </a:ext>
              </a:extLst>
            </p:cNvPr>
            <p:cNvSpPr/>
            <p:nvPr/>
          </p:nvSpPr>
          <p:spPr>
            <a:xfrm>
              <a:off x="4691957" y="2896360"/>
              <a:ext cx="930700" cy="1065339"/>
            </a:xfrm>
            <a:custGeom>
              <a:avLst/>
              <a:gdLst>
                <a:gd name="connsiteX0" fmla="*/ 310174 w 930700"/>
                <a:gd name="connsiteY0" fmla="*/ 222154 h 1065339"/>
                <a:gd name="connsiteX1" fmla="*/ 310174 w 930700"/>
                <a:gd name="connsiteY1" fmla="*/ 842546 h 1065339"/>
                <a:gd name="connsiteX2" fmla="*/ 106146 w 930700"/>
                <a:gd name="connsiteY2" fmla="*/ 1046630 h 1065339"/>
                <a:gd name="connsiteX3" fmla="*/ 18371 w 930700"/>
                <a:gd name="connsiteY3" fmla="*/ 1047163 h 1065339"/>
                <a:gd name="connsiteX4" fmla="*/ -78 w 930700"/>
                <a:gd name="connsiteY4" fmla="*/ 1002838 h 1065339"/>
                <a:gd name="connsiteX5" fmla="*/ -78 w 930700"/>
                <a:gd name="connsiteY5" fmla="*/ 61722 h 1065339"/>
                <a:gd name="connsiteX6" fmla="*/ 62068 w 930700"/>
                <a:gd name="connsiteY6" fmla="*/ -261 h 1065339"/>
                <a:gd name="connsiteX7" fmla="*/ 105641 w 930700"/>
                <a:gd name="connsiteY7" fmla="*/ 17677 h 1065339"/>
                <a:gd name="connsiteX8" fmla="*/ 372185 w 930700"/>
                <a:gd name="connsiteY8" fmla="*/ -261 h 1065339"/>
                <a:gd name="connsiteX9" fmla="*/ 310174 w 930700"/>
                <a:gd name="connsiteY9" fmla="*/ 61722 h 1065339"/>
                <a:gd name="connsiteX10" fmla="*/ 310174 w 930700"/>
                <a:gd name="connsiteY10" fmla="*/ 222154 h 1065339"/>
                <a:gd name="connsiteX11" fmla="*/ 620398 w 930700"/>
                <a:gd name="connsiteY11" fmla="*/ 532378 h 1065339"/>
                <a:gd name="connsiteX12" fmla="*/ 310174 w 930700"/>
                <a:gd name="connsiteY12" fmla="*/ 842574 h 1065339"/>
                <a:gd name="connsiteX13" fmla="*/ 310174 w 930700"/>
                <a:gd name="connsiteY13" fmla="*/ 1003062 h 1065339"/>
                <a:gd name="connsiteX14" fmla="*/ 372157 w 930700"/>
                <a:gd name="connsiteY14" fmla="*/ 1065045 h 1065339"/>
                <a:gd name="connsiteX15" fmla="*/ 415865 w 930700"/>
                <a:gd name="connsiteY15" fmla="*/ 1047023 h 1065339"/>
                <a:gd name="connsiteX16" fmla="*/ 930622 w 930700"/>
                <a:gd name="connsiteY16" fmla="*/ 532378 h 1065339"/>
                <a:gd name="connsiteX17" fmla="*/ 416062 w 930700"/>
                <a:gd name="connsiteY17" fmla="*/ 17846 h 1065339"/>
                <a:gd name="connsiteX18" fmla="*/ 372185 w 930700"/>
                <a:gd name="connsiteY18" fmla="*/ -261 h 1065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9">
                  <a:moveTo>
                    <a:pt x="310174" y="222154"/>
                  </a:moveTo>
                  <a:lnTo>
                    <a:pt x="310174" y="842546"/>
                  </a:lnTo>
                  <a:lnTo>
                    <a:pt x="106146" y="1046630"/>
                  </a:lnTo>
                  <a:cubicBezTo>
                    <a:pt x="82058" y="1071024"/>
                    <a:pt x="42760" y="1071249"/>
                    <a:pt x="18371" y="1047163"/>
                  </a:cubicBezTo>
                  <a:cubicBezTo>
                    <a:pt x="6524" y="1035457"/>
                    <a:pt x="-126" y="1019484"/>
                    <a:pt x="-78" y="1002838"/>
                  </a:cubicBezTo>
                  <a:lnTo>
                    <a:pt x="-78" y="61722"/>
                  </a:lnTo>
                  <a:cubicBezTo>
                    <a:pt x="-36" y="27446"/>
                    <a:pt x="27789" y="-317"/>
                    <a:pt x="62068" y="-261"/>
                  </a:cubicBezTo>
                  <a:cubicBezTo>
                    <a:pt x="78386" y="-233"/>
                    <a:pt x="94039" y="6196"/>
                    <a:pt x="105641" y="17677"/>
                  </a:cubicBezTo>
                  <a:close/>
                  <a:moveTo>
                    <a:pt x="372185" y="-261"/>
                  </a:moveTo>
                  <a:cubicBezTo>
                    <a:pt x="337937" y="-261"/>
                    <a:pt x="310202" y="27474"/>
                    <a:pt x="310174" y="61722"/>
                  </a:cubicBezTo>
                  <a:lnTo>
                    <a:pt x="310174" y="222154"/>
                  </a:lnTo>
                  <a:lnTo>
                    <a:pt x="620398" y="532378"/>
                  </a:lnTo>
                  <a:lnTo>
                    <a:pt x="310174" y="842574"/>
                  </a:lnTo>
                  <a:lnTo>
                    <a:pt x="310174" y="1003062"/>
                  </a:lnTo>
                  <a:cubicBezTo>
                    <a:pt x="310174" y="1037282"/>
                    <a:pt x="337909" y="1065045"/>
                    <a:pt x="372157" y="1065045"/>
                  </a:cubicBezTo>
                  <a:cubicBezTo>
                    <a:pt x="388523" y="1065073"/>
                    <a:pt x="404244" y="1058589"/>
                    <a:pt x="415865" y="1047023"/>
                  </a:cubicBezTo>
                  <a:lnTo>
                    <a:pt x="930622" y="532378"/>
                  </a:lnTo>
                  <a:lnTo>
                    <a:pt x="416062" y="17846"/>
                  </a:lnTo>
                  <a:cubicBezTo>
                    <a:pt x="404440" y="6196"/>
                    <a:pt x="388635" y="-317"/>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23" name="Graphic 168">
              <a:extLst>
                <a:ext uri="{FF2B5EF4-FFF2-40B4-BE49-F238E27FC236}">
                  <a16:creationId xmlns:a16="http://schemas.microsoft.com/office/drawing/2014/main" id="{86095702-2DF0-4B22-A165-52471A5CF19B}"/>
                </a:ext>
              </a:extLst>
            </p:cNvPr>
            <p:cNvSpPr/>
            <p:nvPr/>
          </p:nvSpPr>
          <p:spPr>
            <a:xfrm>
              <a:off x="5700361" y="2896360"/>
              <a:ext cx="930700" cy="1065356"/>
            </a:xfrm>
            <a:custGeom>
              <a:avLst/>
              <a:gdLst>
                <a:gd name="connsiteX0" fmla="*/ 310146 w 930700"/>
                <a:gd name="connsiteY0" fmla="*/ 222154 h 1065356"/>
                <a:gd name="connsiteX1" fmla="*/ 310146 w 930700"/>
                <a:gd name="connsiteY1" fmla="*/ 842546 h 1065356"/>
                <a:gd name="connsiteX2" fmla="*/ 106119 w 930700"/>
                <a:gd name="connsiteY2" fmla="*/ 1046630 h 1065356"/>
                <a:gd name="connsiteX3" fmla="*/ 18394 w 930700"/>
                <a:gd name="connsiteY3" fmla="*/ 1047219 h 1065356"/>
                <a:gd name="connsiteX4" fmla="*/ -78 w 930700"/>
                <a:gd name="connsiteY4" fmla="*/ 1002838 h 1065356"/>
                <a:gd name="connsiteX5" fmla="*/ -78 w 930700"/>
                <a:gd name="connsiteY5" fmla="*/ 61722 h 1065356"/>
                <a:gd name="connsiteX6" fmla="*/ 62073 w 930700"/>
                <a:gd name="connsiteY6" fmla="*/ -261 h 1065356"/>
                <a:gd name="connsiteX7" fmla="*/ 105641 w 930700"/>
                <a:gd name="connsiteY7" fmla="*/ 17677 h 1065356"/>
                <a:gd name="connsiteX8" fmla="*/ 372185 w 930700"/>
                <a:gd name="connsiteY8" fmla="*/ -261 h 1065356"/>
                <a:gd name="connsiteX9" fmla="*/ 310174 w 930700"/>
                <a:gd name="connsiteY9" fmla="*/ 61722 h 1065356"/>
                <a:gd name="connsiteX10" fmla="*/ 310174 w 930700"/>
                <a:gd name="connsiteY10" fmla="*/ 222154 h 1065356"/>
                <a:gd name="connsiteX11" fmla="*/ 620398 w 930700"/>
                <a:gd name="connsiteY11" fmla="*/ 532378 h 1065356"/>
                <a:gd name="connsiteX12" fmla="*/ 310174 w 930700"/>
                <a:gd name="connsiteY12" fmla="*/ 842574 h 1065356"/>
                <a:gd name="connsiteX13" fmla="*/ 310174 w 930700"/>
                <a:gd name="connsiteY13" fmla="*/ 1003062 h 1065356"/>
                <a:gd name="connsiteX14" fmla="*/ 372157 w 930700"/>
                <a:gd name="connsiteY14" fmla="*/ 1065045 h 1065356"/>
                <a:gd name="connsiteX15" fmla="*/ 415866 w 930700"/>
                <a:gd name="connsiteY15" fmla="*/ 1047023 h 1065356"/>
                <a:gd name="connsiteX16" fmla="*/ 930623 w 930700"/>
                <a:gd name="connsiteY16" fmla="*/ 532378 h 1065356"/>
                <a:gd name="connsiteX17" fmla="*/ 416062 w 930700"/>
                <a:gd name="connsiteY17" fmla="*/ 17846 h 1065356"/>
                <a:gd name="connsiteX18" fmla="*/ 372185 w 930700"/>
                <a:gd name="connsiteY18" fmla="*/ -261 h 1065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56">
                  <a:moveTo>
                    <a:pt x="310146" y="222154"/>
                  </a:moveTo>
                  <a:lnTo>
                    <a:pt x="310146" y="842546"/>
                  </a:lnTo>
                  <a:lnTo>
                    <a:pt x="106119" y="1046630"/>
                  </a:lnTo>
                  <a:cubicBezTo>
                    <a:pt x="82061" y="1071024"/>
                    <a:pt x="42760" y="1071277"/>
                    <a:pt x="18394" y="1047219"/>
                  </a:cubicBezTo>
                  <a:cubicBezTo>
                    <a:pt x="6519" y="1035513"/>
                    <a:pt x="-134" y="1019512"/>
                    <a:pt x="-78" y="1002838"/>
                  </a:cubicBezTo>
                  <a:lnTo>
                    <a:pt x="-78" y="61722"/>
                  </a:lnTo>
                  <a:cubicBezTo>
                    <a:pt x="-22" y="27446"/>
                    <a:pt x="27798" y="-317"/>
                    <a:pt x="62073" y="-261"/>
                  </a:cubicBezTo>
                  <a:cubicBezTo>
                    <a:pt x="78384" y="-233"/>
                    <a:pt x="94048" y="6196"/>
                    <a:pt x="105641" y="17677"/>
                  </a:cubicBezTo>
                  <a:close/>
                  <a:moveTo>
                    <a:pt x="372185" y="-261"/>
                  </a:moveTo>
                  <a:cubicBezTo>
                    <a:pt x="337938" y="-261"/>
                    <a:pt x="310202" y="27474"/>
                    <a:pt x="310174" y="61722"/>
                  </a:cubicBezTo>
                  <a:lnTo>
                    <a:pt x="310174" y="222154"/>
                  </a:lnTo>
                  <a:lnTo>
                    <a:pt x="620398" y="532378"/>
                  </a:lnTo>
                  <a:lnTo>
                    <a:pt x="310174" y="842574"/>
                  </a:lnTo>
                  <a:lnTo>
                    <a:pt x="310174" y="1003062"/>
                  </a:lnTo>
                  <a:cubicBezTo>
                    <a:pt x="310174" y="1037282"/>
                    <a:pt x="337909" y="1065045"/>
                    <a:pt x="372157" y="1065045"/>
                  </a:cubicBezTo>
                  <a:cubicBezTo>
                    <a:pt x="388523" y="1065073"/>
                    <a:pt x="404244" y="1058589"/>
                    <a:pt x="415866" y="1047023"/>
                  </a:cubicBezTo>
                  <a:lnTo>
                    <a:pt x="930623" y="532378"/>
                  </a:lnTo>
                  <a:lnTo>
                    <a:pt x="416062" y="17846"/>
                  </a:lnTo>
                  <a:cubicBezTo>
                    <a:pt x="404440" y="6196"/>
                    <a:pt x="388635" y="-317"/>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24" name="Graphic 168">
              <a:extLst>
                <a:ext uri="{FF2B5EF4-FFF2-40B4-BE49-F238E27FC236}">
                  <a16:creationId xmlns:a16="http://schemas.microsoft.com/office/drawing/2014/main" id="{87E93959-444F-4ADC-8611-E2E8E3BE6617}"/>
                </a:ext>
              </a:extLst>
            </p:cNvPr>
            <p:cNvSpPr/>
            <p:nvPr/>
          </p:nvSpPr>
          <p:spPr>
            <a:xfrm>
              <a:off x="6708738" y="2896360"/>
              <a:ext cx="930700" cy="1065334"/>
            </a:xfrm>
            <a:custGeom>
              <a:avLst/>
              <a:gdLst>
                <a:gd name="connsiteX0" fmla="*/ 310174 w 930700"/>
                <a:gd name="connsiteY0" fmla="*/ 222154 h 1065334"/>
                <a:gd name="connsiteX1" fmla="*/ 310174 w 930700"/>
                <a:gd name="connsiteY1" fmla="*/ 842546 h 1065334"/>
                <a:gd name="connsiteX2" fmla="*/ 106118 w 930700"/>
                <a:gd name="connsiteY2" fmla="*/ 1046630 h 1065334"/>
                <a:gd name="connsiteX3" fmla="*/ 62045 w 930700"/>
                <a:gd name="connsiteY3" fmla="*/ 1065073 h 1065334"/>
                <a:gd name="connsiteX4" fmla="*/ -78 w 930700"/>
                <a:gd name="connsiteY4" fmla="*/ 1002838 h 1065334"/>
                <a:gd name="connsiteX5" fmla="*/ -78 w 930700"/>
                <a:gd name="connsiteY5" fmla="*/ 61722 h 1065334"/>
                <a:gd name="connsiteX6" fmla="*/ 62073 w 930700"/>
                <a:gd name="connsiteY6" fmla="*/ -261 h 1065334"/>
                <a:gd name="connsiteX7" fmla="*/ 105641 w 930700"/>
                <a:gd name="connsiteY7" fmla="*/ 17677 h 1065334"/>
                <a:gd name="connsiteX8" fmla="*/ 372185 w 930700"/>
                <a:gd name="connsiteY8" fmla="*/ -261 h 1065334"/>
                <a:gd name="connsiteX9" fmla="*/ 310174 w 930700"/>
                <a:gd name="connsiteY9" fmla="*/ 61722 h 1065334"/>
                <a:gd name="connsiteX10" fmla="*/ 310174 w 930700"/>
                <a:gd name="connsiteY10" fmla="*/ 222154 h 1065334"/>
                <a:gd name="connsiteX11" fmla="*/ 620398 w 930700"/>
                <a:gd name="connsiteY11" fmla="*/ 532378 h 1065334"/>
                <a:gd name="connsiteX12" fmla="*/ 310174 w 930700"/>
                <a:gd name="connsiteY12" fmla="*/ 842574 h 1065334"/>
                <a:gd name="connsiteX13" fmla="*/ 310174 w 930700"/>
                <a:gd name="connsiteY13" fmla="*/ 1003062 h 1065334"/>
                <a:gd name="connsiteX14" fmla="*/ 372157 w 930700"/>
                <a:gd name="connsiteY14" fmla="*/ 1065045 h 1065334"/>
                <a:gd name="connsiteX15" fmla="*/ 415865 w 930700"/>
                <a:gd name="connsiteY15" fmla="*/ 1047023 h 1065334"/>
                <a:gd name="connsiteX16" fmla="*/ 930622 w 930700"/>
                <a:gd name="connsiteY16" fmla="*/ 532378 h 1065334"/>
                <a:gd name="connsiteX17" fmla="*/ 416062 w 930700"/>
                <a:gd name="connsiteY17" fmla="*/ 17846 h 1065334"/>
                <a:gd name="connsiteX18" fmla="*/ 372185 w 930700"/>
                <a:gd name="connsiteY18" fmla="*/ -261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4">
                  <a:moveTo>
                    <a:pt x="310174" y="222154"/>
                  </a:moveTo>
                  <a:lnTo>
                    <a:pt x="310174" y="842546"/>
                  </a:lnTo>
                  <a:lnTo>
                    <a:pt x="106118" y="1046630"/>
                  </a:lnTo>
                  <a:cubicBezTo>
                    <a:pt x="94496" y="1058448"/>
                    <a:pt x="78607" y="1065073"/>
                    <a:pt x="62045" y="1065073"/>
                  </a:cubicBezTo>
                  <a:cubicBezTo>
                    <a:pt x="27741" y="1064989"/>
                    <a:pt x="-51" y="1037142"/>
                    <a:pt x="-78" y="1002838"/>
                  </a:cubicBezTo>
                  <a:lnTo>
                    <a:pt x="-78" y="61722"/>
                  </a:lnTo>
                  <a:cubicBezTo>
                    <a:pt x="-23" y="27446"/>
                    <a:pt x="27797" y="-317"/>
                    <a:pt x="62073" y="-261"/>
                  </a:cubicBezTo>
                  <a:cubicBezTo>
                    <a:pt x="78383" y="-233"/>
                    <a:pt x="94047" y="6196"/>
                    <a:pt x="105641" y="17677"/>
                  </a:cubicBezTo>
                  <a:close/>
                  <a:moveTo>
                    <a:pt x="372185" y="-261"/>
                  </a:moveTo>
                  <a:cubicBezTo>
                    <a:pt x="337937" y="-261"/>
                    <a:pt x="310202" y="27474"/>
                    <a:pt x="310174" y="61722"/>
                  </a:cubicBezTo>
                  <a:lnTo>
                    <a:pt x="310174" y="222154"/>
                  </a:lnTo>
                  <a:lnTo>
                    <a:pt x="620398" y="532378"/>
                  </a:lnTo>
                  <a:lnTo>
                    <a:pt x="310174" y="842574"/>
                  </a:lnTo>
                  <a:lnTo>
                    <a:pt x="310174" y="1003062"/>
                  </a:lnTo>
                  <a:cubicBezTo>
                    <a:pt x="310174" y="1037282"/>
                    <a:pt x="337909" y="1065045"/>
                    <a:pt x="372157" y="1065045"/>
                  </a:cubicBezTo>
                  <a:cubicBezTo>
                    <a:pt x="388523" y="1065073"/>
                    <a:pt x="404243" y="1058589"/>
                    <a:pt x="415865" y="1047023"/>
                  </a:cubicBezTo>
                  <a:lnTo>
                    <a:pt x="930622" y="532378"/>
                  </a:lnTo>
                  <a:lnTo>
                    <a:pt x="416062" y="17846"/>
                  </a:lnTo>
                  <a:cubicBezTo>
                    <a:pt x="404440" y="6196"/>
                    <a:pt x="388635" y="-317"/>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25" name="Graphic 168">
              <a:extLst>
                <a:ext uri="{FF2B5EF4-FFF2-40B4-BE49-F238E27FC236}">
                  <a16:creationId xmlns:a16="http://schemas.microsoft.com/office/drawing/2014/main" id="{D9CE0672-5F10-4A7C-8930-3BDAFBDE6B28}"/>
                </a:ext>
              </a:extLst>
            </p:cNvPr>
            <p:cNvSpPr/>
            <p:nvPr/>
          </p:nvSpPr>
          <p:spPr>
            <a:xfrm>
              <a:off x="7717141" y="2896360"/>
              <a:ext cx="930672" cy="1065356"/>
            </a:xfrm>
            <a:custGeom>
              <a:avLst/>
              <a:gdLst>
                <a:gd name="connsiteX0" fmla="*/ 310146 w 930672"/>
                <a:gd name="connsiteY0" fmla="*/ 222154 h 1065356"/>
                <a:gd name="connsiteX1" fmla="*/ 310146 w 930672"/>
                <a:gd name="connsiteY1" fmla="*/ 842546 h 1065356"/>
                <a:gd name="connsiteX2" fmla="*/ 106119 w 930672"/>
                <a:gd name="connsiteY2" fmla="*/ 1046630 h 1065356"/>
                <a:gd name="connsiteX3" fmla="*/ 18393 w 930672"/>
                <a:gd name="connsiteY3" fmla="*/ 1047219 h 1065356"/>
                <a:gd name="connsiteX4" fmla="*/ -78 w 930672"/>
                <a:gd name="connsiteY4" fmla="*/ 1002838 h 1065356"/>
                <a:gd name="connsiteX5" fmla="*/ -78 w 930672"/>
                <a:gd name="connsiteY5" fmla="*/ 61722 h 1065356"/>
                <a:gd name="connsiteX6" fmla="*/ 62073 w 930672"/>
                <a:gd name="connsiteY6" fmla="*/ -261 h 1065356"/>
                <a:gd name="connsiteX7" fmla="*/ 105641 w 930672"/>
                <a:gd name="connsiteY7" fmla="*/ 17677 h 1065356"/>
                <a:gd name="connsiteX8" fmla="*/ 372157 w 930672"/>
                <a:gd name="connsiteY8" fmla="*/ -261 h 1065356"/>
                <a:gd name="connsiteX9" fmla="*/ 310146 w 930672"/>
                <a:gd name="connsiteY9" fmla="*/ 61722 h 1065356"/>
                <a:gd name="connsiteX10" fmla="*/ 310146 w 930672"/>
                <a:gd name="connsiteY10" fmla="*/ 222154 h 1065356"/>
                <a:gd name="connsiteX11" fmla="*/ 620370 w 930672"/>
                <a:gd name="connsiteY11" fmla="*/ 532378 h 1065356"/>
                <a:gd name="connsiteX12" fmla="*/ 310146 w 930672"/>
                <a:gd name="connsiteY12" fmla="*/ 842574 h 1065356"/>
                <a:gd name="connsiteX13" fmla="*/ 310146 w 930672"/>
                <a:gd name="connsiteY13" fmla="*/ 1003062 h 1065356"/>
                <a:gd name="connsiteX14" fmla="*/ 372185 w 930672"/>
                <a:gd name="connsiteY14" fmla="*/ 1065045 h 1065356"/>
                <a:gd name="connsiteX15" fmla="*/ 415865 w 930672"/>
                <a:gd name="connsiteY15" fmla="*/ 1047023 h 1065356"/>
                <a:gd name="connsiteX16" fmla="*/ 930594 w 930672"/>
                <a:gd name="connsiteY16" fmla="*/ 532378 h 1065356"/>
                <a:gd name="connsiteX17" fmla="*/ 416062 w 930672"/>
                <a:gd name="connsiteY17" fmla="*/ 17846 h 1065356"/>
                <a:gd name="connsiteX18" fmla="*/ 372157 w 930672"/>
                <a:gd name="connsiteY18" fmla="*/ -261 h 1065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72" h="1065356">
                  <a:moveTo>
                    <a:pt x="310146" y="222154"/>
                  </a:moveTo>
                  <a:lnTo>
                    <a:pt x="310146" y="842546"/>
                  </a:lnTo>
                  <a:lnTo>
                    <a:pt x="106119" y="1046630"/>
                  </a:lnTo>
                  <a:cubicBezTo>
                    <a:pt x="82061" y="1071024"/>
                    <a:pt x="42760" y="1071277"/>
                    <a:pt x="18393" y="1047219"/>
                  </a:cubicBezTo>
                  <a:cubicBezTo>
                    <a:pt x="6519" y="1035513"/>
                    <a:pt x="-134" y="1019512"/>
                    <a:pt x="-78" y="1002838"/>
                  </a:cubicBezTo>
                  <a:lnTo>
                    <a:pt x="-78" y="61722"/>
                  </a:lnTo>
                  <a:cubicBezTo>
                    <a:pt x="-22" y="27446"/>
                    <a:pt x="27797" y="-317"/>
                    <a:pt x="62073" y="-261"/>
                  </a:cubicBezTo>
                  <a:cubicBezTo>
                    <a:pt x="78383" y="-233"/>
                    <a:pt x="94048" y="6196"/>
                    <a:pt x="105641" y="17677"/>
                  </a:cubicBezTo>
                  <a:close/>
                  <a:moveTo>
                    <a:pt x="372157" y="-261"/>
                  </a:moveTo>
                  <a:cubicBezTo>
                    <a:pt x="337909" y="-261"/>
                    <a:pt x="310174" y="27474"/>
                    <a:pt x="310146" y="61722"/>
                  </a:cubicBezTo>
                  <a:lnTo>
                    <a:pt x="310146" y="222154"/>
                  </a:lnTo>
                  <a:lnTo>
                    <a:pt x="620370" y="532378"/>
                  </a:lnTo>
                  <a:lnTo>
                    <a:pt x="310146" y="842574"/>
                  </a:lnTo>
                  <a:lnTo>
                    <a:pt x="310146" y="1003062"/>
                  </a:lnTo>
                  <a:cubicBezTo>
                    <a:pt x="310174" y="1037310"/>
                    <a:pt x="337937" y="1065073"/>
                    <a:pt x="372185" y="1065045"/>
                  </a:cubicBezTo>
                  <a:cubicBezTo>
                    <a:pt x="388551" y="1065045"/>
                    <a:pt x="404244" y="1058561"/>
                    <a:pt x="415865" y="1047023"/>
                  </a:cubicBezTo>
                  <a:lnTo>
                    <a:pt x="930594" y="532378"/>
                  </a:lnTo>
                  <a:lnTo>
                    <a:pt x="416062" y="17846"/>
                  </a:lnTo>
                  <a:cubicBezTo>
                    <a:pt x="404412" y="6196"/>
                    <a:pt x="388607" y="-317"/>
                    <a:pt x="372157"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26" name="Graphic 168">
              <a:extLst>
                <a:ext uri="{FF2B5EF4-FFF2-40B4-BE49-F238E27FC236}">
                  <a16:creationId xmlns:a16="http://schemas.microsoft.com/office/drawing/2014/main" id="{A81E4B94-402A-429E-82FA-4F2042E89879}"/>
                </a:ext>
              </a:extLst>
            </p:cNvPr>
            <p:cNvSpPr/>
            <p:nvPr/>
          </p:nvSpPr>
          <p:spPr>
            <a:xfrm>
              <a:off x="8725517" y="2896360"/>
              <a:ext cx="930616" cy="1065334"/>
            </a:xfrm>
            <a:custGeom>
              <a:avLst/>
              <a:gdLst>
                <a:gd name="connsiteX0" fmla="*/ 310146 w 930616"/>
                <a:gd name="connsiteY0" fmla="*/ 222154 h 1065334"/>
                <a:gd name="connsiteX1" fmla="*/ 310146 w 930616"/>
                <a:gd name="connsiteY1" fmla="*/ 842546 h 1065334"/>
                <a:gd name="connsiteX2" fmla="*/ 106118 w 930616"/>
                <a:gd name="connsiteY2" fmla="*/ 1046630 h 1065334"/>
                <a:gd name="connsiteX3" fmla="*/ 62045 w 930616"/>
                <a:gd name="connsiteY3" fmla="*/ 1065073 h 1065334"/>
                <a:gd name="connsiteX4" fmla="*/ -78 w 930616"/>
                <a:gd name="connsiteY4" fmla="*/ 1002838 h 1065334"/>
                <a:gd name="connsiteX5" fmla="*/ -78 w 930616"/>
                <a:gd name="connsiteY5" fmla="*/ 61722 h 1065334"/>
                <a:gd name="connsiteX6" fmla="*/ 62073 w 930616"/>
                <a:gd name="connsiteY6" fmla="*/ -261 h 1065334"/>
                <a:gd name="connsiteX7" fmla="*/ 105641 w 930616"/>
                <a:gd name="connsiteY7" fmla="*/ 17677 h 1065334"/>
                <a:gd name="connsiteX8" fmla="*/ 372157 w 930616"/>
                <a:gd name="connsiteY8" fmla="*/ -261 h 1065334"/>
                <a:gd name="connsiteX9" fmla="*/ 310146 w 930616"/>
                <a:gd name="connsiteY9" fmla="*/ 61722 h 1065334"/>
                <a:gd name="connsiteX10" fmla="*/ 310146 w 930616"/>
                <a:gd name="connsiteY10" fmla="*/ 222154 h 1065334"/>
                <a:gd name="connsiteX11" fmla="*/ 620370 w 930616"/>
                <a:gd name="connsiteY11" fmla="*/ 532378 h 1065334"/>
                <a:gd name="connsiteX12" fmla="*/ 310146 w 930616"/>
                <a:gd name="connsiteY12" fmla="*/ 842574 h 1065334"/>
                <a:gd name="connsiteX13" fmla="*/ 310146 w 930616"/>
                <a:gd name="connsiteY13" fmla="*/ 1003062 h 1065334"/>
                <a:gd name="connsiteX14" fmla="*/ 372129 w 930616"/>
                <a:gd name="connsiteY14" fmla="*/ 1065045 h 1065334"/>
                <a:gd name="connsiteX15" fmla="*/ 415837 w 930616"/>
                <a:gd name="connsiteY15" fmla="*/ 1047023 h 1065334"/>
                <a:gd name="connsiteX16" fmla="*/ 930538 w 930616"/>
                <a:gd name="connsiteY16" fmla="*/ 532378 h 1065334"/>
                <a:gd name="connsiteX17" fmla="*/ 415977 w 930616"/>
                <a:gd name="connsiteY17" fmla="*/ 17846 h 1065334"/>
                <a:gd name="connsiteX18" fmla="*/ 372101 w 930616"/>
                <a:gd name="connsiteY18" fmla="*/ -261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16" h="1065334">
                  <a:moveTo>
                    <a:pt x="310146" y="222154"/>
                  </a:moveTo>
                  <a:lnTo>
                    <a:pt x="310146" y="842546"/>
                  </a:lnTo>
                  <a:lnTo>
                    <a:pt x="106118" y="1046630"/>
                  </a:lnTo>
                  <a:cubicBezTo>
                    <a:pt x="94496" y="1058448"/>
                    <a:pt x="78608" y="1065073"/>
                    <a:pt x="62045" y="1065073"/>
                  </a:cubicBezTo>
                  <a:cubicBezTo>
                    <a:pt x="27741" y="1064989"/>
                    <a:pt x="-50" y="1037142"/>
                    <a:pt x="-78" y="1002838"/>
                  </a:cubicBezTo>
                  <a:lnTo>
                    <a:pt x="-78" y="61722"/>
                  </a:lnTo>
                  <a:cubicBezTo>
                    <a:pt x="-22" y="27446"/>
                    <a:pt x="27797" y="-317"/>
                    <a:pt x="62073" y="-261"/>
                  </a:cubicBezTo>
                  <a:cubicBezTo>
                    <a:pt x="78383" y="-233"/>
                    <a:pt x="94047" y="6196"/>
                    <a:pt x="105641" y="17677"/>
                  </a:cubicBezTo>
                  <a:close/>
                  <a:moveTo>
                    <a:pt x="372157" y="-261"/>
                  </a:moveTo>
                  <a:cubicBezTo>
                    <a:pt x="337909" y="-261"/>
                    <a:pt x="310174" y="27474"/>
                    <a:pt x="310146" y="61722"/>
                  </a:cubicBezTo>
                  <a:lnTo>
                    <a:pt x="310146" y="222154"/>
                  </a:lnTo>
                  <a:lnTo>
                    <a:pt x="620370" y="532378"/>
                  </a:lnTo>
                  <a:lnTo>
                    <a:pt x="310146" y="842574"/>
                  </a:lnTo>
                  <a:lnTo>
                    <a:pt x="310146" y="1003062"/>
                  </a:lnTo>
                  <a:cubicBezTo>
                    <a:pt x="310146" y="1037282"/>
                    <a:pt x="337881" y="1065045"/>
                    <a:pt x="372129" y="1065045"/>
                  </a:cubicBezTo>
                  <a:cubicBezTo>
                    <a:pt x="388495" y="1065073"/>
                    <a:pt x="404215" y="1058589"/>
                    <a:pt x="415837" y="1047023"/>
                  </a:cubicBezTo>
                  <a:lnTo>
                    <a:pt x="930538" y="532378"/>
                  </a:lnTo>
                  <a:lnTo>
                    <a:pt x="415977" y="17846"/>
                  </a:lnTo>
                  <a:cubicBezTo>
                    <a:pt x="404356" y="6196"/>
                    <a:pt x="388551" y="-317"/>
                    <a:pt x="372101"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27" name="Graphic 168">
              <a:extLst>
                <a:ext uri="{FF2B5EF4-FFF2-40B4-BE49-F238E27FC236}">
                  <a16:creationId xmlns:a16="http://schemas.microsoft.com/office/drawing/2014/main" id="{564A38B1-1990-4AAE-8D33-FCD269D8DB0A}"/>
                </a:ext>
              </a:extLst>
            </p:cNvPr>
            <p:cNvSpPr/>
            <p:nvPr/>
          </p:nvSpPr>
          <p:spPr>
            <a:xfrm>
              <a:off x="9733893" y="2896360"/>
              <a:ext cx="930700" cy="1065339"/>
            </a:xfrm>
            <a:custGeom>
              <a:avLst/>
              <a:gdLst>
                <a:gd name="connsiteX0" fmla="*/ 310174 w 930700"/>
                <a:gd name="connsiteY0" fmla="*/ 222154 h 1065339"/>
                <a:gd name="connsiteX1" fmla="*/ 310174 w 930700"/>
                <a:gd name="connsiteY1" fmla="*/ 842546 h 1065339"/>
                <a:gd name="connsiteX2" fmla="*/ 106147 w 930700"/>
                <a:gd name="connsiteY2" fmla="*/ 1046630 h 1065339"/>
                <a:gd name="connsiteX3" fmla="*/ 18365 w 930700"/>
                <a:gd name="connsiteY3" fmla="*/ 1047163 h 1065339"/>
                <a:gd name="connsiteX4" fmla="*/ -78 w 930700"/>
                <a:gd name="connsiteY4" fmla="*/ 1002838 h 1065339"/>
                <a:gd name="connsiteX5" fmla="*/ -78 w 930700"/>
                <a:gd name="connsiteY5" fmla="*/ 61722 h 1065339"/>
                <a:gd name="connsiteX6" fmla="*/ 62074 w 930700"/>
                <a:gd name="connsiteY6" fmla="*/ -261 h 1065339"/>
                <a:gd name="connsiteX7" fmla="*/ 105642 w 930700"/>
                <a:gd name="connsiteY7" fmla="*/ 17677 h 1065339"/>
                <a:gd name="connsiteX8" fmla="*/ 372186 w 930700"/>
                <a:gd name="connsiteY8" fmla="*/ -261 h 1065339"/>
                <a:gd name="connsiteX9" fmla="*/ 310174 w 930700"/>
                <a:gd name="connsiteY9" fmla="*/ 61722 h 1065339"/>
                <a:gd name="connsiteX10" fmla="*/ 310174 w 930700"/>
                <a:gd name="connsiteY10" fmla="*/ 222154 h 1065339"/>
                <a:gd name="connsiteX11" fmla="*/ 620398 w 930700"/>
                <a:gd name="connsiteY11" fmla="*/ 532378 h 1065339"/>
                <a:gd name="connsiteX12" fmla="*/ 310174 w 930700"/>
                <a:gd name="connsiteY12" fmla="*/ 842574 h 1065339"/>
                <a:gd name="connsiteX13" fmla="*/ 310174 w 930700"/>
                <a:gd name="connsiteY13" fmla="*/ 1003062 h 1065339"/>
                <a:gd name="connsiteX14" fmla="*/ 372214 w 930700"/>
                <a:gd name="connsiteY14" fmla="*/ 1065045 h 1065339"/>
                <a:gd name="connsiteX15" fmla="*/ 415893 w 930700"/>
                <a:gd name="connsiteY15" fmla="*/ 1047023 h 1065339"/>
                <a:gd name="connsiteX16" fmla="*/ 930623 w 930700"/>
                <a:gd name="connsiteY16" fmla="*/ 532378 h 1065339"/>
                <a:gd name="connsiteX17" fmla="*/ 416062 w 930700"/>
                <a:gd name="connsiteY17" fmla="*/ 17846 h 1065339"/>
                <a:gd name="connsiteX18" fmla="*/ 372186 w 930700"/>
                <a:gd name="connsiteY18" fmla="*/ -261 h 1065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9">
                  <a:moveTo>
                    <a:pt x="310174" y="222154"/>
                  </a:moveTo>
                  <a:lnTo>
                    <a:pt x="310174" y="842546"/>
                  </a:lnTo>
                  <a:lnTo>
                    <a:pt x="106147" y="1046630"/>
                  </a:lnTo>
                  <a:cubicBezTo>
                    <a:pt x="82061" y="1071024"/>
                    <a:pt x="42760" y="1071249"/>
                    <a:pt x="18365" y="1047163"/>
                  </a:cubicBezTo>
                  <a:cubicBezTo>
                    <a:pt x="6519" y="1035457"/>
                    <a:pt x="-134" y="1019484"/>
                    <a:pt x="-78" y="1002838"/>
                  </a:cubicBezTo>
                  <a:lnTo>
                    <a:pt x="-78" y="61722"/>
                  </a:lnTo>
                  <a:cubicBezTo>
                    <a:pt x="-22" y="27446"/>
                    <a:pt x="27797" y="-317"/>
                    <a:pt x="62074" y="-261"/>
                  </a:cubicBezTo>
                  <a:cubicBezTo>
                    <a:pt x="78383" y="-233"/>
                    <a:pt x="94048" y="6196"/>
                    <a:pt x="105642" y="17677"/>
                  </a:cubicBezTo>
                  <a:close/>
                  <a:moveTo>
                    <a:pt x="372186" y="-261"/>
                  </a:moveTo>
                  <a:cubicBezTo>
                    <a:pt x="337938" y="-261"/>
                    <a:pt x="310202" y="27474"/>
                    <a:pt x="310174" y="61722"/>
                  </a:cubicBezTo>
                  <a:lnTo>
                    <a:pt x="310174" y="222154"/>
                  </a:lnTo>
                  <a:lnTo>
                    <a:pt x="620398" y="532378"/>
                  </a:lnTo>
                  <a:lnTo>
                    <a:pt x="310174" y="842574"/>
                  </a:lnTo>
                  <a:lnTo>
                    <a:pt x="310174" y="1003062"/>
                  </a:lnTo>
                  <a:cubicBezTo>
                    <a:pt x="310202" y="1037310"/>
                    <a:pt x="337966" y="1065073"/>
                    <a:pt x="372214" y="1065045"/>
                  </a:cubicBezTo>
                  <a:cubicBezTo>
                    <a:pt x="388579" y="1065045"/>
                    <a:pt x="404272" y="1058561"/>
                    <a:pt x="415893" y="1047023"/>
                  </a:cubicBezTo>
                  <a:lnTo>
                    <a:pt x="930623" y="532378"/>
                  </a:lnTo>
                  <a:lnTo>
                    <a:pt x="416062" y="17846"/>
                  </a:lnTo>
                  <a:cubicBezTo>
                    <a:pt x="404440" y="6196"/>
                    <a:pt x="388635" y="-317"/>
                    <a:pt x="372186"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28" name="Graphic 168">
              <a:extLst>
                <a:ext uri="{FF2B5EF4-FFF2-40B4-BE49-F238E27FC236}">
                  <a16:creationId xmlns:a16="http://schemas.microsoft.com/office/drawing/2014/main" id="{17B77E5E-3E30-4154-9659-1AA69C6D01AD}"/>
                </a:ext>
              </a:extLst>
            </p:cNvPr>
            <p:cNvSpPr/>
            <p:nvPr/>
          </p:nvSpPr>
          <p:spPr>
            <a:xfrm>
              <a:off x="10742297" y="2896360"/>
              <a:ext cx="930841" cy="1065334"/>
            </a:xfrm>
            <a:custGeom>
              <a:avLst/>
              <a:gdLst>
                <a:gd name="connsiteX0" fmla="*/ 310174 w 930841"/>
                <a:gd name="connsiteY0" fmla="*/ 222154 h 1065334"/>
                <a:gd name="connsiteX1" fmla="*/ 310174 w 930841"/>
                <a:gd name="connsiteY1" fmla="*/ 842546 h 1065334"/>
                <a:gd name="connsiteX2" fmla="*/ 106118 w 930841"/>
                <a:gd name="connsiteY2" fmla="*/ 1046630 h 1065334"/>
                <a:gd name="connsiteX3" fmla="*/ 62045 w 930841"/>
                <a:gd name="connsiteY3" fmla="*/ 1065073 h 1065334"/>
                <a:gd name="connsiteX4" fmla="*/ -78 w 930841"/>
                <a:gd name="connsiteY4" fmla="*/ 1002838 h 1065334"/>
                <a:gd name="connsiteX5" fmla="*/ -78 w 930841"/>
                <a:gd name="connsiteY5" fmla="*/ 61722 h 1065334"/>
                <a:gd name="connsiteX6" fmla="*/ 62073 w 930841"/>
                <a:gd name="connsiteY6" fmla="*/ -261 h 1065334"/>
                <a:gd name="connsiteX7" fmla="*/ 105641 w 930841"/>
                <a:gd name="connsiteY7" fmla="*/ 17677 h 1065334"/>
                <a:gd name="connsiteX8" fmla="*/ 372185 w 930841"/>
                <a:gd name="connsiteY8" fmla="*/ -261 h 1065334"/>
                <a:gd name="connsiteX9" fmla="*/ 310174 w 930841"/>
                <a:gd name="connsiteY9" fmla="*/ 61722 h 1065334"/>
                <a:gd name="connsiteX10" fmla="*/ 310174 w 930841"/>
                <a:gd name="connsiteY10" fmla="*/ 222154 h 1065334"/>
                <a:gd name="connsiteX11" fmla="*/ 620539 w 930841"/>
                <a:gd name="connsiteY11" fmla="*/ 532378 h 1065334"/>
                <a:gd name="connsiteX12" fmla="*/ 310314 w 930841"/>
                <a:gd name="connsiteY12" fmla="*/ 842574 h 1065334"/>
                <a:gd name="connsiteX13" fmla="*/ 310314 w 930841"/>
                <a:gd name="connsiteY13" fmla="*/ 1003062 h 1065334"/>
                <a:gd name="connsiteX14" fmla="*/ 372298 w 930841"/>
                <a:gd name="connsiteY14" fmla="*/ 1065045 h 1065334"/>
                <a:gd name="connsiteX15" fmla="*/ 416005 w 930841"/>
                <a:gd name="connsiteY15" fmla="*/ 1047023 h 1065334"/>
                <a:gd name="connsiteX16" fmla="*/ 930763 w 930841"/>
                <a:gd name="connsiteY16" fmla="*/ 532378 h 1065334"/>
                <a:gd name="connsiteX17" fmla="*/ 416202 w 930841"/>
                <a:gd name="connsiteY17" fmla="*/ 17846 h 1065334"/>
                <a:gd name="connsiteX18" fmla="*/ 372326 w 930841"/>
                <a:gd name="connsiteY18" fmla="*/ -261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841" h="1065334">
                  <a:moveTo>
                    <a:pt x="310174" y="222154"/>
                  </a:moveTo>
                  <a:lnTo>
                    <a:pt x="310174" y="842546"/>
                  </a:lnTo>
                  <a:lnTo>
                    <a:pt x="106118" y="1046630"/>
                  </a:lnTo>
                  <a:cubicBezTo>
                    <a:pt x="94497" y="1058448"/>
                    <a:pt x="78608" y="1065073"/>
                    <a:pt x="62045" y="1065073"/>
                  </a:cubicBezTo>
                  <a:cubicBezTo>
                    <a:pt x="27741" y="1064989"/>
                    <a:pt x="-50" y="1037142"/>
                    <a:pt x="-78" y="1002838"/>
                  </a:cubicBezTo>
                  <a:lnTo>
                    <a:pt x="-78" y="61722"/>
                  </a:lnTo>
                  <a:cubicBezTo>
                    <a:pt x="-22" y="27446"/>
                    <a:pt x="27798" y="-317"/>
                    <a:pt x="62073" y="-261"/>
                  </a:cubicBezTo>
                  <a:cubicBezTo>
                    <a:pt x="78383" y="-233"/>
                    <a:pt x="94047" y="6196"/>
                    <a:pt x="105641" y="17677"/>
                  </a:cubicBezTo>
                  <a:close/>
                  <a:moveTo>
                    <a:pt x="372185" y="-261"/>
                  </a:moveTo>
                  <a:cubicBezTo>
                    <a:pt x="337938" y="-261"/>
                    <a:pt x="310202" y="27474"/>
                    <a:pt x="310174" y="61722"/>
                  </a:cubicBezTo>
                  <a:lnTo>
                    <a:pt x="310174" y="222154"/>
                  </a:lnTo>
                  <a:lnTo>
                    <a:pt x="620539" y="532378"/>
                  </a:lnTo>
                  <a:lnTo>
                    <a:pt x="310314" y="842574"/>
                  </a:lnTo>
                  <a:lnTo>
                    <a:pt x="310314" y="1003062"/>
                  </a:lnTo>
                  <a:cubicBezTo>
                    <a:pt x="310314" y="1037282"/>
                    <a:pt x="338050" y="1065045"/>
                    <a:pt x="372298" y="1065045"/>
                  </a:cubicBezTo>
                  <a:cubicBezTo>
                    <a:pt x="388663" y="1065073"/>
                    <a:pt x="404384" y="1058589"/>
                    <a:pt x="416005" y="1047023"/>
                  </a:cubicBezTo>
                  <a:lnTo>
                    <a:pt x="930763" y="532378"/>
                  </a:lnTo>
                  <a:lnTo>
                    <a:pt x="416202" y="17846"/>
                  </a:lnTo>
                  <a:cubicBezTo>
                    <a:pt x="404581" y="6196"/>
                    <a:pt x="388776" y="-317"/>
                    <a:pt x="372326"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29" name="Graphic 168">
              <a:extLst>
                <a:ext uri="{FF2B5EF4-FFF2-40B4-BE49-F238E27FC236}">
                  <a16:creationId xmlns:a16="http://schemas.microsoft.com/office/drawing/2014/main" id="{1401FCB4-60AC-4228-A969-8B158A69FFED}"/>
                </a:ext>
              </a:extLst>
            </p:cNvPr>
            <p:cNvSpPr/>
            <p:nvPr/>
          </p:nvSpPr>
          <p:spPr>
            <a:xfrm>
              <a:off x="11750756" y="2896360"/>
              <a:ext cx="930616" cy="1065339"/>
            </a:xfrm>
            <a:custGeom>
              <a:avLst/>
              <a:gdLst>
                <a:gd name="connsiteX0" fmla="*/ 310090 w 930616"/>
                <a:gd name="connsiteY0" fmla="*/ 222154 h 1065339"/>
                <a:gd name="connsiteX1" fmla="*/ 310090 w 930616"/>
                <a:gd name="connsiteY1" fmla="*/ 842546 h 1065339"/>
                <a:gd name="connsiteX2" fmla="*/ 106147 w 930616"/>
                <a:gd name="connsiteY2" fmla="*/ 1046630 h 1065339"/>
                <a:gd name="connsiteX3" fmla="*/ 18365 w 930616"/>
                <a:gd name="connsiteY3" fmla="*/ 1047163 h 1065339"/>
                <a:gd name="connsiteX4" fmla="*/ -78 w 930616"/>
                <a:gd name="connsiteY4" fmla="*/ 1002838 h 1065339"/>
                <a:gd name="connsiteX5" fmla="*/ -78 w 930616"/>
                <a:gd name="connsiteY5" fmla="*/ 61722 h 1065339"/>
                <a:gd name="connsiteX6" fmla="*/ 62074 w 930616"/>
                <a:gd name="connsiteY6" fmla="*/ -261 h 1065339"/>
                <a:gd name="connsiteX7" fmla="*/ 105642 w 930616"/>
                <a:gd name="connsiteY7" fmla="*/ 17677 h 1065339"/>
                <a:gd name="connsiteX8" fmla="*/ 372101 w 930616"/>
                <a:gd name="connsiteY8" fmla="*/ -261 h 1065339"/>
                <a:gd name="connsiteX9" fmla="*/ 310090 w 930616"/>
                <a:gd name="connsiteY9" fmla="*/ 61722 h 1065339"/>
                <a:gd name="connsiteX10" fmla="*/ 310090 w 930616"/>
                <a:gd name="connsiteY10" fmla="*/ 222154 h 1065339"/>
                <a:gd name="connsiteX11" fmla="*/ 620314 w 930616"/>
                <a:gd name="connsiteY11" fmla="*/ 532378 h 1065339"/>
                <a:gd name="connsiteX12" fmla="*/ 310090 w 930616"/>
                <a:gd name="connsiteY12" fmla="*/ 842574 h 1065339"/>
                <a:gd name="connsiteX13" fmla="*/ 310090 w 930616"/>
                <a:gd name="connsiteY13" fmla="*/ 1003062 h 1065339"/>
                <a:gd name="connsiteX14" fmla="*/ 372129 w 930616"/>
                <a:gd name="connsiteY14" fmla="*/ 1065045 h 1065339"/>
                <a:gd name="connsiteX15" fmla="*/ 415810 w 930616"/>
                <a:gd name="connsiteY15" fmla="*/ 1047023 h 1065339"/>
                <a:gd name="connsiteX16" fmla="*/ 930538 w 930616"/>
                <a:gd name="connsiteY16" fmla="*/ 532378 h 1065339"/>
                <a:gd name="connsiteX17" fmla="*/ 415978 w 930616"/>
                <a:gd name="connsiteY17" fmla="*/ 17846 h 1065339"/>
                <a:gd name="connsiteX18" fmla="*/ 372101 w 930616"/>
                <a:gd name="connsiteY18" fmla="*/ -261 h 1065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16" h="1065339">
                  <a:moveTo>
                    <a:pt x="310090" y="222154"/>
                  </a:moveTo>
                  <a:lnTo>
                    <a:pt x="310090" y="842546"/>
                  </a:lnTo>
                  <a:lnTo>
                    <a:pt x="106147" y="1046630"/>
                  </a:lnTo>
                  <a:cubicBezTo>
                    <a:pt x="82061" y="1071024"/>
                    <a:pt x="42760" y="1071249"/>
                    <a:pt x="18365" y="1047163"/>
                  </a:cubicBezTo>
                  <a:cubicBezTo>
                    <a:pt x="6519" y="1035457"/>
                    <a:pt x="-134" y="1019484"/>
                    <a:pt x="-78" y="1002838"/>
                  </a:cubicBezTo>
                  <a:lnTo>
                    <a:pt x="-78" y="61722"/>
                  </a:lnTo>
                  <a:cubicBezTo>
                    <a:pt x="-22" y="27446"/>
                    <a:pt x="27798" y="-317"/>
                    <a:pt x="62074" y="-261"/>
                  </a:cubicBezTo>
                  <a:cubicBezTo>
                    <a:pt x="78384" y="-233"/>
                    <a:pt x="94048" y="6196"/>
                    <a:pt x="105642" y="17677"/>
                  </a:cubicBezTo>
                  <a:close/>
                  <a:moveTo>
                    <a:pt x="372101" y="-261"/>
                  </a:moveTo>
                  <a:cubicBezTo>
                    <a:pt x="337854" y="-261"/>
                    <a:pt x="310118" y="27474"/>
                    <a:pt x="310090" y="61722"/>
                  </a:cubicBezTo>
                  <a:lnTo>
                    <a:pt x="310090" y="222154"/>
                  </a:lnTo>
                  <a:lnTo>
                    <a:pt x="620314" y="532378"/>
                  </a:lnTo>
                  <a:lnTo>
                    <a:pt x="310090" y="842574"/>
                  </a:lnTo>
                  <a:lnTo>
                    <a:pt x="310090" y="1003062"/>
                  </a:lnTo>
                  <a:cubicBezTo>
                    <a:pt x="310118" y="1037310"/>
                    <a:pt x="337882" y="1065073"/>
                    <a:pt x="372129" y="1065045"/>
                  </a:cubicBezTo>
                  <a:cubicBezTo>
                    <a:pt x="388496" y="1065045"/>
                    <a:pt x="404187" y="1058561"/>
                    <a:pt x="415810" y="1047023"/>
                  </a:cubicBezTo>
                  <a:lnTo>
                    <a:pt x="930538" y="532378"/>
                  </a:lnTo>
                  <a:lnTo>
                    <a:pt x="415978" y="17846"/>
                  </a:lnTo>
                  <a:cubicBezTo>
                    <a:pt x="404356" y="6196"/>
                    <a:pt x="388552" y="-317"/>
                    <a:pt x="372101"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30" name="Graphic 168">
              <a:extLst>
                <a:ext uri="{FF2B5EF4-FFF2-40B4-BE49-F238E27FC236}">
                  <a16:creationId xmlns:a16="http://schemas.microsoft.com/office/drawing/2014/main" id="{F68F2857-8ED1-47B8-9AF7-739C13494AF2}"/>
                </a:ext>
              </a:extLst>
            </p:cNvPr>
            <p:cNvSpPr/>
            <p:nvPr/>
          </p:nvSpPr>
          <p:spPr>
            <a:xfrm>
              <a:off x="3528483" y="1753351"/>
              <a:ext cx="930701" cy="1065362"/>
            </a:xfrm>
            <a:custGeom>
              <a:avLst/>
              <a:gdLst>
                <a:gd name="connsiteX0" fmla="*/ 310146 w 930701"/>
                <a:gd name="connsiteY0" fmla="*/ 222154 h 1065362"/>
                <a:gd name="connsiteX1" fmla="*/ 310146 w 930701"/>
                <a:gd name="connsiteY1" fmla="*/ 842546 h 1065362"/>
                <a:gd name="connsiteX2" fmla="*/ 106119 w 930701"/>
                <a:gd name="connsiteY2" fmla="*/ 1046601 h 1065362"/>
                <a:gd name="connsiteX3" fmla="*/ 18385 w 930701"/>
                <a:gd name="connsiteY3" fmla="*/ 1047191 h 1065362"/>
                <a:gd name="connsiteX4" fmla="*/ -78 w 930701"/>
                <a:gd name="connsiteY4" fmla="*/ 1002809 h 1065362"/>
                <a:gd name="connsiteX5" fmla="*/ -78 w 930701"/>
                <a:gd name="connsiteY5" fmla="*/ 61778 h 1065362"/>
                <a:gd name="connsiteX6" fmla="*/ 62040 w 930701"/>
                <a:gd name="connsiteY6" fmla="*/ -239 h 1065362"/>
                <a:gd name="connsiteX7" fmla="*/ 105641 w 930701"/>
                <a:gd name="connsiteY7" fmla="*/ 17705 h 1065362"/>
                <a:gd name="connsiteX8" fmla="*/ 372185 w 930701"/>
                <a:gd name="connsiteY8" fmla="*/ -261 h 1065362"/>
                <a:gd name="connsiteX9" fmla="*/ 310174 w 930701"/>
                <a:gd name="connsiteY9" fmla="*/ 61750 h 1065362"/>
                <a:gd name="connsiteX10" fmla="*/ 310174 w 930701"/>
                <a:gd name="connsiteY10" fmla="*/ 61778 h 1065362"/>
                <a:gd name="connsiteX11" fmla="*/ 310174 w 930701"/>
                <a:gd name="connsiteY11" fmla="*/ 222182 h 1065362"/>
                <a:gd name="connsiteX12" fmla="*/ 620398 w 930701"/>
                <a:gd name="connsiteY12" fmla="*/ 532378 h 1065362"/>
                <a:gd name="connsiteX13" fmla="*/ 310174 w 930701"/>
                <a:gd name="connsiteY13" fmla="*/ 842602 h 1065362"/>
                <a:gd name="connsiteX14" fmla="*/ 310174 w 930701"/>
                <a:gd name="connsiteY14" fmla="*/ 1003090 h 1065362"/>
                <a:gd name="connsiteX15" fmla="*/ 372185 w 930701"/>
                <a:gd name="connsiteY15" fmla="*/ 1065101 h 1065362"/>
                <a:gd name="connsiteX16" fmla="*/ 415866 w 930701"/>
                <a:gd name="connsiteY16" fmla="*/ 1047107 h 1065362"/>
                <a:gd name="connsiteX17" fmla="*/ 930623 w 930701"/>
                <a:gd name="connsiteY17" fmla="*/ 532434 h 1065362"/>
                <a:gd name="connsiteX18" fmla="*/ 416062 w 930701"/>
                <a:gd name="connsiteY18" fmla="*/ 17845 h 1065362"/>
                <a:gd name="connsiteX19" fmla="*/ 372185 w 930701"/>
                <a:gd name="connsiteY19" fmla="*/ -261 h 1065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701" h="1065362">
                  <a:moveTo>
                    <a:pt x="310146" y="222154"/>
                  </a:moveTo>
                  <a:lnTo>
                    <a:pt x="310146" y="842546"/>
                  </a:lnTo>
                  <a:lnTo>
                    <a:pt x="106119" y="1046601"/>
                  </a:lnTo>
                  <a:cubicBezTo>
                    <a:pt x="82052" y="1070996"/>
                    <a:pt x="42771" y="1071249"/>
                    <a:pt x="18385" y="1047191"/>
                  </a:cubicBezTo>
                  <a:cubicBezTo>
                    <a:pt x="6519" y="1035485"/>
                    <a:pt x="-137" y="1019484"/>
                    <a:pt x="-78" y="1002809"/>
                  </a:cubicBezTo>
                  <a:lnTo>
                    <a:pt x="-78" y="61778"/>
                  </a:lnTo>
                  <a:cubicBezTo>
                    <a:pt x="-50" y="27499"/>
                    <a:pt x="27761" y="-267"/>
                    <a:pt x="62040" y="-239"/>
                  </a:cubicBezTo>
                  <a:cubicBezTo>
                    <a:pt x="78367" y="-225"/>
                    <a:pt x="94034" y="6221"/>
                    <a:pt x="105641" y="17705"/>
                  </a:cubicBezTo>
                  <a:close/>
                  <a:moveTo>
                    <a:pt x="372185" y="-261"/>
                  </a:moveTo>
                  <a:cubicBezTo>
                    <a:pt x="337938" y="-261"/>
                    <a:pt x="310174" y="27502"/>
                    <a:pt x="310174" y="61750"/>
                  </a:cubicBezTo>
                  <a:cubicBezTo>
                    <a:pt x="310174" y="61758"/>
                    <a:pt x="310174" y="61770"/>
                    <a:pt x="310174" y="61778"/>
                  </a:cubicBezTo>
                  <a:lnTo>
                    <a:pt x="310174" y="222182"/>
                  </a:lnTo>
                  <a:lnTo>
                    <a:pt x="620398" y="532378"/>
                  </a:lnTo>
                  <a:lnTo>
                    <a:pt x="310174" y="842602"/>
                  </a:lnTo>
                  <a:lnTo>
                    <a:pt x="310174" y="1003090"/>
                  </a:lnTo>
                  <a:cubicBezTo>
                    <a:pt x="310174" y="1037338"/>
                    <a:pt x="337938" y="1065101"/>
                    <a:pt x="372185" y="1065101"/>
                  </a:cubicBezTo>
                  <a:cubicBezTo>
                    <a:pt x="388549" y="1065101"/>
                    <a:pt x="404249" y="1058644"/>
                    <a:pt x="415866" y="1047107"/>
                  </a:cubicBezTo>
                  <a:lnTo>
                    <a:pt x="930623" y="532434"/>
                  </a:lnTo>
                  <a:lnTo>
                    <a:pt x="416062" y="17845"/>
                  </a:lnTo>
                  <a:cubicBezTo>
                    <a:pt x="404432" y="6207"/>
                    <a:pt x="388638" y="-312"/>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31" name="Graphic 168">
              <a:extLst>
                <a:ext uri="{FF2B5EF4-FFF2-40B4-BE49-F238E27FC236}">
                  <a16:creationId xmlns:a16="http://schemas.microsoft.com/office/drawing/2014/main" id="{6AA1F77E-3A2B-4927-97A3-2CD3AEB6F423}"/>
                </a:ext>
              </a:extLst>
            </p:cNvPr>
            <p:cNvSpPr/>
            <p:nvPr/>
          </p:nvSpPr>
          <p:spPr>
            <a:xfrm>
              <a:off x="4536916" y="1753351"/>
              <a:ext cx="930700" cy="1065334"/>
            </a:xfrm>
            <a:custGeom>
              <a:avLst/>
              <a:gdLst>
                <a:gd name="connsiteX0" fmla="*/ 310146 w 930700"/>
                <a:gd name="connsiteY0" fmla="*/ 222154 h 1065334"/>
                <a:gd name="connsiteX1" fmla="*/ 310146 w 930700"/>
                <a:gd name="connsiteY1" fmla="*/ 842546 h 1065334"/>
                <a:gd name="connsiteX2" fmla="*/ 106118 w 930700"/>
                <a:gd name="connsiteY2" fmla="*/ 1046574 h 1065334"/>
                <a:gd name="connsiteX3" fmla="*/ 62045 w 930700"/>
                <a:gd name="connsiteY3" fmla="*/ 1065017 h 1065334"/>
                <a:gd name="connsiteX4" fmla="*/ -78 w 930700"/>
                <a:gd name="connsiteY4" fmla="*/ 1002781 h 1065334"/>
                <a:gd name="connsiteX5" fmla="*/ -78 w 930700"/>
                <a:gd name="connsiteY5" fmla="*/ 61778 h 1065334"/>
                <a:gd name="connsiteX6" fmla="*/ 62039 w 930700"/>
                <a:gd name="connsiteY6" fmla="*/ -239 h 1065334"/>
                <a:gd name="connsiteX7" fmla="*/ 105641 w 930700"/>
                <a:gd name="connsiteY7" fmla="*/ 17705 h 1065334"/>
                <a:gd name="connsiteX8" fmla="*/ 372157 w 930700"/>
                <a:gd name="connsiteY8" fmla="*/ -261 h 1065334"/>
                <a:gd name="connsiteX9" fmla="*/ 310174 w 930700"/>
                <a:gd name="connsiteY9" fmla="*/ 61778 h 1065334"/>
                <a:gd name="connsiteX10" fmla="*/ 310174 w 930700"/>
                <a:gd name="connsiteY10" fmla="*/ 222182 h 1065334"/>
                <a:gd name="connsiteX11" fmla="*/ 620398 w 930700"/>
                <a:gd name="connsiteY11" fmla="*/ 532406 h 1065334"/>
                <a:gd name="connsiteX12" fmla="*/ 310174 w 930700"/>
                <a:gd name="connsiteY12" fmla="*/ 842630 h 1065334"/>
                <a:gd name="connsiteX13" fmla="*/ 310174 w 930700"/>
                <a:gd name="connsiteY13" fmla="*/ 1003118 h 1065334"/>
                <a:gd name="connsiteX14" fmla="*/ 372241 w 930700"/>
                <a:gd name="connsiteY14" fmla="*/ 1065073 h 1065334"/>
                <a:gd name="connsiteX15" fmla="*/ 415865 w 930700"/>
                <a:gd name="connsiteY15" fmla="*/ 1047079 h 1065334"/>
                <a:gd name="connsiteX16" fmla="*/ 930622 w 930700"/>
                <a:gd name="connsiteY16" fmla="*/ 532406 h 1065334"/>
                <a:gd name="connsiteX17" fmla="*/ 416062 w 930700"/>
                <a:gd name="connsiteY17" fmla="*/ 17873 h 1065334"/>
                <a:gd name="connsiteX18" fmla="*/ 372157 w 930700"/>
                <a:gd name="connsiteY18" fmla="*/ -261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4">
                  <a:moveTo>
                    <a:pt x="310146" y="222154"/>
                  </a:moveTo>
                  <a:lnTo>
                    <a:pt x="310146" y="842546"/>
                  </a:lnTo>
                  <a:lnTo>
                    <a:pt x="106118" y="1046574"/>
                  </a:lnTo>
                  <a:cubicBezTo>
                    <a:pt x="94496" y="1058392"/>
                    <a:pt x="78616" y="1065045"/>
                    <a:pt x="62045" y="1065017"/>
                  </a:cubicBezTo>
                  <a:cubicBezTo>
                    <a:pt x="27730" y="1064933"/>
                    <a:pt x="-48" y="1037085"/>
                    <a:pt x="-78" y="1002781"/>
                  </a:cubicBezTo>
                  <a:lnTo>
                    <a:pt x="-78" y="61778"/>
                  </a:lnTo>
                  <a:cubicBezTo>
                    <a:pt x="-50" y="27499"/>
                    <a:pt x="27761" y="-267"/>
                    <a:pt x="62039" y="-239"/>
                  </a:cubicBezTo>
                  <a:cubicBezTo>
                    <a:pt x="78366" y="-225"/>
                    <a:pt x="94033" y="6221"/>
                    <a:pt x="105641" y="17705"/>
                  </a:cubicBezTo>
                  <a:close/>
                  <a:moveTo>
                    <a:pt x="372157" y="-261"/>
                  </a:moveTo>
                  <a:cubicBezTo>
                    <a:pt x="337909" y="-244"/>
                    <a:pt x="310146" y="27530"/>
                    <a:pt x="310174" y="61778"/>
                  </a:cubicBezTo>
                  <a:lnTo>
                    <a:pt x="310174" y="222182"/>
                  </a:lnTo>
                  <a:lnTo>
                    <a:pt x="620398" y="532406"/>
                  </a:lnTo>
                  <a:lnTo>
                    <a:pt x="310174" y="842630"/>
                  </a:lnTo>
                  <a:lnTo>
                    <a:pt x="310174" y="1003118"/>
                  </a:lnTo>
                  <a:cubicBezTo>
                    <a:pt x="310202" y="1037366"/>
                    <a:pt x="337993" y="1065101"/>
                    <a:pt x="372241" y="1065073"/>
                  </a:cubicBezTo>
                  <a:cubicBezTo>
                    <a:pt x="388579" y="1065073"/>
                    <a:pt x="404271" y="1058588"/>
                    <a:pt x="415865" y="1047079"/>
                  </a:cubicBezTo>
                  <a:lnTo>
                    <a:pt x="930622" y="532406"/>
                  </a:lnTo>
                  <a:lnTo>
                    <a:pt x="416062" y="17873"/>
                  </a:lnTo>
                  <a:cubicBezTo>
                    <a:pt x="404440" y="6218"/>
                    <a:pt x="388635" y="-312"/>
                    <a:pt x="372157"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32" name="Graphic 168">
              <a:extLst>
                <a:ext uri="{FF2B5EF4-FFF2-40B4-BE49-F238E27FC236}">
                  <a16:creationId xmlns:a16="http://schemas.microsoft.com/office/drawing/2014/main" id="{FF70BDE0-669C-43E7-A04A-ED36C2E74970}"/>
                </a:ext>
              </a:extLst>
            </p:cNvPr>
            <p:cNvSpPr/>
            <p:nvPr/>
          </p:nvSpPr>
          <p:spPr>
            <a:xfrm>
              <a:off x="5545348" y="1753351"/>
              <a:ext cx="930700" cy="1065362"/>
            </a:xfrm>
            <a:custGeom>
              <a:avLst/>
              <a:gdLst>
                <a:gd name="connsiteX0" fmla="*/ 310146 w 930700"/>
                <a:gd name="connsiteY0" fmla="*/ 222153 h 1065362"/>
                <a:gd name="connsiteX1" fmla="*/ 310146 w 930700"/>
                <a:gd name="connsiteY1" fmla="*/ 842546 h 1065362"/>
                <a:gd name="connsiteX2" fmla="*/ 106118 w 930700"/>
                <a:gd name="connsiteY2" fmla="*/ 1046573 h 1065362"/>
                <a:gd name="connsiteX3" fmla="*/ 62045 w 930700"/>
                <a:gd name="connsiteY3" fmla="*/ 1065017 h 1065362"/>
                <a:gd name="connsiteX4" fmla="*/ -78 w 930700"/>
                <a:gd name="connsiteY4" fmla="*/ 1002781 h 1065362"/>
                <a:gd name="connsiteX5" fmla="*/ -78 w 930700"/>
                <a:gd name="connsiteY5" fmla="*/ 61778 h 1065362"/>
                <a:gd name="connsiteX6" fmla="*/ 62045 w 930700"/>
                <a:gd name="connsiteY6" fmla="*/ -239 h 1065362"/>
                <a:gd name="connsiteX7" fmla="*/ 105641 w 930700"/>
                <a:gd name="connsiteY7" fmla="*/ 17705 h 1065362"/>
                <a:gd name="connsiteX8" fmla="*/ 372185 w 930700"/>
                <a:gd name="connsiteY8" fmla="*/ -261 h 1065362"/>
                <a:gd name="connsiteX9" fmla="*/ 310174 w 930700"/>
                <a:gd name="connsiteY9" fmla="*/ 61750 h 1065362"/>
                <a:gd name="connsiteX10" fmla="*/ 310174 w 930700"/>
                <a:gd name="connsiteY10" fmla="*/ 61778 h 1065362"/>
                <a:gd name="connsiteX11" fmla="*/ 310174 w 930700"/>
                <a:gd name="connsiteY11" fmla="*/ 222182 h 1065362"/>
                <a:gd name="connsiteX12" fmla="*/ 620398 w 930700"/>
                <a:gd name="connsiteY12" fmla="*/ 532406 h 1065362"/>
                <a:gd name="connsiteX13" fmla="*/ 310174 w 930700"/>
                <a:gd name="connsiteY13" fmla="*/ 842630 h 1065362"/>
                <a:gd name="connsiteX14" fmla="*/ 310174 w 930700"/>
                <a:gd name="connsiteY14" fmla="*/ 1003118 h 1065362"/>
                <a:gd name="connsiteX15" fmla="*/ 372213 w 930700"/>
                <a:gd name="connsiteY15" fmla="*/ 1065101 h 1065362"/>
                <a:gd name="connsiteX16" fmla="*/ 415865 w 930700"/>
                <a:gd name="connsiteY16" fmla="*/ 1047107 h 1065362"/>
                <a:gd name="connsiteX17" fmla="*/ 930622 w 930700"/>
                <a:gd name="connsiteY17" fmla="*/ 532434 h 1065362"/>
                <a:gd name="connsiteX18" fmla="*/ 416062 w 930700"/>
                <a:gd name="connsiteY18" fmla="*/ 17901 h 1065362"/>
                <a:gd name="connsiteX19" fmla="*/ 372185 w 930700"/>
                <a:gd name="connsiteY19" fmla="*/ -205 h 1065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700" h="1065362">
                  <a:moveTo>
                    <a:pt x="310146" y="222153"/>
                  </a:moveTo>
                  <a:lnTo>
                    <a:pt x="310146" y="842546"/>
                  </a:lnTo>
                  <a:lnTo>
                    <a:pt x="106118" y="1046573"/>
                  </a:lnTo>
                  <a:cubicBezTo>
                    <a:pt x="94496" y="1058392"/>
                    <a:pt x="78608" y="1065045"/>
                    <a:pt x="62045" y="1065017"/>
                  </a:cubicBezTo>
                  <a:cubicBezTo>
                    <a:pt x="27741" y="1064932"/>
                    <a:pt x="-50" y="1037085"/>
                    <a:pt x="-78" y="1002781"/>
                  </a:cubicBezTo>
                  <a:lnTo>
                    <a:pt x="-78" y="61778"/>
                  </a:lnTo>
                  <a:cubicBezTo>
                    <a:pt x="-50" y="27499"/>
                    <a:pt x="27769" y="-267"/>
                    <a:pt x="62045" y="-239"/>
                  </a:cubicBezTo>
                  <a:cubicBezTo>
                    <a:pt x="78355" y="-225"/>
                    <a:pt x="94047" y="6220"/>
                    <a:pt x="105641" y="17705"/>
                  </a:cubicBezTo>
                  <a:close/>
                  <a:moveTo>
                    <a:pt x="372185" y="-261"/>
                  </a:moveTo>
                  <a:cubicBezTo>
                    <a:pt x="337937" y="-261"/>
                    <a:pt x="310174" y="27502"/>
                    <a:pt x="310174" y="61750"/>
                  </a:cubicBezTo>
                  <a:cubicBezTo>
                    <a:pt x="310174" y="61758"/>
                    <a:pt x="310174" y="61769"/>
                    <a:pt x="310174" y="61778"/>
                  </a:cubicBezTo>
                  <a:lnTo>
                    <a:pt x="310174" y="222182"/>
                  </a:lnTo>
                  <a:lnTo>
                    <a:pt x="620398" y="532406"/>
                  </a:lnTo>
                  <a:lnTo>
                    <a:pt x="310174" y="842630"/>
                  </a:lnTo>
                  <a:lnTo>
                    <a:pt x="310174" y="1003118"/>
                  </a:lnTo>
                  <a:cubicBezTo>
                    <a:pt x="310202" y="1037366"/>
                    <a:pt x="337965" y="1065129"/>
                    <a:pt x="372213" y="1065101"/>
                  </a:cubicBezTo>
                  <a:cubicBezTo>
                    <a:pt x="388579" y="1065101"/>
                    <a:pt x="404243" y="1058616"/>
                    <a:pt x="415865" y="1047107"/>
                  </a:cubicBezTo>
                  <a:lnTo>
                    <a:pt x="930622" y="532434"/>
                  </a:lnTo>
                  <a:lnTo>
                    <a:pt x="416062" y="17901"/>
                  </a:lnTo>
                  <a:cubicBezTo>
                    <a:pt x="404440" y="6263"/>
                    <a:pt x="388635" y="-256"/>
                    <a:pt x="372185"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133" name="Graphic 168">
              <a:extLst>
                <a:ext uri="{FF2B5EF4-FFF2-40B4-BE49-F238E27FC236}">
                  <a16:creationId xmlns:a16="http://schemas.microsoft.com/office/drawing/2014/main" id="{62FF84A1-83A2-477A-8191-9E7793004F8E}"/>
                </a:ext>
              </a:extLst>
            </p:cNvPr>
            <p:cNvSpPr/>
            <p:nvPr/>
          </p:nvSpPr>
          <p:spPr>
            <a:xfrm>
              <a:off x="6553780" y="1753351"/>
              <a:ext cx="930616" cy="1065278"/>
            </a:xfrm>
            <a:custGeom>
              <a:avLst/>
              <a:gdLst>
                <a:gd name="connsiteX0" fmla="*/ 310174 w 930616"/>
                <a:gd name="connsiteY0" fmla="*/ 222154 h 1065278"/>
                <a:gd name="connsiteX1" fmla="*/ 310174 w 930616"/>
                <a:gd name="connsiteY1" fmla="*/ 842546 h 1065278"/>
                <a:gd name="connsiteX2" fmla="*/ 106118 w 930616"/>
                <a:gd name="connsiteY2" fmla="*/ 1046574 h 1065278"/>
                <a:gd name="connsiteX3" fmla="*/ 62045 w 930616"/>
                <a:gd name="connsiteY3" fmla="*/ 1065017 h 1065278"/>
                <a:gd name="connsiteX4" fmla="*/ -78 w 930616"/>
                <a:gd name="connsiteY4" fmla="*/ 1002781 h 1065278"/>
                <a:gd name="connsiteX5" fmla="*/ -78 w 930616"/>
                <a:gd name="connsiteY5" fmla="*/ 61778 h 1065278"/>
                <a:gd name="connsiteX6" fmla="*/ 62045 w 930616"/>
                <a:gd name="connsiteY6" fmla="*/ -239 h 1065278"/>
                <a:gd name="connsiteX7" fmla="*/ 105641 w 930616"/>
                <a:gd name="connsiteY7" fmla="*/ 17705 h 1065278"/>
                <a:gd name="connsiteX8" fmla="*/ 372185 w 930616"/>
                <a:gd name="connsiteY8" fmla="*/ -261 h 1065278"/>
                <a:gd name="connsiteX9" fmla="*/ 310174 w 930616"/>
                <a:gd name="connsiteY9" fmla="*/ 61750 h 1065278"/>
                <a:gd name="connsiteX10" fmla="*/ 310174 w 930616"/>
                <a:gd name="connsiteY10" fmla="*/ 61778 h 1065278"/>
                <a:gd name="connsiteX11" fmla="*/ 310174 w 930616"/>
                <a:gd name="connsiteY11" fmla="*/ 222182 h 1065278"/>
                <a:gd name="connsiteX12" fmla="*/ 620398 w 930616"/>
                <a:gd name="connsiteY12" fmla="*/ 532406 h 1065278"/>
                <a:gd name="connsiteX13" fmla="*/ 310174 w 930616"/>
                <a:gd name="connsiteY13" fmla="*/ 842630 h 1065278"/>
                <a:gd name="connsiteX14" fmla="*/ 310174 w 930616"/>
                <a:gd name="connsiteY14" fmla="*/ 1003118 h 1065278"/>
                <a:gd name="connsiteX15" fmla="*/ 372297 w 930616"/>
                <a:gd name="connsiteY15" fmla="*/ 1065017 h 1065278"/>
                <a:gd name="connsiteX16" fmla="*/ 415781 w 930616"/>
                <a:gd name="connsiteY16" fmla="*/ 1047107 h 1065278"/>
                <a:gd name="connsiteX17" fmla="*/ 930538 w 930616"/>
                <a:gd name="connsiteY17" fmla="*/ 532434 h 1065278"/>
                <a:gd name="connsiteX18" fmla="*/ 416062 w 930616"/>
                <a:gd name="connsiteY18" fmla="*/ 17845 h 1065278"/>
                <a:gd name="connsiteX19" fmla="*/ 372185 w 930616"/>
                <a:gd name="connsiteY19" fmla="*/ -261 h 106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616" h="1065278">
                  <a:moveTo>
                    <a:pt x="310174" y="222154"/>
                  </a:moveTo>
                  <a:lnTo>
                    <a:pt x="310174" y="842546"/>
                  </a:lnTo>
                  <a:lnTo>
                    <a:pt x="106118" y="1046574"/>
                  </a:lnTo>
                  <a:cubicBezTo>
                    <a:pt x="94496" y="1058392"/>
                    <a:pt x="78608" y="1065045"/>
                    <a:pt x="62045" y="1065017"/>
                  </a:cubicBezTo>
                  <a:cubicBezTo>
                    <a:pt x="27741" y="1064933"/>
                    <a:pt x="-50" y="1037085"/>
                    <a:pt x="-78" y="1002781"/>
                  </a:cubicBezTo>
                  <a:lnTo>
                    <a:pt x="-78" y="61778"/>
                  </a:lnTo>
                  <a:cubicBezTo>
                    <a:pt x="-50" y="27499"/>
                    <a:pt x="27769" y="-267"/>
                    <a:pt x="62045" y="-239"/>
                  </a:cubicBezTo>
                  <a:cubicBezTo>
                    <a:pt x="78355" y="-225"/>
                    <a:pt x="94047" y="6221"/>
                    <a:pt x="105641" y="17705"/>
                  </a:cubicBezTo>
                  <a:close/>
                  <a:moveTo>
                    <a:pt x="372185" y="-261"/>
                  </a:moveTo>
                  <a:cubicBezTo>
                    <a:pt x="337937" y="-261"/>
                    <a:pt x="310174" y="27502"/>
                    <a:pt x="310174" y="61750"/>
                  </a:cubicBezTo>
                  <a:cubicBezTo>
                    <a:pt x="310174" y="61758"/>
                    <a:pt x="310174" y="61770"/>
                    <a:pt x="310174" y="61778"/>
                  </a:cubicBezTo>
                  <a:lnTo>
                    <a:pt x="310174" y="222182"/>
                  </a:lnTo>
                  <a:lnTo>
                    <a:pt x="620398" y="532406"/>
                  </a:lnTo>
                  <a:lnTo>
                    <a:pt x="310174" y="842630"/>
                  </a:lnTo>
                  <a:lnTo>
                    <a:pt x="310174" y="1003118"/>
                  </a:lnTo>
                  <a:cubicBezTo>
                    <a:pt x="310230" y="1037366"/>
                    <a:pt x="338050" y="1065073"/>
                    <a:pt x="372297" y="1065017"/>
                  </a:cubicBezTo>
                  <a:cubicBezTo>
                    <a:pt x="388579" y="1064989"/>
                    <a:pt x="404187" y="1058560"/>
                    <a:pt x="415781" y="1047107"/>
                  </a:cubicBezTo>
                  <a:lnTo>
                    <a:pt x="930538" y="532434"/>
                  </a:lnTo>
                  <a:lnTo>
                    <a:pt x="416062" y="17845"/>
                  </a:lnTo>
                  <a:cubicBezTo>
                    <a:pt x="404440" y="6207"/>
                    <a:pt x="388635" y="-312"/>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34" name="Graphic 168">
              <a:extLst>
                <a:ext uri="{FF2B5EF4-FFF2-40B4-BE49-F238E27FC236}">
                  <a16:creationId xmlns:a16="http://schemas.microsoft.com/office/drawing/2014/main" id="{79DE0C43-C1F4-4C40-AF29-EDDA2C49A892}"/>
                </a:ext>
              </a:extLst>
            </p:cNvPr>
            <p:cNvSpPr/>
            <p:nvPr/>
          </p:nvSpPr>
          <p:spPr>
            <a:xfrm>
              <a:off x="7562212" y="1753351"/>
              <a:ext cx="930700" cy="1065334"/>
            </a:xfrm>
            <a:custGeom>
              <a:avLst/>
              <a:gdLst>
                <a:gd name="connsiteX0" fmla="*/ 310174 w 930700"/>
                <a:gd name="connsiteY0" fmla="*/ 222153 h 1065334"/>
                <a:gd name="connsiteX1" fmla="*/ 310174 w 930700"/>
                <a:gd name="connsiteY1" fmla="*/ 842546 h 1065334"/>
                <a:gd name="connsiteX2" fmla="*/ 106118 w 930700"/>
                <a:gd name="connsiteY2" fmla="*/ 1046573 h 1065334"/>
                <a:gd name="connsiteX3" fmla="*/ 62045 w 930700"/>
                <a:gd name="connsiteY3" fmla="*/ 1065017 h 1065334"/>
                <a:gd name="connsiteX4" fmla="*/ -78 w 930700"/>
                <a:gd name="connsiteY4" fmla="*/ 1002781 h 1065334"/>
                <a:gd name="connsiteX5" fmla="*/ -78 w 930700"/>
                <a:gd name="connsiteY5" fmla="*/ 61778 h 1065334"/>
                <a:gd name="connsiteX6" fmla="*/ 62045 w 930700"/>
                <a:gd name="connsiteY6" fmla="*/ -239 h 1065334"/>
                <a:gd name="connsiteX7" fmla="*/ 105641 w 930700"/>
                <a:gd name="connsiteY7" fmla="*/ 17705 h 1065334"/>
                <a:gd name="connsiteX8" fmla="*/ 372185 w 930700"/>
                <a:gd name="connsiteY8" fmla="*/ -261 h 1065334"/>
                <a:gd name="connsiteX9" fmla="*/ 310174 w 930700"/>
                <a:gd name="connsiteY9" fmla="*/ 61750 h 1065334"/>
                <a:gd name="connsiteX10" fmla="*/ 310174 w 930700"/>
                <a:gd name="connsiteY10" fmla="*/ 61778 h 1065334"/>
                <a:gd name="connsiteX11" fmla="*/ 310174 w 930700"/>
                <a:gd name="connsiteY11" fmla="*/ 222182 h 1065334"/>
                <a:gd name="connsiteX12" fmla="*/ 620398 w 930700"/>
                <a:gd name="connsiteY12" fmla="*/ 532406 h 1065334"/>
                <a:gd name="connsiteX13" fmla="*/ 310174 w 930700"/>
                <a:gd name="connsiteY13" fmla="*/ 842630 h 1065334"/>
                <a:gd name="connsiteX14" fmla="*/ 310174 w 930700"/>
                <a:gd name="connsiteY14" fmla="*/ 1003118 h 1065334"/>
                <a:gd name="connsiteX15" fmla="*/ 372241 w 930700"/>
                <a:gd name="connsiteY15" fmla="*/ 1065073 h 1065334"/>
                <a:gd name="connsiteX16" fmla="*/ 415865 w 930700"/>
                <a:gd name="connsiteY16" fmla="*/ 1047078 h 1065334"/>
                <a:gd name="connsiteX17" fmla="*/ 930622 w 930700"/>
                <a:gd name="connsiteY17" fmla="*/ 532406 h 1065334"/>
                <a:gd name="connsiteX18" fmla="*/ 416062 w 930700"/>
                <a:gd name="connsiteY18" fmla="*/ 17873 h 1065334"/>
                <a:gd name="connsiteX19" fmla="*/ 372185 w 930700"/>
                <a:gd name="connsiteY19" fmla="*/ -233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700" h="1065334">
                  <a:moveTo>
                    <a:pt x="310174" y="222153"/>
                  </a:moveTo>
                  <a:lnTo>
                    <a:pt x="310174" y="842546"/>
                  </a:lnTo>
                  <a:lnTo>
                    <a:pt x="106118" y="1046573"/>
                  </a:lnTo>
                  <a:cubicBezTo>
                    <a:pt x="94496" y="1058392"/>
                    <a:pt x="78608" y="1065045"/>
                    <a:pt x="62045" y="1065017"/>
                  </a:cubicBezTo>
                  <a:cubicBezTo>
                    <a:pt x="27741" y="1064932"/>
                    <a:pt x="-50" y="1037085"/>
                    <a:pt x="-78" y="1002781"/>
                  </a:cubicBezTo>
                  <a:lnTo>
                    <a:pt x="-78" y="61778"/>
                  </a:lnTo>
                  <a:cubicBezTo>
                    <a:pt x="-50" y="27499"/>
                    <a:pt x="27769" y="-267"/>
                    <a:pt x="62045" y="-239"/>
                  </a:cubicBezTo>
                  <a:cubicBezTo>
                    <a:pt x="78355" y="-225"/>
                    <a:pt x="94019" y="6220"/>
                    <a:pt x="105641" y="17705"/>
                  </a:cubicBezTo>
                  <a:close/>
                  <a:moveTo>
                    <a:pt x="372185" y="-261"/>
                  </a:moveTo>
                  <a:cubicBezTo>
                    <a:pt x="337937" y="-261"/>
                    <a:pt x="310174" y="27502"/>
                    <a:pt x="310174" y="61750"/>
                  </a:cubicBezTo>
                  <a:cubicBezTo>
                    <a:pt x="310174" y="61758"/>
                    <a:pt x="310174" y="61769"/>
                    <a:pt x="310174" y="61778"/>
                  </a:cubicBezTo>
                  <a:lnTo>
                    <a:pt x="310174" y="222182"/>
                  </a:lnTo>
                  <a:lnTo>
                    <a:pt x="620398" y="532406"/>
                  </a:lnTo>
                  <a:lnTo>
                    <a:pt x="310174" y="842630"/>
                  </a:lnTo>
                  <a:lnTo>
                    <a:pt x="310174" y="1003118"/>
                  </a:lnTo>
                  <a:cubicBezTo>
                    <a:pt x="310202" y="1037366"/>
                    <a:pt x="337993" y="1065101"/>
                    <a:pt x="372241" y="1065073"/>
                  </a:cubicBezTo>
                  <a:cubicBezTo>
                    <a:pt x="388579" y="1065073"/>
                    <a:pt x="404271" y="1058588"/>
                    <a:pt x="415865" y="1047078"/>
                  </a:cubicBezTo>
                  <a:lnTo>
                    <a:pt x="930622" y="532406"/>
                  </a:lnTo>
                  <a:lnTo>
                    <a:pt x="416062" y="17873"/>
                  </a:lnTo>
                  <a:cubicBezTo>
                    <a:pt x="404440" y="6234"/>
                    <a:pt x="388635" y="-284"/>
                    <a:pt x="372185" y="-233"/>
                  </a:cubicBezTo>
                </a:path>
              </a:pathLst>
            </a:custGeom>
            <a:solidFill>
              <a:srgbClr val="FFFFFF">
                <a:alpha val="5000"/>
              </a:srgbClr>
            </a:solidFill>
            <a:ln w="2807" cap="flat">
              <a:noFill/>
              <a:prstDash val="solid"/>
              <a:miter/>
            </a:ln>
          </p:spPr>
          <p:txBody>
            <a:bodyPr rtlCol="0" anchor="ctr"/>
            <a:lstStyle/>
            <a:p>
              <a:endParaRPr lang="en-AU" dirty="0"/>
            </a:p>
          </p:txBody>
        </p:sp>
        <p:sp>
          <p:nvSpPr>
            <p:cNvPr id="135" name="Graphic 168">
              <a:extLst>
                <a:ext uri="{FF2B5EF4-FFF2-40B4-BE49-F238E27FC236}">
                  <a16:creationId xmlns:a16="http://schemas.microsoft.com/office/drawing/2014/main" id="{E044A643-ADD0-44AA-A483-FBE6782D3E32}"/>
                </a:ext>
              </a:extLst>
            </p:cNvPr>
            <p:cNvSpPr/>
            <p:nvPr/>
          </p:nvSpPr>
          <p:spPr>
            <a:xfrm>
              <a:off x="8570644" y="1753351"/>
              <a:ext cx="930700" cy="1065334"/>
            </a:xfrm>
            <a:custGeom>
              <a:avLst/>
              <a:gdLst>
                <a:gd name="connsiteX0" fmla="*/ 310174 w 930700"/>
                <a:gd name="connsiteY0" fmla="*/ 222153 h 1065334"/>
                <a:gd name="connsiteX1" fmla="*/ 310174 w 930700"/>
                <a:gd name="connsiteY1" fmla="*/ 842546 h 1065334"/>
                <a:gd name="connsiteX2" fmla="*/ 106118 w 930700"/>
                <a:gd name="connsiteY2" fmla="*/ 1046573 h 1065334"/>
                <a:gd name="connsiteX3" fmla="*/ 62045 w 930700"/>
                <a:gd name="connsiteY3" fmla="*/ 1065017 h 1065334"/>
                <a:gd name="connsiteX4" fmla="*/ -78 w 930700"/>
                <a:gd name="connsiteY4" fmla="*/ 1002781 h 1065334"/>
                <a:gd name="connsiteX5" fmla="*/ -78 w 930700"/>
                <a:gd name="connsiteY5" fmla="*/ 61778 h 1065334"/>
                <a:gd name="connsiteX6" fmla="*/ 62045 w 930700"/>
                <a:gd name="connsiteY6" fmla="*/ -239 h 1065334"/>
                <a:gd name="connsiteX7" fmla="*/ 105641 w 930700"/>
                <a:gd name="connsiteY7" fmla="*/ 17705 h 1065334"/>
                <a:gd name="connsiteX8" fmla="*/ 372185 w 930700"/>
                <a:gd name="connsiteY8" fmla="*/ -261 h 1065334"/>
                <a:gd name="connsiteX9" fmla="*/ 310174 w 930700"/>
                <a:gd name="connsiteY9" fmla="*/ 61750 h 1065334"/>
                <a:gd name="connsiteX10" fmla="*/ 310174 w 930700"/>
                <a:gd name="connsiteY10" fmla="*/ 61778 h 1065334"/>
                <a:gd name="connsiteX11" fmla="*/ 310174 w 930700"/>
                <a:gd name="connsiteY11" fmla="*/ 222182 h 1065334"/>
                <a:gd name="connsiteX12" fmla="*/ 620398 w 930700"/>
                <a:gd name="connsiteY12" fmla="*/ 532406 h 1065334"/>
                <a:gd name="connsiteX13" fmla="*/ 310174 w 930700"/>
                <a:gd name="connsiteY13" fmla="*/ 842630 h 1065334"/>
                <a:gd name="connsiteX14" fmla="*/ 310174 w 930700"/>
                <a:gd name="connsiteY14" fmla="*/ 1003118 h 1065334"/>
                <a:gd name="connsiteX15" fmla="*/ 372241 w 930700"/>
                <a:gd name="connsiteY15" fmla="*/ 1065073 h 1065334"/>
                <a:gd name="connsiteX16" fmla="*/ 415865 w 930700"/>
                <a:gd name="connsiteY16" fmla="*/ 1047078 h 1065334"/>
                <a:gd name="connsiteX17" fmla="*/ 930622 w 930700"/>
                <a:gd name="connsiteY17" fmla="*/ 532406 h 1065334"/>
                <a:gd name="connsiteX18" fmla="*/ 416062 w 930700"/>
                <a:gd name="connsiteY18" fmla="*/ 17873 h 1065334"/>
                <a:gd name="connsiteX19" fmla="*/ 372185 w 930700"/>
                <a:gd name="connsiteY19" fmla="*/ -233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700" h="1065334">
                  <a:moveTo>
                    <a:pt x="310174" y="222153"/>
                  </a:moveTo>
                  <a:lnTo>
                    <a:pt x="310174" y="842546"/>
                  </a:lnTo>
                  <a:lnTo>
                    <a:pt x="106118" y="1046573"/>
                  </a:lnTo>
                  <a:cubicBezTo>
                    <a:pt x="94496" y="1058392"/>
                    <a:pt x="78608" y="1065045"/>
                    <a:pt x="62045" y="1065017"/>
                  </a:cubicBezTo>
                  <a:cubicBezTo>
                    <a:pt x="27741" y="1064932"/>
                    <a:pt x="-50" y="1037085"/>
                    <a:pt x="-78" y="1002781"/>
                  </a:cubicBezTo>
                  <a:lnTo>
                    <a:pt x="-78" y="61778"/>
                  </a:lnTo>
                  <a:cubicBezTo>
                    <a:pt x="-50" y="27499"/>
                    <a:pt x="27769" y="-267"/>
                    <a:pt x="62045" y="-239"/>
                  </a:cubicBezTo>
                  <a:cubicBezTo>
                    <a:pt x="78355" y="-225"/>
                    <a:pt x="94019" y="6220"/>
                    <a:pt x="105641" y="17705"/>
                  </a:cubicBezTo>
                  <a:close/>
                  <a:moveTo>
                    <a:pt x="372185" y="-261"/>
                  </a:moveTo>
                  <a:cubicBezTo>
                    <a:pt x="337937" y="-261"/>
                    <a:pt x="310174" y="27502"/>
                    <a:pt x="310174" y="61750"/>
                  </a:cubicBezTo>
                  <a:cubicBezTo>
                    <a:pt x="310174" y="61758"/>
                    <a:pt x="310174" y="61769"/>
                    <a:pt x="310174" y="61778"/>
                  </a:cubicBezTo>
                  <a:lnTo>
                    <a:pt x="310174" y="222182"/>
                  </a:lnTo>
                  <a:lnTo>
                    <a:pt x="620398" y="532406"/>
                  </a:lnTo>
                  <a:lnTo>
                    <a:pt x="310174" y="842630"/>
                  </a:lnTo>
                  <a:lnTo>
                    <a:pt x="310174" y="1003118"/>
                  </a:lnTo>
                  <a:cubicBezTo>
                    <a:pt x="310202" y="1037366"/>
                    <a:pt x="337993" y="1065101"/>
                    <a:pt x="372241" y="1065073"/>
                  </a:cubicBezTo>
                  <a:cubicBezTo>
                    <a:pt x="388579" y="1065073"/>
                    <a:pt x="404271" y="1058588"/>
                    <a:pt x="415865" y="1047078"/>
                  </a:cubicBezTo>
                  <a:lnTo>
                    <a:pt x="930622" y="532406"/>
                  </a:lnTo>
                  <a:lnTo>
                    <a:pt x="416062" y="17873"/>
                  </a:lnTo>
                  <a:cubicBezTo>
                    <a:pt x="404439" y="6234"/>
                    <a:pt x="388635" y="-284"/>
                    <a:pt x="372185" y="-233"/>
                  </a:cubicBezTo>
                </a:path>
              </a:pathLst>
            </a:custGeom>
            <a:solidFill>
              <a:srgbClr val="FFFFFF">
                <a:alpha val="5000"/>
              </a:srgbClr>
            </a:solidFill>
            <a:ln w="2807" cap="flat">
              <a:noFill/>
              <a:prstDash val="solid"/>
              <a:miter/>
            </a:ln>
          </p:spPr>
          <p:txBody>
            <a:bodyPr rtlCol="0" anchor="ctr"/>
            <a:lstStyle/>
            <a:p>
              <a:endParaRPr lang="en-AU" dirty="0"/>
            </a:p>
          </p:txBody>
        </p:sp>
        <p:sp>
          <p:nvSpPr>
            <p:cNvPr id="136" name="Graphic 168">
              <a:extLst>
                <a:ext uri="{FF2B5EF4-FFF2-40B4-BE49-F238E27FC236}">
                  <a16:creationId xmlns:a16="http://schemas.microsoft.com/office/drawing/2014/main" id="{4498E194-993F-4222-9E8D-D03E81E2C2D5}"/>
                </a:ext>
              </a:extLst>
            </p:cNvPr>
            <p:cNvSpPr/>
            <p:nvPr/>
          </p:nvSpPr>
          <p:spPr>
            <a:xfrm>
              <a:off x="9579076" y="1753351"/>
              <a:ext cx="930700" cy="1065334"/>
            </a:xfrm>
            <a:custGeom>
              <a:avLst/>
              <a:gdLst>
                <a:gd name="connsiteX0" fmla="*/ 310174 w 930700"/>
                <a:gd name="connsiteY0" fmla="*/ 222153 h 1065334"/>
                <a:gd name="connsiteX1" fmla="*/ 310174 w 930700"/>
                <a:gd name="connsiteY1" fmla="*/ 842546 h 1065334"/>
                <a:gd name="connsiteX2" fmla="*/ 106118 w 930700"/>
                <a:gd name="connsiteY2" fmla="*/ 1046573 h 1065334"/>
                <a:gd name="connsiteX3" fmla="*/ 62045 w 930700"/>
                <a:gd name="connsiteY3" fmla="*/ 1065017 h 1065334"/>
                <a:gd name="connsiteX4" fmla="*/ -78 w 930700"/>
                <a:gd name="connsiteY4" fmla="*/ 1002781 h 1065334"/>
                <a:gd name="connsiteX5" fmla="*/ -78 w 930700"/>
                <a:gd name="connsiteY5" fmla="*/ 61778 h 1065334"/>
                <a:gd name="connsiteX6" fmla="*/ 62045 w 930700"/>
                <a:gd name="connsiteY6" fmla="*/ -239 h 1065334"/>
                <a:gd name="connsiteX7" fmla="*/ 105641 w 930700"/>
                <a:gd name="connsiteY7" fmla="*/ 17705 h 1065334"/>
                <a:gd name="connsiteX8" fmla="*/ 372185 w 930700"/>
                <a:gd name="connsiteY8" fmla="*/ -261 h 1065334"/>
                <a:gd name="connsiteX9" fmla="*/ 310174 w 930700"/>
                <a:gd name="connsiteY9" fmla="*/ 61750 h 1065334"/>
                <a:gd name="connsiteX10" fmla="*/ 310174 w 930700"/>
                <a:gd name="connsiteY10" fmla="*/ 61778 h 1065334"/>
                <a:gd name="connsiteX11" fmla="*/ 310174 w 930700"/>
                <a:gd name="connsiteY11" fmla="*/ 222182 h 1065334"/>
                <a:gd name="connsiteX12" fmla="*/ 620398 w 930700"/>
                <a:gd name="connsiteY12" fmla="*/ 532406 h 1065334"/>
                <a:gd name="connsiteX13" fmla="*/ 310174 w 930700"/>
                <a:gd name="connsiteY13" fmla="*/ 842630 h 1065334"/>
                <a:gd name="connsiteX14" fmla="*/ 310174 w 930700"/>
                <a:gd name="connsiteY14" fmla="*/ 1003118 h 1065334"/>
                <a:gd name="connsiteX15" fmla="*/ 372241 w 930700"/>
                <a:gd name="connsiteY15" fmla="*/ 1065073 h 1065334"/>
                <a:gd name="connsiteX16" fmla="*/ 415865 w 930700"/>
                <a:gd name="connsiteY16" fmla="*/ 1047078 h 1065334"/>
                <a:gd name="connsiteX17" fmla="*/ 930622 w 930700"/>
                <a:gd name="connsiteY17" fmla="*/ 532406 h 1065334"/>
                <a:gd name="connsiteX18" fmla="*/ 416062 w 930700"/>
                <a:gd name="connsiteY18" fmla="*/ 17873 h 1065334"/>
                <a:gd name="connsiteX19" fmla="*/ 372185 w 930700"/>
                <a:gd name="connsiteY19" fmla="*/ -233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700" h="1065334">
                  <a:moveTo>
                    <a:pt x="310174" y="222153"/>
                  </a:moveTo>
                  <a:lnTo>
                    <a:pt x="310174" y="842546"/>
                  </a:lnTo>
                  <a:lnTo>
                    <a:pt x="106118" y="1046573"/>
                  </a:lnTo>
                  <a:cubicBezTo>
                    <a:pt x="94496" y="1058392"/>
                    <a:pt x="78608" y="1065045"/>
                    <a:pt x="62045" y="1065017"/>
                  </a:cubicBezTo>
                  <a:cubicBezTo>
                    <a:pt x="27741" y="1064932"/>
                    <a:pt x="-50" y="1037085"/>
                    <a:pt x="-78" y="1002781"/>
                  </a:cubicBezTo>
                  <a:lnTo>
                    <a:pt x="-78" y="61778"/>
                  </a:lnTo>
                  <a:cubicBezTo>
                    <a:pt x="-50" y="27499"/>
                    <a:pt x="27769" y="-267"/>
                    <a:pt x="62045" y="-239"/>
                  </a:cubicBezTo>
                  <a:cubicBezTo>
                    <a:pt x="78355" y="-225"/>
                    <a:pt x="94019" y="6220"/>
                    <a:pt x="105641" y="17705"/>
                  </a:cubicBezTo>
                  <a:close/>
                  <a:moveTo>
                    <a:pt x="372185" y="-261"/>
                  </a:moveTo>
                  <a:cubicBezTo>
                    <a:pt x="337937" y="-261"/>
                    <a:pt x="310174" y="27502"/>
                    <a:pt x="310174" y="61750"/>
                  </a:cubicBezTo>
                  <a:cubicBezTo>
                    <a:pt x="310174" y="61758"/>
                    <a:pt x="310174" y="61769"/>
                    <a:pt x="310174" y="61778"/>
                  </a:cubicBezTo>
                  <a:lnTo>
                    <a:pt x="310174" y="222182"/>
                  </a:lnTo>
                  <a:lnTo>
                    <a:pt x="620398" y="532406"/>
                  </a:lnTo>
                  <a:lnTo>
                    <a:pt x="310174" y="842630"/>
                  </a:lnTo>
                  <a:lnTo>
                    <a:pt x="310174" y="1003118"/>
                  </a:lnTo>
                  <a:cubicBezTo>
                    <a:pt x="310202" y="1037366"/>
                    <a:pt x="337993" y="1065101"/>
                    <a:pt x="372241" y="1065073"/>
                  </a:cubicBezTo>
                  <a:cubicBezTo>
                    <a:pt x="388579" y="1065073"/>
                    <a:pt x="404271" y="1058588"/>
                    <a:pt x="415865" y="1047078"/>
                  </a:cubicBezTo>
                  <a:lnTo>
                    <a:pt x="930622" y="532406"/>
                  </a:lnTo>
                  <a:lnTo>
                    <a:pt x="416062" y="17873"/>
                  </a:lnTo>
                  <a:cubicBezTo>
                    <a:pt x="404439" y="6234"/>
                    <a:pt x="388635" y="-284"/>
                    <a:pt x="372185" y="-233"/>
                  </a:cubicBezTo>
                </a:path>
              </a:pathLst>
            </a:custGeom>
            <a:solidFill>
              <a:srgbClr val="FFFFFF">
                <a:alpha val="5000"/>
              </a:srgbClr>
            </a:solidFill>
            <a:ln w="2807" cap="flat">
              <a:noFill/>
              <a:prstDash val="solid"/>
              <a:miter/>
            </a:ln>
          </p:spPr>
          <p:txBody>
            <a:bodyPr rtlCol="0" anchor="ctr"/>
            <a:lstStyle/>
            <a:p>
              <a:endParaRPr lang="en-AU" dirty="0"/>
            </a:p>
          </p:txBody>
        </p:sp>
        <p:sp>
          <p:nvSpPr>
            <p:cNvPr id="137" name="Graphic 168">
              <a:extLst>
                <a:ext uri="{FF2B5EF4-FFF2-40B4-BE49-F238E27FC236}">
                  <a16:creationId xmlns:a16="http://schemas.microsoft.com/office/drawing/2014/main" id="{E3F9F277-A441-411D-8E7E-5ADAE0062130}"/>
                </a:ext>
              </a:extLst>
            </p:cNvPr>
            <p:cNvSpPr/>
            <p:nvPr/>
          </p:nvSpPr>
          <p:spPr>
            <a:xfrm>
              <a:off x="10587508" y="1753351"/>
              <a:ext cx="930841" cy="1065502"/>
            </a:xfrm>
            <a:custGeom>
              <a:avLst/>
              <a:gdLst>
                <a:gd name="connsiteX0" fmla="*/ 310174 w 930841"/>
                <a:gd name="connsiteY0" fmla="*/ 222154 h 1065502"/>
                <a:gd name="connsiteX1" fmla="*/ 310174 w 930841"/>
                <a:gd name="connsiteY1" fmla="*/ 842546 h 1065502"/>
                <a:gd name="connsiteX2" fmla="*/ 106118 w 930841"/>
                <a:gd name="connsiteY2" fmla="*/ 1046574 h 1065502"/>
                <a:gd name="connsiteX3" fmla="*/ 62045 w 930841"/>
                <a:gd name="connsiteY3" fmla="*/ 1065017 h 1065502"/>
                <a:gd name="connsiteX4" fmla="*/ -78 w 930841"/>
                <a:gd name="connsiteY4" fmla="*/ 1002781 h 1065502"/>
                <a:gd name="connsiteX5" fmla="*/ -78 w 930841"/>
                <a:gd name="connsiteY5" fmla="*/ 61778 h 1065502"/>
                <a:gd name="connsiteX6" fmla="*/ 62045 w 930841"/>
                <a:gd name="connsiteY6" fmla="*/ -239 h 1065502"/>
                <a:gd name="connsiteX7" fmla="*/ 105641 w 930841"/>
                <a:gd name="connsiteY7" fmla="*/ 17705 h 1065502"/>
                <a:gd name="connsiteX8" fmla="*/ 372185 w 930841"/>
                <a:gd name="connsiteY8" fmla="*/ -261 h 1065502"/>
                <a:gd name="connsiteX9" fmla="*/ 310174 w 930841"/>
                <a:gd name="connsiteY9" fmla="*/ 61750 h 1065502"/>
                <a:gd name="connsiteX10" fmla="*/ 310174 w 930841"/>
                <a:gd name="connsiteY10" fmla="*/ 61778 h 1065502"/>
                <a:gd name="connsiteX11" fmla="*/ 310174 w 930841"/>
                <a:gd name="connsiteY11" fmla="*/ 222182 h 1065502"/>
                <a:gd name="connsiteX12" fmla="*/ 620398 w 930841"/>
                <a:gd name="connsiteY12" fmla="*/ 532406 h 1065502"/>
                <a:gd name="connsiteX13" fmla="*/ 310174 w 930841"/>
                <a:gd name="connsiteY13" fmla="*/ 842602 h 1065502"/>
                <a:gd name="connsiteX14" fmla="*/ 310174 w 930841"/>
                <a:gd name="connsiteY14" fmla="*/ 1003090 h 1065502"/>
                <a:gd name="connsiteX15" fmla="*/ 372045 w 930841"/>
                <a:gd name="connsiteY15" fmla="*/ 1065241 h 1065502"/>
                <a:gd name="connsiteX16" fmla="*/ 416005 w 930841"/>
                <a:gd name="connsiteY16" fmla="*/ 1047107 h 1065502"/>
                <a:gd name="connsiteX17" fmla="*/ 930763 w 930841"/>
                <a:gd name="connsiteY17" fmla="*/ 532434 h 1065502"/>
                <a:gd name="connsiteX18" fmla="*/ 416005 w 930841"/>
                <a:gd name="connsiteY18" fmla="*/ 17845 h 1065502"/>
                <a:gd name="connsiteX19" fmla="*/ 372129 w 930841"/>
                <a:gd name="connsiteY19" fmla="*/ -261 h 1065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0841" h="1065502">
                  <a:moveTo>
                    <a:pt x="310174" y="222154"/>
                  </a:moveTo>
                  <a:lnTo>
                    <a:pt x="310174" y="842546"/>
                  </a:lnTo>
                  <a:lnTo>
                    <a:pt x="106118" y="1046574"/>
                  </a:lnTo>
                  <a:cubicBezTo>
                    <a:pt x="94496" y="1058392"/>
                    <a:pt x="78608" y="1065045"/>
                    <a:pt x="62045" y="1065017"/>
                  </a:cubicBezTo>
                  <a:cubicBezTo>
                    <a:pt x="27741" y="1064933"/>
                    <a:pt x="-50" y="1037085"/>
                    <a:pt x="-78" y="1002781"/>
                  </a:cubicBezTo>
                  <a:lnTo>
                    <a:pt x="-78" y="61778"/>
                  </a:lnTo>
                  <a:cubicBezTo>
                    <a:pt x="-50" y="27499"/>
                    <a:pt x="27769" y="-267"/>
                    <a:pt x="62045" y="-239"/>
                  </a:cubicBezTo>
                  <a:cubicBezTo>
                    <a:pt x="78355" y="-225"/>
                    <a:pt x="94019" y="6221"/>
                    <a:pt x="105641" y="17705"/>
                  </a:cubicBezTo>
                  <a:close/>
                  <a:moveTo>
                    <a:pt x="372185" y="-261"/>
                  </a:moveTo>
                  <a:cubicBezTo>
                    <a:pt x="337937" y="-261"/>
                    <a:pt x="310174" y="27502"/>
                    <a:pt x="310174" y="61750"/>
                  </a:cubicBezTo>
                  <a:cubicBezTo>
                    <a:pt x="310174" y="61758"/>
                    <a:pt x="310174" y="61770"/>
                    <a:pt x="310174" y="61778"/>
                  </a:cubicBezTo>
                  <a:lnTo>
                    <a:pt x="310174" y="222182"/>
                  </a:lnTo>
                  <a:lnTo>
                    <a:pt x="620398" y="532406"/>
                  </a:lnTo>
                  <a:lnTo>
                    <a:pt x="310174" y="842602"/>
                  </a:lnTo>
                  <a:lnTo>
                    <a:pt x="310174" y="1003090"/>
                  </a:lnTo>
                  <a:cubicBezTo>
                    <a:pt x="310090" y="1037338"/>
                    <a:pt x="337796" y="1065157"/>
                    <a:pt x="372045" y="1065241"/>
                  </a:cubicBezTo>
                  <a:cubicBezTo>
                    <a:pt x="388523" y="1065269"/>
                    <a:pt x="404356" y="1058757"/>
                    <a:pt x="416005" y="1047107"/>
                  </a:cubicBezTo>
                  <a:lnTo>
                    <a:pt x="930763" y="532434"/>
                  </a:lnTo>
                  <a:lnTo>
                    <a:pt x="416005" y="17845"/>
                  </a:lnTo>
                  <a:cubicBezTo>
                    <a:pt x="404384" y="6207"/>
                    <a:pt x="388579" y="-312"/>
                    <a:pt x="372129"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38" name="Graphic 168">
              <a:extLst>
                <a:ext uri="{FF2B5EF4-FFF2-40B4-BE49-F238E27FC236}">
                  <a16:creationId xmlns:a16="http://schemas.microsoft.com/office/drawing/2014/main" id="{7F6EF2EB-DA29-4625-887B-52B9ABE1C688}"/>
                </a:ext>
              </a:extLst>
            </p:cNvPr>
            <p:cNvSpPr/>
            <p:nvPr/>
          </p:nvSpPr>
          <p:spPr>
            <a:xfrm>
              <a:off x="11595940" y="1753351"/>
              <a:ext cx="930588" cy="1065306"/>
            </a:xfrm>
            <a:custGeom>
              <a:avLst/>
              <a:gdLst>
                <a:gd name="connsiteX0" fmla="*/ 310174 w 930588"/>
                <a:gd name="connsiteY0" fmla="*/ 222154 h 1065306"/>
                <a:gd name="connsiteX1" fmla="*/ 310174 w 930588"/>
                <a:gd name="connsiteY1" fmla="*/ 842546 h 1065306"/>
                <a:gd name="connsiteX2" fmla="*/ 106118 w 930588"/>
                <a:gd name="connsiteY2" fmla="*/ 1046574 h 1065306"/>
                <a:gd name="connsiteX3" fmla="*/ 62045 w 930588"/>
                <a:gd name="connsiteY3" fmla="*/ 1065017 h 1065306"/>
                <a:gd name="connsiteX4" fmla="*/ -78 w 930588"/>
                <a:gd name="connsiteY4" fmla="*/ 1002781 h 1065306"/>
                <a:gd name="connsiteX5" fmla="*/ -78 w 930588"/>
                <a:gd name="connsiteY5" fmla="*/ 61778 h 1065306"/>
                <a:gd name="connsiteX6" fmla="*/ 62045 w 930588"/>
                <a:gd name="connsiteY6" fmla="*/ -239 h 1065306"/>
                <a:gd name="connsiteX7" fmla="*/ 105641 w 930588"/>
                <a:gd name="connsiteY7" fmla="*/ 17705 h 1065306"/>
                <a:gd name="connsiteX8" fmla="*/ 372185 w 930588"/>
                <a:gd name="connsiteY8" fmla="*/ -261 h 1065306"/>
                <a:gd name="connsiteX9" fmla="*/ 310174 w 930588"/>
                <a:gd name="connsiteY9" fmla="*/ 61778 h 1065306"/>
                <a:gd name="connsiteX10" fmla="*/ 310174 w 930588"/>
                <a:gd name="connsiteY10" fmla="*/ 222182 h 1065306"/>
                <a:gd name="connsiteX11" fmla="*/ 620286 w 930588"/>
                <a:gd name="connsiteY11" fmla="*/ 532378 h 1065306"/>
                <a:gd name="connsiteX12" fmla="*/ 310061 w 930588"/>
                <a:gd name="connsiteY12" fmla="*/ 842602 h 1065306"/>
                <a:gd name="connsiteX13" fmla="*/ 310061 w 930588"/>
                <a:gd name="connsiteY13" fmla="*/ 1003090 h 1065306"/>
                <a:gd name="connsiteX14" fmla="*/ 372129 w 930588"/>
                <a:gd name="connsiteY14" fmla="*/ 1065045 h 1065306"/>
                <a:gd name="connsiteX15" fmla="*/ 415752 w 930588"/>
                <a:gd name="connsiteY15" fmla="*/ 1047051 h 1065306"/>
                <a:gd name="connsiteX16" fmla="*/ 930510 w 930588"/>
                <a:gd name="connsiteY16" fmla="*/ 532378 h 1065306"/>
                <a:gd name="connsiteX17" fmla="*/ 415949 w 930588"/>
                <a:gd name="connsiteY17" fmla="*/ 17845 h 1065306"/>
                <a:gd name="connsiteX18" fmla="*/ 372073 w 930588"/>
                <a:gd name="connsiteY18" fmla="*/ -261 h 1065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588" h="1065306">
                  <a:moveTo>
                    <a:pt x="310174" y="222154"/>
                  </a:moveTo>
                  <a:lnTo>
                    <a:pt x="310174" y="842546"/>
                  </a:lnTo>
                  <a:lnTo>
                    <a:pt x="106118" y="1046574"/>
                  </a:lnTo>
                  <a:cubicBezTo>
                    <a:pt x="94496" y="1058392"/>
                    <a:pt x="78608" y="1065045"/>
                    <a:pt x="62045" y="1065017"/>
                  </a:cubicBezTo>
                  <a:cubicBezTo>
                    <a:pt x="27741" y="1064933"/>
                    <a:pt x="-50" y="1037085"/>
                    <a:pt x="-78" y="1002781"/>
                  </a:cubicBezTo>
                  <a:lnTo>
                    <a:pt x="-78" y="61778"/>
                  </a:lnTo>
                  <a:cubicBezTo>
                    <a:pt x="-50" y="27499"/>
                    <a:pt x="27769" y="-267"/>
                    <a:pt x="62045" y="-239"/>
                  </a:cubicBezTo>
                  <a:cubicBezTo>
                    <a:pt x="78355" y="-225"/>
                    <a:pt x="94019" y="6221"/>
                    <a:pt x="105641" y="17705"/>
                  </a:cubicBezTo>
                  <a:close/>
                  <a:moveTo>
                    <a:pt x="372185" y="-261"/>
                  </a:moveTo>
                  <a:cubicBezTo>
                    <a:pt x="337937" y="-244"/>
                    <a:pt x="310174" y="27525"/>
                    <a:pt x="310174" y="61778"/>
                  </a:cubicBezTo>
                  <a:lnTo>
                    <a:pt x="310174" y="222182"/>
                  </a:lnTo>
                  <a:lnTo>
                    <a:pt x="620286" y="532378"/>
                  </a:lnTo>
                  <a:lnTo>
                    <a:pt x="310061" y="842602"/>
                  </a:lnTo>
                  <a:lnTo>
                    <a:pt x="310061" y="1003090"/>
                  </a:lnTo>
                  <a:cubicBezTo>
                    <a:pt x="310090" y="1037338"/>
                    <a:pt x="337881" y="1065073"/>
                    <a:pt x="372129" y="1065045"/>
                  </a:cubicBezTo>
                  <a:cubicBezTo>
                    <a:pt x="388466" y="1065045"/>
                    <a:pt x="404159" y="1058560"/>
                    <a:pt x="415752" y="1047051"/>
                  </a:cubicBezTo>
                  <a:lnTo>
                    <a:pt x="930510" y="532378"/>
                  </a:lnTo>
                  <a:lnTo>
                    <a:pt x="415949" y="17845"/>
                  </a:lnTo>
                  <a:cubicBezTo>
                    <a:pt x="404328" y="6207"/>
                    <a:pt x="388523" y="-312"/>
                    <a:pt x="372073"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39" name="Graphic 168">
              <a:extLst>
                <a:ext uri="{FF2B5EF4-FFF2-40B4-BE49-F238E27FC236}">
                  <a16:creationId xmlns:a16="http://schemas.microsoft.com/office/drawing/2014/main" id="{2405C969-FE9E-44CD-A65F-19F8D47F6213}"/>
                </a:ext>
              </a:extLst>
            </p:cNvPr>
            <p:cNvSpPr/>
            <p:nvPr/>
          </p:nvSpPr>
          <p:spPr>
            <a:xfrm>
              <a:off x="2830360" y="4039370"/>
              <a:ext cx="930644" cy="1065277"/>
            </a:xfrm>
            <a:custGeom>
              <a:avLst/>
              <a:gdLst>
                <a:gd name="connsiteX0" fmla="*/ 310174 w 930644"/>
                <a:gd name="connsiteY0" fmla="*/ 222154 h 1065277"/>
                <a:gd name="connsiteX1" fmla="*/ 310174 w 930644"/>
                <a:gd name="connsiteY1" fmla="*/ 842546 h 1065277"/>
                <a:gd name="connsiteX2" fmla="*/ 106146 w 930644"/>
                <a:gd name="connsiteY2" fmla="*/ 1046573 h 1065277"/>
                <a:gd name="connsiteX3" fmla="*/ 18331 w 930644"/>
                <a:gd name="connsiteY3" fmla="*/ 1047023 h 1065277"/>
                <a:gd name="connsiteX4" fmla="*/ -78 w 930644"/>
                <a:gd name="connsiteY4" fmla="*/ 1002781 h 1065277"/>
                <a:gd name="connsiteX5" fmla="*/ -78 w 930644"/>
                <a:gd name="connsiteY5" fmla="*/ 61722 h 1065277"/>
                <a:gd name="connsiteX6" fmla="*/ 62068 w 930644"/>
                <a:gd name="connsiteY6" fmla="*/ -261 h 1065277"/>
                <a:gd name="connsiteX7" fmla="*/ 105641 w 930644"/>
                <a:gd name="connsiteY7" fmla="*/ 17677 h 1065277"/>
                <a:gd name="connsiteX8" fmla="*/ 372185 w 930644"/>
                <a:gd name="connsiteY8" fmla="*/ -261 h 1065277"/>
                <a:gd name="connsiteX9" fmla="*/ 310174 w 930644"/>
                <a:gd name="connsiteY9" fmla="*/ 61722 h 1065277"/>
                <a:gd name="connsiteX10" fmla="*/ 310174 w 930644"/>
                <a:gd name="connsiteY10" fmla="*/ 222154 h 1065277"/>
                <a:gd name="connsiteX11" fmla="*/ 620314 w 930644"/>
                <a:gd name="connsiteY11" fmla="*/ 532434 h 1065277"/>
                <a:gd name="connsiteX12" fmla="*/ 310174 w 930644"/>
                <a:gd name="connsiteY12" fmla="*/ 842574 h 1065277"/>
                <a:gd name="connsiteX13" fmla="*/ 310174 w 930644"/>
                <a:gd name="connsiteY13" fmla="*/ 1003061 h 1065277"/>
                <a:gd name="connsiteX14" fmla="*/ 372309 w 930644"/>
                <a:gd name="connsiteY14" fmla="*/ 1065017 h 1065277"/>
                <a:gd name="connsiteX15" fmla="*/ 415893 w 930644"/>
                <a:gd name="connsiteY15" fmla="*/ 1047023 h 1065277"/>
                <a:gd name="connsiteX16" fmla="*/ 930566 w 930644"/>
                <a:gd name="connsiteY16" fmla="*/ 532434 h 1065277"/>
                <a:gd name="connsiteX17" fmla="*/ 416006 w 930644"/>
                <a:gd name="connsiteY17" fmla="*/ 17873 h 1065277"/>
                <a:gd name="connsiteX18" fmla="*/ 372129 w 930644"/>
                <a:gd name="connsiteY18" fmla="*/ -205 h 106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44" h="1065277">
                  <a:moveTo>
                    <a:pt x="310174" y="222154"/>
                  </a:moveTo>
                  <a:lnTo>
                    <a:pt x="310174" y="842546"/>
                  </a:lnTo>
                  <a:lnTo>
                    <a:pt x="106146" y="1046573"/>
                  </a:lnTo>
                  <a:cubicBezTo>
                    <a:pt x="82018" y="1070940"/>
                    <a:pt x="42703" y="1071136"/>
                    <a:pt x="18331" y="1047023"/>
                  </a:cubicBezTo>
                  <a:cubicBezTo>
                    <a:pt x="6524" y="1035316"/>
                    <a:pt x="-106" y="1019400"/>
                    <a:pt x="-78" y="1002781"/>
                  </a:cubicBezTo>
                  <a:lnTo>
                    <a:pt x="-78" y="61722"/>
                  </a:lnTo>
                  <a:cubicBezTo>
                    <a:pt x="-36" y="27446"/>
                    <a:pt x="27789" y="-317"/>
                    <a:pt x="62068" y="-261"/>
                  </a:cubicBezTo>
                  <a:cubicBezTo>
                    <a:pt x="78386" y="-233"/>
                    <a:pt x="94039" y="6195"/>
                    <a:pt x="105641" y="17677"/>
                  </a:cubicBezTo>
                  <a:close/>
                  <a:moveTo>
                    <a:pt x="372185" y="-261"/>
                  </a:moveTo>
                  <a:cubicBezTo>
                    <a:pt x="337948" y="-261"/>
                    <a:pt x="310191" y="27474"/>
                    <a:pt x="310174" y="61722"/>
                  </a:cubicBezTo>
                  <a:lnTo>
                    <a:pt x="310174" y="222154"/>
                  </a:lnTo>
                  <a:lnTo>
                    <a:pt x="620314" y="532434"/>
                  </a:lnTo>
                  <a:lnTo>
                    <a:pt x="310174" y="842574"/>
                  </a:lnTo>
                  <a:lnTo>
                    <a:pt x="310174" y="1003061"/>
                  </a:lnTo>
                  <a:cubicBezTo>
                    <a:pt x="310227" y="1037338"/>
                    <a:pt x="338044" y="1065045"/>
                    <a:pt x="372309" y="1065017"/>
                  </a:cubicBezTo>
                  <a:cubicBezTo>
                    <a:pt x="388638" y="1064989"/>
                    <a:pt x="404297" y="1058532"/>
                    <a:pt x="415893" y="1047023"/>
                  </a:cubicBezTo>
                  <a:lnTo>
                    <a:pt x="930566" y="532434"/>
                  </a:lnTo>
                  <a:lnTo>
                    <a:pt x="416006" y="17873"/>
                  </a:lnTo>
                  <a:cubicBezTo>
                    <a:pt x="404372" y="6252"/>
                    <a:pt x="388579" y="-261"/>
                    <a:pt x="372129"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140" name="Graphic 168">
              <a:extLst>
                <a:ext uri="{FF2B5EF4-FFF2-40B4-BE49-F238E27FC236}">
                  <a16:creationId xmlns:a16="http://schemas.microsoft.com/office/drawing/2014/main" id="{B18F9C32-9743-460C-93EB-9D47282519E3}"/>
                </a:ext>
              </a:extLst>
            </p:cNvPr>
            <p:cNvSpPr/>
            <p:nvPr/>
          </p:nvSpPr>
          <p:spPr>
            <a:xfrm>
              <a:off x="2985430" y="5182379"/>
              <a:ext cx="930700" cy="1065278"/>
            </a:xfrm>
            <a:custGeom>
              <a:avLst/>
              <a:gdLst>
                <a:gd name="connsiteX0" fmla="*/ 310174 w 930700"/>
                <a:gd name="connsiteY0" fmla="*/ 222154 h 1065278"/>
                <a:gd name="connsiteX1" fmla="*/ 310174 w 930700"/>
                <a:gd name="connsiteY1" fmla="*/ 842546 h 1065278"/>
                <a:gd name="connsiteX2" fmla="*/ 106118 w 930700"/>
                <a:gd name="connsiteY2" fmla="*/ 1046574 h 1065278"/>
                <a:gd name="connsiteX3" fmla="*/ 18343 w 930700"/>
                <a:gd name="connsiteY3" fmla="*/ 1047051 h 1065278"/>
                <a:gd name="connsiteX4" fmla="*/ -78 w 930700"/>
                <a:gd name="connsiteY4" fmla="*/ 1002781 h 1065278"/>
                <a:gd name="connsiteX5" fmla="*/ -78 w 930700"/>
                <a:gd name="connsiteY5" fmla="*/ 61722 h 1065278"/>
                <a:gd name="connsiteX6" fmla="*/ 62068 w 930700"/>
                <a:gd name="connsiteY6" fmla="*/ -261 h 1065278"/>
                <a:gd name="connsiteX7" fmla="*/ 105641 w 930700"/>
                <a:gd name="connsiteY7" fmla="*/ 17677 h 1065278"/>
                <a:gd name="connsiteX8" fmla="*/ 372185 w 930700"/>
                <a:gd name="connsiteY8" fmla="*/ -261 h 1065278"/>
                <a:gd name="connsiteX9" fmla="*/ 310174 w 930700"/>
                <a:gd name="connsiteY9" fmla="*/ 61722 h 1065278"/>
                <a:gd name="connsiteX10" fmla="*/ 310174 w 930700"/>
                <a:gd name="connsiteY10" fmla="*/ 222154 h 1065278"/>
                <a:gd name="connsiteX11" fmla="*/ 620398 w 930700"/>
                <a:gd name="connsiteY11" fmla="*/ 532378 h 1065278"/>
                <a:gd name="connsiteX12" fmla="*/ 310174 w 930700"/>
                <a:gd name="connsiteY12" fmla="*/ 842574 h 1065278"/>
                <a:gd name="connsiteX13" fmla="*/ 310174 w 930700"/>
                <a:gd name="connsiteY13" fmla="*/ 1003062 h 1065278"/>
                <a:gd name="connsiteX14" fmla="*/ 372241 w 930700"/>
                <a:gd name="connsiteY14" fmla="*/ 1065017 h 1065278"/>
                <a:gd name="connsiteX15" fmla="*/ 415865 w 930700"/>
                <a:gd name="connsiteY15" fmla="*/ 1047023 h 1065278"/>
                <a:gd name="connsiteX16" fmla="*/ 930622 w 930700"/>
                <a:gd name="connsiteY16" fmla="*/ 532378 h 1065278"/>
                <a:gd name="connsiteX17" fmla="*/ 416174 w 930700"/>
                <a:gd name="connsiteY17" fmla="*/ 17818 h 1065278"/>
                <a:gd name="connsiteX18" fmla="*/ 372297 w 930700"/>
                <a:gd name="connsiteY18" fmla="*/ -261 h 106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278">
                  <a:moveTo>
                    <a:pt x="310174" y="222154"/>
                  </a:moveTo>
                  <a:lnTo>
                    <a:pt x="310174" y="842546"/>
                  </a:lnTo>
                  <a:lnTo>
                    <a:pt x="106118" y="1046574"/>
                  </a:lnTo>
                  <a:cubicBezTo>
                    <a:pt x="82013" y="1070940"/>
                    <a:pt x="42715" y="1071165"/>
                    <a:pt x="18343" y="1047051"/>
                  </a:cubicBezTo>
                  <a:cubicBezTo>
                    <a:pt x="6519" y="1035373"/>
                    <a:pt x="-118" y="1019400"/>
                    <a:pt x="-78" y="1002781"/>
                  </a:cubicBezTo>
                  <a:lnTo>
                    <a:pt x="-78" y="61722"/>
                  </a:lnTo>
                  <a:cubicBezTo>
                    <a:pt x="-36" y="27446"/>
                    <a:pt x="27789" y="-317"/>
                    <a:pt x="62068" y="-261"/>
                  </a:cubicBezTo>
                  <a:cubicBezTo>
                    <a:pt x="78386" y="-233"/>
                    <a:pt x="94039" y="6196"/>
                    <a:pt x="105641" y="17677"/>
                  </a:cubicBezTo>
                  <a:close/>
                  <a:moveTo>
                    <a:pt x="372185" y="-261"/>
                  </a:moveTo>
                  <a:cubicBezTo>
                    <a:pt x="337948" y="-261"/>
                    <a:pt x="310191" y="27475"/>
                    <a:pt x="310174" y="61722"/>
                  </a:cubicBezTo>
                  <a:lnTo>
                    <a:pt x="310174" y="222154"/>
                  </a:lnTo>
                  <a:lnTo>
                    <a:pt x="620398" y="532378"/>
                  </a:lnTo>
                  <a:lnTo>
                    <a:pt x="310174" y="842574"/>
                  </a:lnTo>
                  <a:lnTo>
                    <a:pt x="310174" y="1003062"/>
                  </a:lnTo>
                  <a:cubicBezTo>
                    <a:pt x="310205" y="1037310"/>
                    <a:pt x="337993" y="1065045"/>
                    <a:pt x="372241" y="1065017"/>
                  </a:cubicBezTo>
                  <a:cubicBezTo>
                    <a:pt x="388585" y="1065017"/>
                    <a:pt x="404263" y="1058533"/>
                    <a:pt x="415865" y="1047023"/>
                  </a:cubicBezTo>
                  <a:lnTo>
                    <a:pt x="930622" y="532378"/>
                  </a:lnTo>
                  <a:lnTo>
                    <a:pt x="416174" y="17818"/>
                  </a:lnTo>
                  <a:cubicBezTo>
                    <a:pt x="404541" y="6196"/>
                    <a:pt x="388748" y="-317"/>
                    <a:pt x="372297"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41" name="Graphic 168">
              <a:extLst>
                <a:ext uri="{FF2B5EF4-FFF2-40B4-BE49-F238E27FC236}">
                  <a16:creationId xmlns:a16="http://schemas.microsoft.com/office/drawing/2014/main" id="{7D8CA0A8-3A7B-4134-9F5A-32B3F08AAD97}"/>
                </a:ext>
              </a:extLst>
            </p:cNvPr>
            <p:cNvSpPr/>
            <p:nvPr/>
          </p:nvSpPr>
          <p:spPr>
            <a:xfrm>
              <a:off x="3993834" y="5182379"/>
              <a:ext cx="930784" cy="1065277"/>
            </a:xfrm>
            <a:custGeom>
              <a:avLst/>
              <a:gdLst>
                <a:gd name="connsiteX0" fmla="*/ 310146 w 930784"/>
                <a:gd name="connsiteY0" fmla="*/ 222154 h 1065277"/>
                <a:gd name="connsiteX1" fmla="*/ 310146 w 930784"/>
                <a:gd name="connsiteY1" fmla="*/ 842546 h 1065277"/>
                <a:gd name="connsiteX2" fmla="*/ 106118 w 930784"/>
                <a:gd name="connsiteY2" fmla="*/ 1046574 h 1065277"/>
                <a:gd name="connsiteX3" fmla="*/ 18343 w 930784"/>
                <a:gd name="connsiteY3" fmla="*/ 1047051 h 1065277"/>
                <a:gd name="connsiteX4" fmla="*/ -78 w 930784"/>
                <a:gd name="connsiteY4" fmla="*/ 1002781 h 1065277"/>
                <a:gd name="connsiteX5" fmla="*/ -78 w 930784"/>
                <a:gd name="connsiteY5" fmla="*/ 61722 h 1065277"/>
                <a:gd name="connsiteX6" fmla="*/ 62068 w 930784"/>
                <a:gd name="connsiteY6" fmla="*/ -261 h 1065277"/>
                <a:gd name="connsiteX7" fmla="*/ 105641 w 930784"/>
                <a:gd name="connsiteY7" fmla="*/ 17677 h 1065277"/>
                <a:gd name="connsiteX8" fmla="*/ 372157 w 930784"/>
                <a:gd name="connsiteY8" fmla="*/ -261 h 1065277"/>
                <a:gd name="connsiteX9" fmla="*/ 310146 w 930784"/>
                <a:gd name="connsiteY9" fmla="*/ 61722 h 1065277"/>
                <a:gd name="connsiteX10" fmla="*/ 310146 w 930784"/>
                <a:gd name="connsiteY10" fmla="*/ 222154 h 1065277"/>
                <a:gd name="connsiteX11" fmla="*/ 620482 w 930784"/>
                <a:gd name="connsiteY11" fmla="*/ 532378 h 1065277"/>
                <a:gd name="connsiteX12" fmla="*/ 310258 w 930784"/>
                <a:gd name="connsiteY12" fmla="*/ 842574 h 1065277"/>
                <a:gd name="connsiteX13" fmla="*/ 310258 w 930784"/>
                <a:gd name="connsiteY13" fmla="*/ 1003062 h 1065277"/>
                <a:gd name="connsiteX14" fmla="*/ 372393 w 930784"/>
                <a:gd name="connsiteY14" fmla="*/ 1065017 h 1065277"/>
                <a:gd name="connsiteX15" fmla="*/ 415978 w 930784"/>
                <a:gd name="connsiteY15" fmla="*/ 1047023 h 1065277"/>
                <a:gd name="connsiteX16" fmla="*/ 930707 w 930784"/>
                <a:gd name="connsiteY16" fmla="*/ 532378 h 1065277"/>
                <a:gd name="connsiteX17" fmla="*/ 416174 w 930784"/>
                <a:gd name="connsiteY17" fmla="*/ 17818 h 1065277"/>
                <a:gd name="connsiteX18" fmla="*/ 372269 w 930784"/>
                <a:gd name="connsiteY18" fmla="*/ -261 h 106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84" h="1065277">
                  <a:moveTo>
                    <a:pt x="310146" y="222154"/>
                  </a:moveTo>
                  <a:lnTo>
                    <a:pt x="310146" y="842546"/>
                  </a:lnTo>
                  <a:lnTo>
                    <a:pt x="106118" y="1046574"/>
                  </a:lnTo>
                  <a:cubicBezTo>
                    <a:pt x="82013" y="1070940"/>
                    <a:pt x="42715" y="1071165"/>
                    <a:pt x="18343" y="1047051"/>
                  </a:cubicBezTo>
                  <a:cubicBezTo>
                    <a:pt x="6519" y="1035373"/>
                    <a:pt x="-117" y="1019400"/>
                    <a:pt x="-78" y="1002781"/>
                  </a:cubicBezTo>
                  <a:lnTo>
                    <a:pt x="-78" y="61722"/>
                  </a:lnTo>
                  <a:cubicBezTo>
                    <a:pt x="-36" y="27446"/>
                    <a:pt x="27789" y="-317"/>
                    <a:pt x="62068" y="-261"/>
                  </a:cubicBezTo>
                  <a:cubicBezTo>
                    <a:pt x="78386" y="-233"/>
                    <a:pt x="94039" y="6195"/>
                    <a:pt x="105641" y="17677"/>
                  </a:cubicBezTo>
                  <a:close/>
                  <a:moveTo>
                    <a:pt x="372157" y="-261"/>
                  </a:moveTo>
                  <a:cubicBezTo>
                    <a:pt x="337920" y="-261"/>
                    <a:pt x="310163" y="27474"/>
                    <a:pt x="310146" y="61722"/>
                  </a:cubicBezTo>
                  <a:lnTo>
                    <a:pt x="310146" y="222154"/>
                  </a:lnTo>
                  <a:lnTo>
                    <a:pt x="620482" y="532378"/>
                  </a:lnTo>
                  <a:lnTo>
                    <a:pt x="310258" y="842574"/>
                  </a:lnTo>
                  <a:lnTo>
                    <a:pt x="310258" y="1003062"/>
                  </a:lnTo>
                  <a:cubicBezTo>
                    <a:pt x="310311" y="1037338"/>
                    <a:pt x="338128" y="1065045"/>
                    <a:pt x="372393" y="1065017"/>
                  </a:cubicBezTo>
                  <a:cubicBezTo>
                    <a:pt x="388722" y="1064989"/>
                    <a:pt x="404381" y="1058533"/>
                    <a:pt x="415978" y="1047023"/>
                  </a:cubicBezTo>
                  <a:lnTo>
                    <a:pt x="930707" y="532378"/>
                  </a:lnTo>
                  <a:lnTo>
                    <a:pt x="416174" y="17818"/>
                  </a:lnTo>
                  <a:cubicBezTo>
                    <a:pt x="404518" y="6195"/>
                    <a:pt x="388722" y="-289"/>
                    <a:pt x="372269"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42" name="Graphic 168">
              <a:extLst>
                <a:ext uri="{FF2B5EF4-FFF2-40B4-BE49-F238E27FC236}">
                  <a16:creationId xmlns:a16="http://schemas.microsoft.com/office/drawing/2014/main" id="{1DDB8EC8-2DD0-44E2-9E3D-83544BCE3818}"/>
                </a:ext>
              </a:extLst>
            </p:cNvPr>
            <p:cNvSpPr/>
            <p:nvPr/>
          </p:nvSpPr>
          <p:spPr>
            <a:xfrm>
              <a:off x="5002266" y="5182379"/>
              <a:ext cx="930644" cy="1065283"/>
            </a:xfrm>
            <a:custGeom>
              <a:avLst/>
              <a:gdLst>
                <a:gd name="connsiteX0" fmla="*/ 310118 w 930644"/>
                <a:gd name="connsiteY0" fmla="*/ 222154 h 1065283"/>
                <a:gd name="connsiteX1" fmla="*/ 310118 w 930644"/>
                <a:gd name="connsiteY1" fmla="*/ 842546 h 1065283"/>
                <a:gd name="connsiteX2" fmla="*/ 106118 w 930644"/>
                <a:gd name="connsiteY2" fmla="*/ 1046602 h 1065283"/>
                <a:gd name="connsiteX3" fmla="*/ 18337 w 930644"/>
                <a:gd name="connsiteY3" fmla="*/ 1047079 h 1065283"/>
                <a:gd name="connsiteX4" fmla="*/ -78 w 930644"/>
                <a:gd name="connsiteY4" fmla="*/ 1002809 h 1065283"/>
                <a:gd name="connsiteX5" fmla="*/ -78 w 930644"/>
                <a:gd name="connsiteY5" fmla="*/ 61722 h 1065283"/>
                <a:gd name="connsiteX6" fmla="*/ 62073 w 930644"/>
                <a:gd name="connsiteY6" fmla="*/ -261 h 1065283"/>
                <a:gd name="connsiteX7" fmla="*/ 105641 w 930644"/>
                <a:gd name="connsiteY7" fmla="*/ 17677 h 1065283"/>
                <a:gd name="connsiteX8" fmla="*/ 372129 w 930644"/>
                <a:gd name="connsiteY8" fmla="*/ -261 h 1065283"/>
                <a:gd name="connsiteX9" fmla="*/ 310118 w 930644"/>
                <a:gd name="connsiteY9" fmla="*/ 61722 h 1065283"/>
                <a:gd name="connsiteX10" fmla="*/ 310118 w 930644"/>
                <a:gd name="connsiteY10" fmla="*/ 222154 h 1065283"/>
                <a:gd name="connsiteX11" fmla="*/ 620342 w 930644"/>
                <a:gd name="connsiteY11" fmla="*/ 532378 h 1065283"/>
                <a:gd name="connsiteX12" fmla="*/ 310118 w 930644"/>
                <a:gd name="connsiteY12" fmla="*/ 842574 h 1065283"/>
                <a:gd name="connsiteX13" fmla="*/ 310118 w 930644"/>
                <a:gd name="connsiteY13" fmla="*/ 1003062 h 1065283"/>
                <a:gd name="connsiteX14" fmla="*/ 372185 w 930644"/>
                <a:gd name="connsiteY14" fmla="*/ 1065017 h 1065283"/>
                <a:gd name="connsiteX15" fmla="*/ 415809 w 930644"/>
                <a:gd name="connsiteY15" fmla="*/ 1047023 h 1065283"/>
                <a:gd name="connsiteX16" fmla="*/ 930566 w 930644"/>
                <a:gd name="connsiteY16" fmla="*/ 532378 h 1065283"/>
                <a:gd name="connsiteX17" fmla="*/ 416005 w 930644"/>
                <a:gd name="connsiteY17" fmla="*/ 17818 h 1065283"/>
                <a:gd name="connsiteX18" fmla="*/ 372129 w 930644"/>
                <a:gd name="connsiteY18" fmla="*/ -261 h 1065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44" h="1065283">
                  <a:moveTo>
                    <a:pt x="310118" y="222154"/>
                  </a:moveTo>
                  <a:lnTo>
                    <a:pt x="310118" y="842546"/>
                  </a:lnTo>
                  <a:lnTo>
                    <a:pt x="106118" y="1046602"/>
                  </a:lnTo>
                  <a:cubicBezTo>
                    <a:pt x="82004" y="1070969"/>
                    <a:pt x="42703" y="1071193"/>
                    <a:pt x="18337" y="1047079"/>
                  </a:cubicBezTo>
                  <a:cubicBezTo>
                    <a:pt x="6519" y="1035401"/>
                    <a:pt x="-106" y="1019428"/>
                    <a:pt x="-78" y="1002809"/>
                  </a:cubicBezTo>
                  <a:lnTo>
                    <a:pt x="-78" y="61722"/>
                  </a:lnTo>
                  <a:cubicBezTo>
                    <a:pt x="-22" y="27446"/>
                    <a:pt x="27797" y="-317"/>
                    <a:pt x="62073" y="-261"/>
                  </a:cubicBezTo>
                  <a:cubicBezTo>
                    <a:pt x="78383" y="-233"/>
                    <a:pt x="94047" y="6196"/>
                    <a:pt x="105641" y="17677"/>
                  </a:cubicBezTo>
                  <a:close/>
                  <a:moveTo>
                    <a:pt x="372129" y="-261"/>
                  </a:moveTo>
                  <a:cubicBezTo>
                    <a:pt x="337881" y="-261"/>
                    <a:pt x="310146" y="27475"/>
                    <a:pt x="310118" y="61722"/>
                  </a:cubicBezTo>
                  <a:lnTo>
                    <a:pt x="310118" y="222154"/>
                  </a:lnTo>
                  <a:lnTo>
                    <a:pt x="620342" y="532378"/>
                  </a:lnTo>
                  <a:lnTo>
                    <a:pt x="310118" y="842574"/>
                  </a:lnTo>
                  <a:lnTo>
                    <a:pt x="310118" y="1003062"/>
                  </a:lnTo>
                  <a:cubicBezTo>
                    <a:pt x="310146" y="1037310"/>
                    <a:pt x="337937" y="1065045"/>
                    <a:pt x="372185" y="1065017"/>
                  </a:cubicBezTo>
                  <a:cubicBezTo>
                    <a:pt x="388523" y="1065017"/>
                    <a:pt x="404215" y="1058533"/>
                    <a:pt x="415809" y="1047023"/>
                  </a:cubicBezTo>
                  <a:lnTo>
                    <a:pt x="930566" y="532378"/>
                  </a:lnTo>
                  <a:lnTo>
                    <a:pt x="416005" y="17818"/>
                  </a:lnTo>
                  <a:cubicBezTo>
                    <a:pt x="404384" y="6196"/>
                    <a:pt x="388579" y="-317"/>
                    <a:pt x="372129"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43" name="Graphic 168">
              <a:extLst>
                <a:ext uri="{FF2B5EF4-FFF2-40B4-BE49-F238E27FC236}">
                  <a16:creationId xmlns:a16="http://schemas.microsoft.com/office/drawing/2014/main" id="{80B40274-1159-4185-9C1F-EA0576F1C334}"/>
                </a:ext>
              </a:extLst>
            </p:cNvPr>
            <p:cNvSpPr/>
            <p:nvPr/>
          </p:nvSpPr>
          <p:spPr>
            <a:xfrm>
              <a:off x="6010586" y="5182379"/>
              <a:ext cx="930700" cy="1065278"/>
            </a:xfrm>
            <a:custGeom>
              <a:avLst/>
              <a:gdLst>
                <a:gd name="connsiteX0" fmla="*/ 310174 w 930700"/>
                <a:gd name="connsiteY0" fmla="*/ 222154 h 1065278"/>
                <a:gd name="connsiteX1" fmla="*/ 310174 w 930700"/>
                <a:gd name="connsiteY1" fmla="*/ 842546 h 1065278"/>
                <a:gd name="connsiteX2" fmla="*/ 106146 w 930700"/>
                <a:gd name="connsiteY2" fmla="*/ 1046574 h 1065278"/>
                <a:gd name="connsiteX3" fmla="*/ 18337 w 930700"/>
                <a:gd name="connsiteY3" fmla="*/ 1047023 h 1065278"/>
                <a:gd name="connsiteX4" fmla="*/ -78 w 930700"/>
                <a:gd name="connsiteY4" fmla="*/ 1002781 h 1065278"/>
                <a:gd name="connsiteX5" fmla="*/ -78 w 930700"/>
                <a:gd name="connsiteY5" fmla="*/ 61722 h 1065278"/>
                <a:gd name="connsiteX6" fmla="*/ 62129 w 930700"/>
                <a:gd name="connsiteY6" fmla="*/ -205 h 1065278"/>
                <a:gd name="connsiteX7" fmla="*/ 105585 w 930700"/>
                <a:gd name="connsiteY7" fmla="*/ 17677 h 1065278"/>
                <a:gd name="connsiteX8" fmla="*/ 372185 w 930700"/>
                <a:gd name="connsiteY8" fmla="*/ -261 h 1065278"/>
                <a:gd name="connsiteX9" fmla="*/ 310174 w 930700"/>
                <a:gd name="connsiteY9" fmla="*/ 61722 h 1065278"/>
                <a:gd name="connsiteX10" fmla="*/ 310174 w 930700"/>
                <a:gd name="connsiteY10" fmla="*/ 222154 h 1065278"/>
                <a:gd name="connsiteX11" fmla="*/ 620398 w 930700"/>
                <a:gd name="connsiteY11" fmla="*/ 532378 h 1065278"/>
                <a:gd name="connsiteX12" fmla="*/ 310174 w 930700"/>
                <a:gd name="connsiteY12" fmla="*/ 842574 h 1065278"/>
                <a:gd name="connsiteX13" fmla="*/ 310174 w 930700"/>
                <a:gd name="connsiteY13" fmla="*/ 1003062 h 1065278"/>
                <a:gd name="connsiteX14" fmla="*/ 372297 w 930700"/>
                <a:gd name="connsiteY14" fmla="*/ 1065017 h 1065278"/>
                <a:gd name="connsiteX15" fmla="*/ 415893 w 930700"/>
                <a:gd name="connsiteY15" fmla="*/ 1047023 h 1065278"/>
                <a:gd name="connsiteX16" fmla="*/ 930622 w 930700"/>
                <a:gd name="connsiteY16" fmla="*/ 532378 h 1065278"/>
                <a:gd name="connsiteX17" fmla="*/ 416062 w 930700"/>
                <a:gd name="connsiteY17" fmla="*/ 17818 h 1065278"/>
                <a:gd name="connsiteX18" fmla="*/ 372185 w 930700"/>
                <a:gd name="connsiteY18" fmla="*/ -261 h 106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278">
                  <a:moveTo>
                    <a:pt x="310174" y="222154"/>
                  </a:moveTo>
                  <a:lnTo>
                    <a:pt x="310174" y="842546"/>
                  </a:lnTo>
                  <a:lnTo>
                    <a:pt x="106146" y="1046574"/>
                  </a:lnTo>
                  <a:cubicBezTo>
                    <a:pt x="82032" y="1070940"/>
                    <a:pt x="42703" y="1071137"/>
                    <a:pt x="18337" y="1047023"/>
                  </a:cubicBezTo>
                  <a:cubicBezTo>
                    <a:pt x="6519" y="1035317"/>
                    <a:pt x="-106" y="1019400"/>
                    <a:pt x="-78" y="1002781"/>
                  </a:cubicBezTo>
                  <a:lnTo>
                    <a:pt x="-78" y="61722"/>
                  </a:lnTo>
                  <a:cubicBezTo>
                    <a:pt x="6" y="27446"/>
                    <a:pt x="27854" y="-289"/>
                    <a:pt x="62129" y="-205"/>
                  </a:cubicBezTo>
                  <a:cubicBezTo>
                    <a:pt x="78383" y="-177"/>
                    <a:pt x="93991" y="6252"/>
                    <a:pt x="105585" y="17677"/>
                  </a:cubicBezTo>
                  <a:close/>
                  <a:moveTo>
                    <a:pt x="372185" y="-261"/>
                  </a:moveTo>
                  <a:cubicBezTo>
                    <a:pt x="337937" y="-261"/>
                    <a:pt x="310202" y="27475"/>
                    <a:pt x="310174" y="61722"/>
                  </a:cubicBezTo>
                  <a:lnTo>
                    <a:pt x="310174" y="222154"/>
                  </a:lnTo>
                  <a:lnTo>
                    <a:pt x="620398" y="532378"/>
                  </a:lnTo>
                  <a:lnTo>
                    <a:pt x="310174" y="842574"/>
                  </a:lnTo>
                  <a:lnTo>
                    <a:pt x="310174" y="1003062"/>
                  </a:lnTo>
                  <a:cubicBezTo>
                    <a:pt x="310230" y="1037338"/>
                    <a:pt x="338050" y="1065045"/>
                    <a:pt x="372297" y="1065017"/>
                  </a:cubicBezTo>
                  <a:cubicBezTo>
                    <a:pt x="388635" y="1064989"/>
                    <a:pt x="404300" y="1058533"/>
                    <a:pt x="415893" y="1047023"/>
                  </a:cubicBezTo>
                  <a:lnTo>
                    <a:pt x="930622" y="532378"/>
                  </a:lnTo>
                  <a:lnTo>
                    <a:pt x="416062" y="17818"/>
                  </a:lnTo>
                  <a:cubicBezTo>
                    <a:pt x="404440" y="6196"/>
                    <a:pt x="388635" y="-317"/>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44" name="Graphic 168">
              <a:extLst>
                <a:ext uri="{FF2B5EF4-FFF2-40B4-BE49-F238E27FC236}">
                  <a16:creationId xmlns:a16="http://schemas.microsoft.com/office/drawing/2014/main" id="{0B436515-C84B-4683-836C-403142882AA4}"/>
                </a:ext>
              </a:extLst>
            </p:cNvPr>
            <p:cNvSpPr/>
            <p:nvPr/>
          </p:nvSpPr>
          <p:spPr>
            <a:xfrm>
              <a:off x="7018989" y="5182379"/>
              <a:ext cx="930701" cy="1065277"/>
            </a:xfrm>
            <a:custGeom>
              <a:avLst/>
              <a:gdLst>
                <a:gd name="connsiteX0" fmla="*/ 310174 w 930701"/>
                <a:gd name="connsiteY0" fmla="*/ 222154 h 1065277"/>
                <a:gd name="connsiteX1" fmla="*/ 310174 w 930701"/>
                <a:gd name="connsiteY1" fmla="*/ 842546 h 1065277"/>
                <a:gd name="connsiteX2" fmla="*/ 106118 w 930701"/>
                <a:gd name="connsiteY2" fmla="*/ 1046574 h 1065277"/>
                <a:gd name="connsiteX3" fmla="*/ 18337 w 930701"/>
                <a:gd name="connsiteY3" fmla="*/ 1047051 h 1065277"/>
                <a:gd name="connsiteX4" fmla="*/ -78 w 930701"/>
                <a:gd name="connsiteY4" fmla="*/ 1002781 h 1065277"/>
                <a:gd name="connsiteX5" fmla="*/ -78 w 930701"/>
                <a:gd name="connsiteY5" fmla="*/ 61722 h 1065277"/>
                <a:gd name="connsiteX6" fmla="*/ 62073 w 930701"/>
                <a:gd name="connsiteY6" fmla="*/ -261 h 1065277"/>
                <a:gd name="connsiteX7" fmla="*/ 105641 w 930701"/>
                <a:gd name="connsiteY7" fmla="*/ 17677 h 1065277"/>
                <a:gd name="connsiteX8" fmla="*/ 372185 w 930701"/>
                <a:gd name="connsiteY8" fmla="*/ -261 h 1065277"/>
                <a:gd name="connsiteX9" fmla="*/ 310174 w 930701"/>
                <a:gd name="connsiteY9" fmla="*/ 61722 h 1065277"/>
                <a:gd name="connsiteX10" fmla="*/ 310174 w 930701"/>
                <a:gd name="connsiteY10" fmla="*/ 222154 h 1065277"/>
                <a:gd name="connsiteX11" fmla="*/ 620398 w 930701"/>
                <a:gd name="connsiteY11" fmla="*/ 532378 h 1065277"/>
                <a:gd name="connsiteX12" fmla="*/ 310174 w 930701"/>
                <a:gd name="connsiteY12" fmla="*/ 842574 h 1065277"/>
                <a:gd name="connsiteX13" fmla="*/ 310174 w 930701"/>
                <a:gd name="connsiteY13" fmla="*/ 1003062 h 1065277"/>
                <a:gd name="connsiteX14" fmla="*/ 372241 w 930701"/>
                <a:gd name="connsiteY14" fmla="*/ 1065017 h 1065277"/>
                <a:gd name="connsiteX15" fmla="*/ 415865 w 930701"/>
                <a:gd name="connsiteY15" fmla="*/ 1047023 h 1065277"/>
                <a:gd name="connsiteX16" fmla="*/ 930623 w 930701"/>
                <a:gd name="connsiteY16" fmla="*/ 532378 h 1065277"/>
                <a:gd name="connsiteX17" fmla="*/ 416062 w 930701"/>
                <a:gd name="connsiteY17" fmla="*/ 17818 h 1065277"/>
                <a:gd name="connsiteX18" fmla="*/ 372185 w 930701"/>
                <a:gd name="connsiteY18" fmla="*/ -261 h 106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1" h="1065277">
                  <a:moveTo>
                    <a:pt x="310174" y="222154"/>
                  </a:moveTo>
                  <a:lnTo>
                    <a:pt x="310174" y="842546"/>
                  </a:lnTo>
                  <a:lnTo>
                    <a:pt x="106118" y="1046574"/>
                  </a:lnTo>
                  <a:cubicBezTo>
                    <a:pt x="82004" y="1070940"/>
                    <a:pt x="42703" y="1071165"/>
                    <a:pt x="18337" y="1047051"/>
                  </a:cubicBezTo>
                  <a:cubicBezTo>
                    <a:pt x="6519" y="1035373"/>
                    <a:pt x="-106" y="1019400"/>
                    <a:pt x="-78" y="1002781"/>
                  </a:cubicBezTo>
                  <a:lnTo>
                    <a:pt x="-78" y="61722"/>
                  </a:lnTo>
                  <a:cubicBezTo>
                    <a:pt x="-22" y="27446"/>
                    <a:pt x="27797" y="-317"/>
                    <a:pt x="62073" y="-261"/>
                  </a:cubicBezTo>
                  <a:cubicBezTo>
                    <a:pt x="78383" y="-233"/>
                    <a:pt x="94047" y="6195"/>
                    <a:pt x="105641" y="17677"/>
                  </a:cubicBezTo>
                  <a:close/>
                  <a:moveTo>
                    <a:pt x="372185" y="-261"/>
                  </a:moveTo>
                  <a:cubicBezTo>
                    <a:pt x="337937" y="-261"/>
                    <a:pt x="310202" y="27474"/>
                    <a:pt x="310174" y="61722"/>
                  </a:cubicBezTo>
                  <a:lnTo>
                    <a:pt x="310174" y="222154"/>
                  </a:lnTo>
                  <a:lnTo>
                    <a:pt x="620398" y="532378"/>
                  </a:lnTo>
                  <a:lnTo>
                    <a:pt x="310174" y="842574"/>
                  </a:lnTo>
                  <a:lnTo>
                    <a:pt x="310174" y="1003062"/>
                  </a:lnTo>
                  <a:cubicBezTo>
                    <a:pt x="310202" y="1037310"/>
                    <a:pt x="337993" y="1065045"/>
                    <a:pt x="372241" y="1065017"/>
                  </a:cubicBezTo>
                  <a:cubicBezTo>
                    <a:pt x="388579" y="1065017"/>
                    <a:pt x="404272" y="1058533"/>
                    <a:pt x="415865" y="1047023"/>
                  </a:cubicBezTo>
                  <a:lnTo>
                    <a:pt x="930623" y="532378"/>
                  </a:lnTo>
                  <a:lnTo>
                    <a:pt x="416062" y="17818"/>
                  </a:lnTo>
                  <a:cubicBezTo>
                    <a:pt x="404412" y="6195"/>
                    <a:pt x="388636" y="-289"/>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45" name="Graphic 168">
              <a:extLst>
                <a:ext uri="{FF2B5EF4-FFF2-40B4-BE49-F238E27FC236}">
                  <a16:creationId xmlns:a16="http://schemas.microsoft.com/office/drawing/2014/main" id="{8EBE9317-A7F0-4EC8-940B-2A23EDAB8B00}"/>
                </a:ext>
              </a:extLst>
            </p:cNvPr>
            <p:cNvSpPr/>
            <p:nvPr/>
          </p:nvSpPr>
          <p:spPr>
            <a:xfrm>
              <a:off x="8027366" y="5182379"/>
              <a:ext cx="930700" cy="1065278"/>
            </a:xfrm>
            <a:custGeom>
              <a:avLst/>
              <a:gdLst>
                <a:gd name="connsiteX0" fmla="*/ 310174 w 930700"/>
                <a:gd name="connsiteY0" fmla="*/ 222154 h 1065278"/>
                <a:gd name="connsiteX1" fmla="*/ 310174 w 930700"/>
                <a:gd name="connsiteY1" fmla="*/ 842546 h 1065278"/>
                <a:gd name="connsiteX2" fmla="*/ 106146 w 930700"/>
                <a:gd name="connsiteY2" fmla="*/ 1046574 h 1065278"/>
                <a:gd name="connsiteX3" fmla="*/ 18337 w 930700"/>
                <a:gd name="connsiteY3" fmla="*/ 1047023 h 1065278"/>
                <a:gd name="connsiteX4" fmla="*/ -78 w 930700"/>
                <a:gd name="connsiteY4" fmla="*/ 1002781 h 1065278"/>
                <a:gd name="connsiteX5" fmla="*/ -78 w 930700"/>
                <a:gd name="connsiteY5" fmla="*/ 61722 h 1065278"/>
                <a:gd name="connsiteX6" fmla="*/ 62073 w 930700"/>
                <a:gd name="connsiteY6" fmla="*/ -261 h 1065278"/>
                <a:gd name="connsiteX7" fmla="*/ 105641 w 930700"/>
                <a:gd name="connsiteY7" fmla="*/ 17677 h 1065278"/>
                <a:gd name="connsiteX8" fmla="*/ 372185 w 930700"/>
                <a:gd name="connsiteY8" fmla="*/ -261 h 1065278"/>
                <a:gd name="connsiteX9" fmla="*/ 310174 w 930700"/>
                <a:gd name="connsiteY9" fmla="*/ 61722 h 1065278"/>
                <a:gd name="connsiteX10" fmla="*/ 310174 w 930700"/>
                <a:gd name="connsiteY10" fmla="*/ 222154 h 1065278"/>
                <a:gd name="connsiteX11" fmla="*/ 620398 w 930700"/>
                <a:gd name="connsiteY11" fmla="*/ 532378 h 1065278"/>
                <a:gd name="connsiteX12" fmla="*/ 310174 w 930700"/>
                <a:gd name="connsiteY12" fmla="*/ 842574 h 1065278"/>
                <a:gd name="connsiteX13" fmla="*/ 310174 w 930700"/>
                <a:gd name="connsiteY13" fmla="*/ 1003062 h 1065278"/>
                <a:gd name="connsiteX14" fmla="*/ 372241 w 930700"/>
                <a:gd name="connsiteY14" fmla="*/ 1065017 h 1065278"/>
                <a:gd name="connsiteX15" fmla="*/ 415865 w 930700"/>
                <a:gd name="connsiteY15" fmla="*/ 1047023 h 1065278"/>
                <a:gd name="connsiteX16" fmla="*/ 930622 w 930700"/>
                <a:gd name="connsiteY16" fmla="*/ 532378 h 1065278"/>
                <a:gd name="connsiteX17" fmla="*/ 415977 w 930700"/>
                <a:gd name="connsiteY17" fmla="*/ 17818 h 1065278"/>
                <a:gd name="connsiteX18" fmla="*/ 372101 w 930700"/>
                <a:gd name="connsiteY18" fmla="*/ -261 h 106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278">
                  <a:moveTo>
                    <a:pt x="310174" y="222154"/>
                  </a:moveTo>
                  <a:lnTo>
                    <a:pt x="310174" y="842546"/>
                  </a:lnTo>
                  <a:lnTo>
                    <a:pt x="106146" y="1046574"/>
                  </a:lnTo>
                  <a:cubicBezTo>
                    <a:pt x="82032" y="1070940"/>
                    <a:pt x="42703" y="1071137"/>
                    <a:pt x="18337" y="1047023"/>
                  </a:cubicBezTo>
                  <a:cubicBezTo>
                    <a:pt x="6518" y="1035317"/>
                    <a:pt x="-106" y="1019400"/>
                    <a:pt x="-78" y="1002781"/>
                  </a:cubicBezTo>
                  <a:lnTo>
                    <a:pt x="-78" y="61722"/>
                  </a:lnTo>
                  <a:cubicBezTo>
                    <a:pt x="-22" y="27446"/>
                    <a:pt x="27797" y="-317"/>
                    <a:pt x="62073" y="-261"/>
                  </a:cubicBezTo>
                  <a:cubicBezTo>
                    <a:pt x="78383" y="-233"/>
                    <a:pt x="94047" y="6196"/>
                    <a:pt x="105641" y="17677"/>
                  </a:cubicBezTo>
                  <a:close/>
                  <a:moveTo>
                    <a:pt x="372185" y="-261"/>
                  </a:moveTo>
                  <a:cubicBezTo>
                    <a:pt x="337937" y="-261"/>
                    <a:pt x="310202" y="27475"/>
                    <a:pt x="310174" y="61722"/>
                  </a:cubicBezTo>
                  <a:lnTo>
                    <a:pt x="310174" y="222154"/>
                  </a:lnTo>
                  <a:lnTo>
                    <a:pt x="620398" y="532378"/>
                  </a:lnTo>
                  <a:lnTo>
                    <a:pt x="310174" y="842574"/>
                  </a:lnTo>
                  <a:lnTo>
                    <a:pt x="310174" y="1003062"/>
                  </a:lnTo>
                  <a:cubicBezTo>
                    <a:pt x="310202" y="1037310"/>
                    <a:pt x="337993" y="1065045"/>
                    <a:pt x="372241" y="1065017"/>
                  </a:cubicBezTo>
                  <a:cubicBezTo>
                    <a:pt x="388579" y="1065017"/>
                    <a:pt x="404272" y="1058533"/>
                    <a:pt x="415865" y="1047023"/>
                  </a:cubicBezTo>
                  <a:lnTo>
                    <a:pt x="930622" y="532378"/>
                  </a:lnTo>
                  <a:lnTo>
                    <a:pt x="415977" y="17818"/>
                  </a:lnTo>
                  <a:cubicBezTo>
                    <a:pt x="404356" y="6196"/>
                    <a:pt x="388551" y="-317"/>
                    <a:pt x="372101"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46" name="Graphic 168">
              <a:extLst>
                <a:ext uri="{FF2B5EF4-FFF2-40B4-BE49-F238E27FC236}">
                  <a16:creationId xmlns:a16="http://schemas.microsoft.com/office/drawing/2014/main" id="{9A4591DC-3DBD-4172-85E3-F35B6E7E85E7}"/>
                </a:ext>
              </a:extLst>
            </p:cNvPr>
            <p:cNvSpPr/>
            <p:nvPr/>
          </p:nvSpPr>
          <p:spPr>
            <a:xfrm>
              <a:off x="9035769" y="5182379"/>
              <a:ext cx="930588" cy="1065277"/>
            </a:xfrm>
            <a:custGeom>
              <a:avLst/>
              <a:gdLst>
                <a:gd name="connsiteX0" fmla="*/ 310146 w 930588"/>
                <a:gd name="connsiteY0" fmla="*/ 222154 h 1065277"/>
                <a:gd name="connsiteX1" fmla="*/ 310146 w 930588"/>
                <a:gd name="connsiteY1" fmla="*/ 842546 h 1065277"/>
                <a:gd name="connsiteX2" fmla="*/ 106118 w 930588"/>
                <a:gd name="connsiteY2" fmla="*/ 1046574 h 1065277"/>
                <a:gd name="connsiteX3" fmla="*/ 18337 w 930588"/>
                <a:gd name="connsiteY3" fmla="*/ 1047051 h 1065277"/>
                <a:gd name="connsiteX4" fmla="*/ -78 w 930588"/>
                <a:gd name="connsiteY4" fmla="*/ 1002781 h 1065277"/>
                <a:gd name="connsiteX5" fmla="*/ -78 w 930588"/>
                <a:gd name="connsiteY5" fmla="*/ 61722 h 1065277"/>
                <a:gd name="connsiteX6" fmla="*/ 62073 w 930588"/>
                <a:gd name="connsiteY6" fmla="*/ -261 h 1065277"/>
                <a:gd name="connsiteX7" fmla="*/ 105641 w 930588"/>
                <a:gd name="connsiteY7" fmla="*/ 17677 h 1065277"/>
                <a:gd name="connsiteX8" fmla="*/ 372185 w 930588"/>
                <a:gd name="connsiteY8" fmla="*/ -261 h 1065277"/>
                <a:gd name="connsiteX9" fmla="*/ 310174 w 930588"/>
                <a:gd name="connsiteY9" fmla="*/ 61722 h 1065277"/>
                <a:gd name="connsiteX10" fmla="*/ 310174 w 930588"/>
                <a:gd name="connsiteY10" fmla="*/ 222154 h 1065277"/>
                <a:gd name="connsiteX11" fmla="*/ 620286 w 930588"/>
                <a:gd name="connsiteY11" fmla="*/ 532378 h 1065277"/>
                <a:gd name="connsiteX12" fmla="*/ 310062 w 930588"/>
                <a:gd name="connsiteY12" fmla="*/ 842574 h 1065277"/>
                <a:gd name="connsiteX13" fmla="*/ 310062 w 930588"/>
                <a:gd name="connsiteY13" fmla="*/ 1003062 h 1065277"/>
                <a:gd name="connsiteX14" fmla="*/ 372129 w 930588"/>
                <a:gd name="connsiteY14" fmla="*/ 1065017 h 1065277"/>
                <a:gd name="connsiteX15" fmla="*/ 415753 w 930588"/>
                <a:gd name="connsiteY15" fmla="*/ 1047023 h 1065277"/>
                <a:gd name="connsiteX16" fmla="*/ 930510 w 930588"/>
                <a:gd name="connsiteY16" fmla="*/ 532378 h 1065277"/>
                <a:gd name="connsiteX17" fmla="*/ 415949 w 930588"/>
                <a:gd name="connsiteY17" fmla="*/ 17818 h 1065277"/>
                <a:gd name="connsiteX18" fmla="*/ 372073 w 930588"/>
                <a:gd name="connsiteY18" fmla="*/ -261 h 106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588" h="1065277">
                  <a:moveTo>
                    <a:pt x="310146" y="222154"/>
                  </a:moveTo>
                  <a:lnTo>
                    <a:pt x="310146" y="842546"/>
                  </a:lnTo>
                  <a:lnTo>
                    <a:pt x="106118" y="1046574"/>
                  </a:lnTo>
                  <a:cubicBezTo>
                    <a:pt x="82004" y="1070940"/>
                    <a:pt x="42703" y="1071165"/>
                    <a:pt x="18337" y="1047051"/>
                  </a:cubicBezTo>
                  <a:cubicBezTo>
                    <a:pt x="6519" y="1035373"/>
                    <a:pt x="-106" y="1019400"/>
                    <a:pt x="-78" y="1002781"/>
                  </a:cubicBezTo>
                  <a:lnTo>
                    <a:pt x="-78" y="61722"/>
                  </a:lnTo>
                  <a:cubicBezTo>
                    <a:pt x="-22" y="27446"/>
                    <a:pt x="27797" y="-317"/>
                    <a:pt x="62073" y="-261"/>
                  </a:cubicBezTo>
                  <a:cubicBezTo>
                    <a:pt x="78383" y="-233"/>
                    <a:pt x="94047" y="6195"/>
                    <a:pt x="105641" y="17677"/>
                  </a:cubicBezTo>
                  <a:close/>
                  <a:moveTo>
                    <a:pt x="372185" y="-261"/>
                  </a:moveTo>
                  <a:cubicBezTo>
                    <a:pt x="337937" y="-261"/>
                    <a:pt x="310202" y="27474"/>
                    <a:pt x="310174" y="61722"/>
                  </a:cubicBezTo>
                  <a:lnTo>
                    <a:pt x="310174" y="222154"/>
                  </a:lnTo>
                  <a:lnTo>
                    <a:pt x="620286" y="532378"/>
                  </a:lnTo>
                  <a:lnTo>
                    <a:pt x="310062" y="842574"/>
                  </a:lnTo>
                  <a:lnTo>
                    <a:pt x="310062" y="1003062"/>
                  </a:lnTo>
                  <a:cubicBezTo>
                    <a:pt x="310090" y="1037310"/>
                    <a:pt x="337881" y="1065045"/>
                    <a:pt x="372129" y="1065017"/>
                  </a:cubicBezTo>
                  <a:cubicBezTo>
                    <a:pt x="388467" y="1065017"/>
                    <a:pt x="404159" y="1058533"/>
                    <a:pt x="415753" y="1047023"/>
                  </a:cubicBezTo>
                  <a:lnTo>
                    <a:pt x="930510" y="532378"/>
                  </a:lnTo>
                  <a:lnTo>
                    <a:pt x="415949" y="17818"/>
                  </a:lnTo>
                  <a:cubicBezTo>
                    <a:pt x="404300" y="6195"/>
                    <a:pt x="388523" y="-289"/>
                    <a:pt x="372073"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47" name="Graphic 168">
              <a:extLst>
                <a:ext uri="{FF2B5EF4-FFF2-40B4-BE49-F238E27FC236}">
                  <a16:creationId xmlns:a16="http://schemas.microsoft.com/office/drawing/2014/main" id="{98A3B23D-8283-4A69-B242-0B54028352A1}"/>
                </a:ext>
              </a:extLst>
            </p:cNvPr>
            <p:cNvSpPr/>
            <p:nvPr/>
          </p:nvSpPr>
          <p:spPr>
            <a:xfrm>
              <a:off x="10044145" y="5182379"/>
              <a:ext cx="930700" cy="1065278"/>
            </a:xfrm>
            <a:custGeom>
              <a:avLst/>
              <a:gdLst>
                <a:gd name="connsiteX0" fmla="*/ 310174 w 930700"/>
                <a:gd name="connsiteY0" fmla="*/ 222154 h 1065278"/>
                <a:gd name="connsiteX1" fmla="*/ 310174 w 930700"/>
                <a:gd name="connsiteY1" fmla="*/ 842546 h 1065278"/>
                <a:gd name="connsiteX2" fmla="*/ 106118 w 930700"/>
                <a:gd name="connsiteY2" fmla="*/ 1046574 h 1065278"/>
                <a:gd name="connsiteX3" fmla="*/ 18337 w 930700"/>
                <a:gd name="connsiteY3" fmla="*/ 1047051 h 1065278"/>
                <a:gd name="connsiteX4" fmla="*/ -78 w 930700"/>
                <a:gd name="connsiteY4" fmla="*/ 1002781 h 1065278"/>
                <a:gd name="connsiteX5" fmla="*/ -78 w 930700"/>
                <a:gd name="connsiteY5" fmla="*/ 61722 h 1065278"/>
                <a:gd name="connsiteX6" fmla="*/ 62074 w 930700"/>
                <a:gd name="connsiteY6" fmla="*/ -261 h 1065278"/>
                <a:gd name="connsiteX7" fmla="*/ 105641 w 930700"/>
                <a:gd name="connsiteY7" fmla="*/ 17677 h 1065278"/>
                <a:gd name="connsiteX8" fmla="*/ 372185 w 930700"/>
                <a:gd name="connsiteY8" fmla="*/ -261 h 1065278"/>
                <a:gd name="connsiteX9" fmla="*/ 310174 w 930700"/>
                <a:gd name="connsiteY9" fmla="*/ 61722 h 1065278"/>
                <a:gd name="connsiteX10" fmla="*/ 310174 w 930700"/>
                <a:gd name="connsiteY10" fmla="*/ 222154 h 1065278"/>
                <a:gd name="connsiteX11" fmla="*/ 620398 w 930700"/>
                <a:gd name="connsiteY11" fmla="*/ 532378 h 1065278"/>
                <a:gd name="connsiteX12" fmla="*/ 310174 w 930700"/>
                <a:gd name="connsiteY12" fmla="*/ 842574 h 1065278"/>
                <a:gd name="connsiteX13" fmla="*/ 310174 w 930700"/>
                <a:gd name="connsiteY13" fmla="*/ 1003062 h 1065278"/>
                <a:gd name="connsiteX14" fmla="*/ 372242 w 930700"/>
                <a:gd name="connsiteY14" fmla="*/ 1065017 h 1065278"/>
                <a:gd name="connsiteX15" fmla="*/ 415865 w 930700"/>
                <a:gd name="connsiteY15" fmla="*/ 1047023 h 1065278"/>
                <a:gd name="connsiteX16" fmla="*/ 930622 w 930700"/>
                <a:gd name="connsiteY16" fmla="*/ 532378 h 1065278"/>
                <a:gd name="connsiteX17" fmla="*/ 416062 w 930700"/>
                <a:gd name="connsiteY17" fmla="*/ 17818 h 1065278"/>
                <a:gd name="connsiteX18" fmla="*/ 372185 w 930700"/>
                <a:gd name="connsiteY18" fmla="*/ -261 h 106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278">
                  <a:moveTo>
                    <a:pt x="310174" y="222154"/>
                  </a:moveTo>
                  <a:lnTo>
                    <a:pt x="310174" y="842546"/>
                  </a:lnTo>
                  <a:lnTo>
                    <a:pt x="106118" y="1046574"/>
                  </a:lnTo>
                  <a:cubicBezTo>
                    <a:pt x="82004" y="1070940"/>
                    <a:pt x="42703" y="1071165"/>
                    <a:pt x="18337" y="1047051"/>
                  </a:cubicBezTo>
                  <a:cubicBezTo>
                    <a:pt x="6519" y="1035373"/>
                    <a:pt x="-106" y="1019400"/>
                    <a:pt x="-78" y="1002781"/>
                  </a:cubicBezTo>
                  <a:lnTo>
                    <a:pt x="-78" y="61722"/>
                  </a:lnTo>
                  <a:cubicBezTo>
                    <a:pt x="-22" y="27446"/>
                    <a:pt x="27797" y="-317"/>
                    <a:pt x="62074" y="-261"/>
                  </a:cubicBezTo>
                  <a:cubicBezTo>
                    <a:pt x="78383" y="-233"/>
                    <a:pt x="94047" y="6196"/>
                    <a:pt x="105641" y="17677"/>
                  </a:cubicBezTo>
                  <a:close/>
                  <a:moveTo>
                    <a:pt x="372185" y="-261"/>
                  </a:moveTo>
                  <a:cubicBezTo>
                    <a:pt x="337937" y="-261"/>
                    <a:pt x="310202" y="27475"/>
                    <a:pt x="310174" y="61722"/>
                  </a:cubicBezTo>
                  <a:lnTo>
                    <a:pt x="310174" y="222154"/>
                  </a:lnTo>
                  <a:lnTo>
                    <a:pt x="620398" y="532378"/>
                  </a:lnTo>
                  <a:lnTo>
                    <a:pt x="310174" y="842574"/>
                  </a:lnTo>
                  <a:lnTo>
                    <a:pt x="310174" y="1003062"/>
                  </a:lnTo>
                  <a:cubicBezTo>
                    <a:pt x="310202" y="1037310"/>
                    <a:pt x="337993" y="1065045"/>
                    <a:pt x="372242" y="1065017"/>
                  </a:cubicBezTo>
                  <a:cubicBezTo>
                    <a:pt x="388579" y="1065017"/>
                    <a:pt x="404272" y="1058533"/>
                    <a:pt x="415865" y="1047023"/>
                  </a:cubicBezTo>
                  <a:lnTo>
                    <a:pt x="930622" y="532378"/>
                  </a:lnTo>
                  <a:lnTo>
                    <a:pt x="416062" y="17818"/>
                  </a:lnTo>
                  <a:cubicBezTo>
                    <a:pt x="404440" y="6196"/>
                    <a:pt x="388635" y="-317"/>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48" name="Graphic 168">
              <a:extLst>
                <a:ext uri="{FF2B5EF4-FFF2-40B4-BE49-F238E27FC236}">
                  <a16:creationId xmlns:a16="http://schemas.microsoft.com/office/drawing/2014/main" id="{F0110A8A-25CB-404A-A168-6E828B1040F3}"/>
                </a:ext>
              </a:extLst>
            </p:cNvPr>
            <p:cNvSpPr/>
            <p:nvPr/>
          </p:nvSpPr>
          <p:spPr>
            <a:xfrm>
              <a:off x="11052689" y="5182379"/>
              <a:ext cx="930616" cy="1065277"/>
            </a:xfrm>
            <a:custGeom>
              <a:avLst/>
              <a:gdLst>
                <a:gd name="connsiteX0" fmla="*/ 310146 w 930616"/>
                <a:gd name="connsiteY0" fmla="*/ 222154 h 1065277"/>
                <a:gd name="connsiteX1" fmla="*/ 310146 w 930616"/>
                <a:gd name="connsiteY1" fmla="*/ 842546 h 1065277"/>
                <a:gd name="connsiteX2" fmla="*/ 106118 w 930616"/>
                <a:gd name="connsiteY2" fmla="*/ 1046574 h 1065277"/>
                <a:gd name="connsiteX3" fmla="*/ 18337 w 930616"/>
                <a:gd name="connsiteY3" fmla="*/ 1047051 h 1065277"/>
                <a:gd name="connsiteX4" fmla="*/ -78 w 930616"/>
                <a:gd name="connsiteY4" fmla="*/ 1002781 h 1065277"/>
                <a:gd name="connsiteX5" fmla="*/ -78 w 930616"/>
                <a:gd name="connsiteY5" fmla="*/ 61722 h 1065277"/>
                <a:gd name="connsiteX6" fmla="*/ 62073 w 930616"/>
                <a:gd name="connsiteY6" fmla="*/ -261 h 1065277"/>
                <a:gd name="connsiteX7" fmla="*/ 105641 w 930616"/>
                <a:gd name="connsiteY7" fmla="*/ 17677 h 1065277"/>
                <a:gd name="connsiteX8" fmla="*/ 372157 w 930616"/>
                <a:gd name="connsiteY8" fmla="*/ -261 h 1065277"/>
                <a:gd name="connsiteX9" fmla="*/ 310146 w 930616"/>
                <a:gd name="connsiteY9" fmla="*/ 61722 h 1065277"/>
                <a:gd name="connsiteX10" fmla="*/ 310146 w 930616"/>
                <a:gd name="connsiteY10" fmla="*/ 222154 h 1065277"/>
                <a:gd name="connsiteX11" fmla="*/ 620370 w 930616"/>
                <a:gd name="connsiteY11" fmla="*/ 532378 h 1065277"/>
                <a:gd name="connsiteX12" fmla="*/ 310146 w 930616"/>
                <a:gd name="connsiteY12" fmla="*/ 842574 h 1065277"/>
                <a:gd name="connsiteX13" fmla="*/ 310146 w 930616"/>
                <a:gd name="connsiteY13" fmla="*/ 1003062 h 1065277"/>
                <a:gd name="connsiteX14" fmla="*/ 372269 w 930616"/>
                <a:gd name="connsiteY14" fmla="*/ 1065017 h 1065277"/>
                <a:gd name="connsiteX15" fmla="*/ 415865 w 930616"/>
                <a:gd name="connsiteY15" fmla="*/ 1047023 h 1065277"/>
                <a:gd name="connsiteX16" fmla="*/ 930538 w 930616"/>
                <a:gd name="connsiteY16" fmla="*/ 532378 h 1065277"/>
                <a:gd name="connsiteX17" fmla="*/ 416005 w 930616"/>
                <a:gd name="connsiteY17" fmla="*/ 17818 h 1065277"/>
                <a:gd name="connsiteX18" fmla="*/ 372101 w 930616"/>
                <a:gd name="connsiteY18" fmla="*/ -261 h 106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16" h="1065277">
                  <a:moveTo>
                    <a:pt x="310146" y="222154"/>
                  </a:moveTo>
                  <a:lnTo>
                    <a:pt x="310146" y="842546"/>
                  </a:lnTo>
                  <a:lnTo>
                    <a:pt x="106118" y="1046574"/>
                  </a:lnTo>
                  <a:cubicBezTo>
                    <a:pt x="82004" y="1070940"/>
                    <a:pt x="42703" y="1071165"/>
                    <a:pt x="18337" y="1047051"/>
                  </a:cubicBezTo>
                  <a:cubicBezTo>
                    <a:pt x="6519" y="1035373"/>
                    <a:pt x="-106" y="1019400"/>
                    <a:pt x="-78" y="1002781"/>
                  </a:cubicBezTo>
                  <a:lnTo>
                    <a:pt x="-78" y="61722"/>
                  </a:lnTo>
                  <a:cubicBezTo>
                    <a:pt x="-22" y="27446"/>
                    <a:pt x="27797" y="-317"/>
                    <a:pt x="62073" y="-261"/>
                  </a:cubicBezTo>
                  <a:cubicBezTo>
                    <a:pt x="78383" y="-233"/>
                    <a:pt x="94047" y="6195"/>
                    <a:pt x="105641" y="17677"/>
                  </a:cubicBezTo>
                  <a:close/>
                  <a:moveTo>
                    <a:pt x="372157" y="-261"/>
                  </a:moveTo>
                  <a:cubicBezTo>
                    <a:pt x="337909" y="-261"/>
                    <a:pt x="310174" y="27474"/>
                    <a:pt x="310146" y="61722"/>
                  </a:cubicBezTo>
                  <a:lnTo>
                    <a:pt x="310146" y="222154"/>
                  </a:lnTo>
                  <a:lnTo>
                    <a:pt x="620370" y="532378"/>
                  </a:lnTo>
                  <a:lnTo>
                    <a:pt x="310146" y="842574"/>
                  </a:lnTo>
                  <a:lnTo>
                    <a:pt x="310146" y="1003062"/>
                  </a:lnTo>
                  <a:cubicBezTo>
                    <a:pt x="310202" y="1037338"/>
                    <a:pt x="338021" y="1065045"/>
                    <a:pt x="372269" y="1065017"/>
                  </a:cubicBezTo>
                  <a:cubicBezTo>
                    <a:pt x="388607" y="1064989"/>
                    <a:pt x="404272" y="1058533"/>
                    <a:pt x="415865" y="1047023"/>
                  </a:cubicBezTo>
                  <a:lnTo>
                    <a:pt x="930538" y="532378"/>
                  </a:lnTo>
                  <a:lnTo>
                    <a:pt x="416005" y="17818"/>
                  </a:lnTo>
                  <a:cubicBezTo>
                    <a:pt x="404356" y="6195"/>
                    <a:pt x="388551" y="-289"/>
                    <a:pt x="372101"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49" name="Graphic 168">
              <a:extLst>
                <a:ext uri="{FF2B5EF4-FFF2-40B4-BE49-F238E27FC236}">
                  <a16:creationId xmlns:a16="http://schemas.microsoft.com/office/drawing/2014/main" id="{0C81C4CB-B585-4CD5-BF2F-DAE4C90D1854}"/>
                </a:ext>
              </a:extLst>
            </p:cNvPr>
            <p:cNvSpPr/>
            <p:nvPr/>
          </p:nvSpPr>
          <p:spPr>
            <a:xfrm>
              <a:off x="12060925" y="5182379"/>
              <a:ext cx="930700" cy="1065278"/>
            </a:xfrm>
            <a:custGeom>
              <a:avLst/>
              <a:gdLst>
                <a:gd name="connsiteX0" fmla="*/ 310174 w 930700"/>
                <a:gd name="connsiteY0" fmla="*/ 222154 h 1065278"/>
                <a:gd name="connsiteX1" fmla="*/ 310174 w 930700"/>
                <a:gd name="connsiteY1" fmla="*/ 842546 h 1065278"/>
                <a:gd name="connsiteX2" fmla="*/ 106118 w 930700"/>
                <a:gd name="connsiteY2" fmla="*/ 1046574 h 1065278"/>
                <a:gd name="connsiteX3" fmla="*/ 18337 w 930700"/>
                <a:gd name="connsiteY3" fmla="*/ 1047051 h 1065278"/>
                <a:gd name="connsiteX4" fmla="*/ -78 w 930700"/>
                <a:gd name="connsiteY4" fmla="*/ 1002781 h 1065278"/>
                <a:gd name="connsiteX5" fmla="*/ -78 w 930700"/>
                <a:gd name="connsiteY5" fmla="*/ 61722 h 1065278"/>
                <a:gd name="connsiteX6" fmla="*/ 62074 w 930700"/>
                <a:gd name="connsiteY6" fmla="*/ -261 h 1065278"/>
                <a:gd name="connsiteX7" fmla="*/ 105641 w 930700"/>
                <a:gd name="connsiteY7" fmla="*/ 17677 h 1065278"/>
                <a:gd name="connsiteX8" fmla="*/ 372185 w 930700"/>
                <a:gd name="connsiteY8" fmla="*/ -261 h 1065278"/>
                <a:gd name="connsiteX9" fmla="*/ 310174 w 930700"/>
                <a:gd name="connsiteY9" fmla="*/ 61722 h 1065278"/>
                <a:gd name="connsiteX10" fmla="*/ 310174 w 930700"/>
                <a:gd name="connsiteY10" fmla="*/ 222154 h 1065278"/>
                <a:gd name="connsiteX11" fmla="*/ 620398 w 930700"/>
                <a:gd name="connsiteY11" fmla="*/ 532378 h 1065278"/>
                <a:gd name="connsiteX12" fmla="*/ 310174 w 930700"/>
                <a:gd name="connsiteY12" fmla="*/ 842574 h 1065278"/>
                <a:gd name="connsiteX13" fmla="*/ 310174 w 930700"/>
                <a:gd name="connsiteY13" fmla="*/ 1003062 h 1065278"/>
                <a:gd name="connsiteX14" fmla="*/ 372242 w 930700"/>
                <a:gd name="connsiteY14" fmla="*/ 1065017 h 1065278"/>
                <a:gd name="connsiteX15" fmla="*/ 415866 w 930700"/>
                <a:gd name="connsiteY15" fmla="*/ 1047023 h 1065278"/>
                <a:gd name="connsiteX16" fmla="*/ 930622 w 930700"/>
                <a:gd name="connsiteY16" fmla="*/ 532378 h 1065278"/>
                <a:gd name="connsiteX17" fmla="*/ 416062 w 930700"/>
                <a:gd name="connsiteY17" fmla="*/ 17818 h 1065278"/>
                <a:gd name="connsiteX18" fmla="*/ 372185 w 930700"/>
                <a:gd name="connsiteY18" fmla="*/ -261 h 106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278">
                  <a:moveTo>
                    <a:pt x="310174" y="222154"/>
                  </a:moveTo>
                  <a:lnTo>
                    <a:pt x="310174" y="842546"/>
                  </a:lnTo>
                  <a:lnTo>
                    <a:pt x="106118" y="1046574"/>
                  </a:lnTo>
                  <a:cubicBezTo>
                    <a:pt x="82004" y="1070940"/>
                    <a:pt x="42703" y="1071165"/>
                    <a:pt x="18337" y="1047051"/>
                  </a:cubicBezTo>
                  <a:cubicBezTo>
                    <a:pt x="6519" y="1035373"/>
                    <a:pt x="-106" y="1019400"/>
                    <a:pt x="-78" y="1002781"/>
                  </a:cubicBezTo>
                  <a:lnTo>
                    <a:pt x="-78" y="61722"/>
                  </a:lnTo>
                  <a:cubicBezTo>
                    <a:pt x="-22" y="27446"/>
                    <a:pt x="27798" y="-317"/>
                    <a:pt x="62074" y="-261"/>
                  </a:cubicBezTo>
                  <a:cubicBezTo>
                    <a:pt x="78384" y="-233"/>
                    <a:pt x="94047" y="6196"/>
                    <a:pt x="105641" y="17677"/>
                  </a:cubicBezTo>
                  <a:close/>
                  <a:moveTo>
                    <a:pt x="372185" y="-261"/>
                  </a:moveTo>
                  <a:cubicBezTo>
                    <a:pt x="337938" y="-261"/>
                    <a:pt x="310202" y="27475"/>
                    <a:pt x="310174" y="61722"/>
                  </a:cubicBezTo>
                  <a:lnTo>
                    <a:pt x="310174" y="222154"/>
                  </a:lnTo>
                  <a:lnTo>
                    <a:pt x="620398" y="532378"/>
                  </a:lnTo>
                  <a:lnTo>
                    <a:pt x="310174" y="842574"/>
                  </a:lnTo>
                  <a:lnTo>
                    <a:pt x="310174" y="1003062"/>
                  </a:lnTo>
                  <a:cubicBezTo>
                    <a:pt x="310202" y="1037310"/>
                    <a:pt x="337994" y="1065045"/>
                    <a:pt x="372242" y="1065017"/>
                  </a:cubicBezTo>
                  <a:cubicBezTo>
                    <a:pt x="388580" y="1065017"/>
                    <a:pt x="404272" y="1058533"/>
                    <a:pt x="415866" y="1047023"/>
                  </a:cubicBezTo>
                  <a:lnTo>
                    <a:pt x="930622" y="532378"/>
                  </a:lnTo>
                  <a:lnTo>
                    <a:pt x="416062" y="17818"/>
                  </a:lnTo>
                  <a:cubicBezTo>
                    <a:pt x="404440" y="6196"/>
                    <a:pt x="388636" y="-317"/>
                    <a:pt x="372185" y="-261"/>
                  </a:cubicBezTo>
                </a:path>
              </a:pathLst>
            </a:custGeom>
            <a:solidFill>
              <a:srgbClr val="FFFFFF">
                <a:alpha val="5000"/>
              </a:srgbClr>
            </a:solidFill>
            <a:ln w="2807" cap="flat">
              <a:noFill/>
              <a:prstDash val="solid"/>
              <a:miter/>
            </a:ln>
          </p:spPr>
          <p:txBody>
            <a:bodyPr rtlCol="0" anchor="ctr"/>
            <a:lstStyle/>
            <a:p>
              <a:endParaRPr lang="en-AU" dirty="0"/>
            </a:p>
          </p:txBody>
        </p:sp>
        <p:sp>
          <p:nvSpPr>
            <p:cNvPr id="150" name="Graphic 168">
              <a:extLst>
                <a:ext uri="{FF2B5EF4-FFF2-40B4-BE49-F238E27FC236}">
                  <a16:creationId xmlns:a16="http://schemas.microsoft.com/office/drawing/2014/main" id="{732A4E1D-6681-4360-9AEA-9E871C766AC7}"/>
                </a:ext>
              </a:extLst>
            </p:cNvPr>
            <p:cNvSpPr/>
            <p:nvPr/>
          </p:nvSpPr>
          <p:spPr>
            <a:xfrm>
              <a:off x="3838708" y="4039370"/>
              <a:ext cx="930700" cy="1065277"/>
            </a:xfrm>
            <a:custGeom>
              <a:avLst/>
              <a:gdLst>
                <a:gd name="connsiteX0" fmla="*/ 310174 w 930700"/>
                <a:gd name="connsiteY0" fmla="*/ 222154 h 1065277"/>
                <a:gd name="connsiteX1" fmla="*/ 310174 w 930700"/>
                <a:gd name="connsiteY1" fmla="*/ 842546 h 1065277"/>
                <a:gd name="connsiteX2" fmla="*/ 106146 w 930700"/>
                <a:gd name="connsiteY2" fmla="*/ 1046573 h 1065277"/>
                <a:gd name="connsiteX3" fmla="*/ 18331 w 930700"/>
                <a:gd name="connsiteY3" fmla="*/ 1047023 h 1065277"/>
                <a:gd name="connsiteX4" fmla="*/ -78 w 930700"/>
                <a:gd name="connsiteY4" fmla="*/ 1002781 h 1065277"/>
                <a:gd name="connsiteX5" fmla="*/ -78 w 930700"/>
                <a:gd name="connsiteY5" fmla="*/ 61722 h 1065277"/>
                <a:gd name="connsiteX6" fmla="*/ 62068 w 930700"/>
                <a:gd name="connsiteY6" fmla="*/ -261 h 1065277"/>
                <a:gd name="connsiteX7" fmla="*/ 105641 w 930700"/>
                <a:gd name="connsiteY7" fmla="*/ 17677 h 1065277"/>
                <a:gd name="connsiteX8" fmla="*/ 372185 w 930700"/>
                <a:gd name="connsiteY8" fmla="*/ -261 h 1065277"/>
                <a:gd name="connsiteX9" fmla="*/ 310174 w 930700"/>
                <a:gd name="connsiteY9" fmla="*/ 61722 h 1065277"/>
                <a:gd name="connsiteX10" fmla="*/ 310174 w 930700"/>
                <a:gd name="connsiteY10" fmla="*/ 222154 h 1065277"/>
                <a:gd name="connsiteX11" fmla="*/ 620398 w 930700"/>
                <a:gd name="connsiteY11" fmla="*/ 532434 h 1065277"/>
                <a:gd name="connsiteX12" fmla="*/ 310174 w 930700"/>
                <a:gd name="connsiteY12" fmla="*/ 842574 h 1065277"/>
                <a:gd name="connsiteX13" fmla="*/ 310174 w 930700"/>
                <a:gd name="connsiteY13" fmla="*/ 1003061 h 1065277"/>
                <a:gd name="connsiteX14" fmla="*/ 372309 w 930700"/>
                <a:gd name="connsiteY14" fmla="*/ 1065017 h 1065277"/>
                <a:gd name="connsiteX15" fmla="*/ 415893 w 930700"/>
                <a:gd name="connsiteY15" fmla="*/ 1047023 h 1065277"/>
                <a:gd name="connsiteX16" fmla="*/ 930622 w 930700"/>
                <a:gd name="connsiteY16" fmla="*/ 532434 h 1065277"/>
                <a:gd name="connsiteX17" fmla="*/ 416062 w 930700"/>
                <a:gd name="connsiteY17" fmla="*/ 17873 h 1065277"/>
                <a:gd name="connsiteX18" fmla="*/ 372185 w 930700"/>
                <a:gd name="connsiteY18" fmla="*/ -205 h 106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277">
                  <a:moveTo>
                    <a:pt x="310174" y="222154"/>
                  </a:moveTo>
                  <a:lnTo>
                    <a:pt x="310174" y="842546"/>
                  </a:lnTo>
                  <a:lnTo>
                    <a:pt x="106146" y="1046573"/>
                  </a:lnTo>
                  <a:cubicBezTo>
                    <a:pt x="82018" y="1070940"/>
                    <a:pt x="42703" y="1071136"/>
                    <a:pt x="18331" y="1047023"/>
                  </a:cubicBezTo>
                  <a:cubicBezTo>
                    <a:pt x="6524" y="1035316"/>
                    <a:pt x="-106" y="1019400"/>
                    <a:pt x="-78" y="1002781"/>
                  </a:cubicBezTo>
                  <a:lnTo>
                    <a:pt x="-78" y="61722"/>
                  </a:lnTo>
                  <a:cubicBezTo>
                    <a:pt x="-36" y="27446"/>
                    <a:pt x="27789" y="-317"/>
                    <a:pt x="62068" y="-261"/>
                  </a:cubicBezTo>
                  <a:cubicBezTo>
                    <a:pt x="78386" y="-233"/>
                    <a:pt x="94039" y="6195"/>
                    <a:pt x="105641" y="17677"/>
                  </a:cubicBezTo>
                  <a:close/>
                  <a:moveTo>
                    <a:pt x="372185" y="-261"/>
                  </a:moveTo>
                  <a:cubicBezTo>
                    <a:pt x="337948" y="-261"/>
                    <a:pt x="310191" y="27474"/>
                    <a:pt x="310174" y="61722"/>
                  </a:cubicBezTo>
                  <a:lnTo>
                    <a:pt x="310174" y="222154"/>
                  </a:lnTo>
                  <a:lnTo>
                    <a:pt x="620398" y="532434"/>
                  </a:lnTo>
                  <a:lnTo>
                    <a:pt x="310174" y="842574"/>
                  </a:lnTo>
                  <a:lnTo>
                    <a:pt x="310174" y="1003061"/>
                  </a:lnTo>
                  <a:cubicBezTo>
                    <a:pt x="310227" y="1037338"/>
                    <a:pt x="338044" y="1065045"/>
                    <a:pt x="372309" y="1065017"/>
                  </a:cubicBezTo>
                  <a:cubicBezTo>
                    <a:pt x="388638" y="1064989"/>
                    <a:pt x="404297" y="1058532"/>
                    <a:pt x="415893" y="1047023"/>
                  </a:cubicBezTo>
                  <a:lnTo>
                    <a:pt x="930622" y="532434"/>
                  </a:lnTo>
                  <a:lnTo>
                    <a:pt x="416062" y="17873"/>
                  </a:lnTo>
                  <a:cubicBezTo>
                    <a:pt x="404429" y="6252"/>
                    <a:pt x="388635" y="-261"/>
                    <a:pt x="372185"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151" name="Graphic 168">
              <a:extLst>
                <a:ext uri="{FF2B5EF4-FFF2-40B4-BE49-F238E27FC236}">
                  <a16:creationId xmlns:a16="http://schemas.microsoft.com/office/drawing/2014/main" id="{C7843801-9463-4806-96CE-C9995987B464}"/>
                </a:ext>
              </a:extLst>
            </p:cNvPr>
            <p:cNvSpPr/>
            <p:nvPr/>
          </p:nvSpPr>
          <p:spPr>
            <a:xfrm>
              <a:off x="4847140" y="4039370"/>
              <a:ext cx="930700" cy="1065334"/>
            </a:xfrm>
            <a:custGeom>
              <a:avLst/>
              <a:gdLst>
                <a:gd name="connsiteX0" fmla="*/ 310174 w 930700"/>
                <a:gd name="connsiteY0" fmla="*/ 222154 h 1065334"/>
                <a:gd name="connsiteX1" fmla="*/ 310174 w 930700"/>
                <a:gd name="connsiteY1" fmla="*/ 842546 h 1065334"/>
                <a:gd name="connsiteX2" fmla="*/ 106146 w 930700"/>
                <a:gd name="connsiteY2" fmla="*/ 1046573 h 1065334"/>
                <a:gd name="connsiteX3" fmla="*/ 18337 w 930700"/>
                <a:gd name="connsiteY3" fmla="*/ 1047023 h 1065334"/>
                <a:gd name="connsiteX4" fmla="*/ -78 w 930700"/>
                <a:gd name="connsiteY4" fmla="*/ 1002781 h 1065334"/>
                <a:gd name="connsiteX5" fmla="*/ -78 w 930700"/>
                <a:gd name="connsiteY5" fmla="*/ 61722 h 1065334"/>
                <a:gd name="connsiteX6" fmla="*/ 62129 w 930700"/>
                <a:gd name="connsiteY6" fmla="*/ -261 h 1065334"/>
                <a:gd name="connsiteX7" fmla="*/ 105669 w 930700"/>
                <a:gd name="connsiteY7" fmla="*/ 17677 h 1065334"/>
                <a:gd name="connsiteX8" fmla="*/ 372185 w 930700"/>
                <a:gd name="connsiteY8" fmla="*/ -261 h 1065334"/>
                <a:gd name="connsiteX9" fmla="*/ 310174 w 930700"/>
                <a:gd name="connsiteY9" fmla="*/ 61722 h 1065334"/>
                <a:gd name="connsiteX10" fmla="*/ 310174 w 930700"/>
                <a:gd name="connsiteY10" fmla="*/ 222154 h 1065334"/>
                <a:gd name="connsiteX11" fmla="*/ 620398 w 930700"/>
                <a:gd name="connsiteY11" fmla="*/ 532434 h 1065334"/>
                <a:gd name="connsiteX12" fmla="*/ 310174 w 930700"/>
                <a:gd name="connsiteY12" fmla="*/ 842630 h 1065334"/>
                <a:gd name="connsiteX13" fmla="*/ 310174 w 930700"/>
                <a:gd name="connsiteY13" fmla="*/ 1003118 h 1065334"/>
                <a:gd name="connsiteX14" fmla="*/ 372298 w 930700"/>
                <a:gd name="connsiteY14" fmla="*/ 1065073 h 1065334"/>
                <a:gd name="connsiteX15" fmla="*/ 415893 w 930700"/>
                <a:gd name="connsiteY15" fmla="*/ 1047079 h 1065334"/>
                <a:gd name="connsiteX16" fmla="*/ 930622 w 930700"/>
                <a:gd name="connsiteY16" fmla="*/ 532434 h 1065334"/>
                <a:gd name="connsiteX17" fmla="*/ 416062 w 930700"/>
                <a:gd name="connsiteY17" fmla="*/ 17873 h 1065334"/>
                <a:gd name="connsiteX18" fmla="*/ 372185 w 930700"/>
                <a:gd name="connsiteY18" fmla="*/ -205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4">
                  <a:moveTo>
                    <a:pt x="310174" y="222154"/>
                  </a:moveTo>
                  <a:lnTo>
                    <a:pt x="310174" y="842546"/>
                  </a:lnTo>
                  <a:lnTo>
                    <a:pt x="106146" y="1046573"/>
                  </a:lnTo>
                  <a:cubicBezTo>
                    <a:pt x="82033" y="1070940"/>
                    <a:pt x="42704" y="1071136"/>
                    <a:pt x="18337" y="1047023"/>
                  </a:cubicBezTo>
                  <a:cubicBezTo>
                    <a:pt x="6519" y="1035316"/>
                    <a:pt x="-106" y="1019400"/>
                    <a:pt x="-78" y="1002781"/>
                  </a:cubicBezTo>
                  <a:lnTo>
                    <a:pt x="-78" y="61722"/>
                  </a:lnTo>
                  <a:cubicBezTo>
                    <a:pt x="-22" y="27418"/>
                    <a:pt x="27853" y="-317"/>
                    <a:pt x="62129" y="-261"/>
                  </a:cubicBezTo>
                  <a:cubicBezTo>
                    <a:pt x="78439" y="-233"/>
                    <a:pt x="94075" y="6224"/>
                    <a:pt x="105669" y="17677"/>
                  </a:cubicBezTo>
                  <a:close/>
                  <a:moveTo>
                    <a:pt x="372185" y="-261"/>
                  </a:moveTo>
                  <a:cubicBezTo>
                    <a:pt x="337937" y="-261"/>
                    <a:pt x="310202" y="27474"/>
                    <a:pt x="310174" y="61722"/>
                  </a:cubicBezTo>
                  <a:lnTo>
                    <a:pt x="310174" y="222154"/>
                  </a:lnTo>
                  <a:lnTo>
                    <a:pt x="620398" y="532434"/>
                  </a:lnTo>
                  <a:lnTo>
                    <a:pt x="310174" y="842630"/>
                  </a:lnTo>
                  <a:lnTo>
                    <a:pt x="310174" y="1003118"/>
                  </a:lnTo>
                  <a:cubicBezTo>
                    <a:pt x="310230" y="1037393"/>
                    <a:pt x="338049" y="1065101"/>
                    <a:pt x="372298" y="1065073"/>
                  </a:cubicBezTo>
                  <a:cubicBezTo>
                    <a:pt x="388635" y="1065045"/>
                    <a:pt x="404299" y="1058588"/>
                    <a:pt x="415893" y="1047079"/>
                  </a:cubicBezTo>
                  <a:lnTo>
                    <a:pt x="930622" y="532434"/>
                  </a:lnTo>
                  <a:lnTo>
                    <a:pt x="416062" y="17873"/>
                  </a:lnTo>
                  <a:cubicBezTo>
                    <a:pt x="404440" y="6252"/>
                    <a:pt x="388635" y="-261"/>
                    <a:pt x="372185"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152" name="Graphic 168">
              <a:extLst>
                <a:ext uri="{FF2B5EF4-FFF2-40B4-BE49-F238E27FC236}">
                  <a16:creationId xmlns:a16="http://schemas.microsoft.com/office/drawing/2014/main" id="{EF974BDB-730C-4D37-95CE-B8BFC3460191}"/>
                </a:ext>
              </a:extLst>
            </p:cNvPr>
            <p:cNvSpPr/>
            <p:nvPr/>
          </p:nvSpPr>
          <p:spPr>
            <a:xfrm>
              <a:off x="5855628" y="4039370"/>
              <a:ext cx="930644" cy="1065334"/>
            </a:xfrm>
            <a:custGeom>
              <a:avLst/>
              <a:gdLst>
                <a:gd name="connsiteX0" fmla="*/ 310118 w 930644"/>
                <a:gd name="connsiteY0" fmla="*/ 222154 h 1065334"/>
                <a:gd name="connsiteX1" fmla="*/ 310118 w 930644"/>
                <a:gd name="connsiteY1" fmla="*/ 842546 h 1065334"/>
                <a:gd name="connsiteX2" fmla="*/ 106146 w 930644"/>
                <a:gd name="connsiteY2" fmla="*/ 1046601 h 1065334"/>
                <a:gd name="connsiteX3" fmla="*/ 18337 w 930644"/>
                <a:gd name="connsiteY3" fmla="*/ 1047051 h 1065334"/>
                <a:gd name="connsiteX4" fmla="*/ -78 w 930644"/>
                <a:gd name="connsiteY4" fmla="*/ 1002809 h 1065334"/>
                <a:gd name="connsiteX5" fmla="*/ -78 w 930644"/>
                <a:gd name="connsiteY5" fmla="*/ 61722 h 1065334"/>
                <a:gd name="connsiteX6" fmla="*/ 62129 w 930644"/>
                <a:gd name="connsiteY6" fmla="*/ -261 h 1065334"/>
                <a:gd name="connsiteX7" fmla="*/ 105669 w 930644"/>
                <a:gd name="connsiteY7" fmla="*/ 17677 h 1065334"/>
                <a:gd name="connsiteX8" fmla="*/ 372129 w 930644"/>
                <a:gd name="connsiteY8" fmla="*/ -261 h 1065334"/>
                <a:gd name="connsiteX9" fmla="*/ 310118 w 930644"/>
                <a:gd name="connsiteY9" fmla="*/ 61722 h 1065334"/>
                <a:gd name="connsiteX10" fmla="*/ 310118 w 930644"/>
                <a:gd name="connsiteY10" fmla="*/ 222154 h 1065334"/>
                <a:gd name="connsiteX11" fmla="*/ 620342 w 930644"/>
                <a:gd name="connsiteY11" fmla="*/ 532434 h 1065334"/>
                <a:gd name="connsiteX12" fmla="*/ 310118 w 930644"/>
                <a:gd name="connsiteY12" fmla="*/ 842630 h 1065334"/>
                <a:gd name="connsiteX13" fmla="*/ 310118 w 930644"/>
                <a:gd name="connsiteY13" fmla="*/ 1003118 h 1065334"/>
                <a:gd name="connsiteX14" fmla="*/ 372241 w 930644"/>
                <a:gd name="connsiteY14" fmla="*/ 1065073 h 1065334"/>
                <a:gd name="connsiteX15" fmla="*/ 415837 w 930644"/>
                <a:gd name="connsiteY15" fmla="*/ 1047079 h 1065334"/>
                <a:gd name="connsiteX16" fmla="*/ 930566 w 930644"/>
                <a:gd name="connsiteY16" fmla="*/ 532434 h 1065334"/>
                <a:gd name="connsiteX17" fmla="*/ 416005 w 930644"/>
                <a:gd name="connsiteY17" fmla="*/ 17873 h 1065334"/>
                <a:gd name="connsiteX18" fmla="*/ 372129 w 930644"/>
                <a:gd name="connsiteY18" fmla="*/ -205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44" h="1065334">
                  <a:moveTo>
                    <a:pt x="310118" y="222154"/>
                  </a:moveTo>
                  <a:lnTo>
                    <a:pt x="310118" y="842546"/>
                  </a:lnTo>
                  <a:lnTo>
                    <a:pt x="106146" y="1046601"/>
                  </a:lnTo>
                  <a:cubicBezTo>
                    <a:pt x="82032" y="1070968"/>
                    <a:pt x="42703" y="1071164"/>
                    <a:pt x="18337" y="1047051"/>
                  </a:cubicBezTo>
                  <a:cubicBezTo>
                    <a:pt x="6519" y="1035344"/>
                    <a:pt x="-106" y="1019428"/>
                    <a:pt x="-78" y="1002809"/>
                  </a:cubicBezTo>
                  <a:lnTo>
                    <a:pt x="-78" y="61722"/>
                  </a:lnTo>
                  <a:cubicBezTo>
                    <a:pt x="-22" y="27418"/>
                    <a:pt x="27853" y="-317"/>
                    <a:pt x="62129" y="-261"/>
                  </a:cubicBezTo>
                  <a:cubicBezTo>
                    <a:pt x="78439" y="-233"/>
                    <a:pt x="94075" y="6224"/>
                    <a:pt x="105669" y="17677"/>
                  </a:cubicBezTo>
                  <a:close/>
                  <a:moveTo>
                    <a:pt x="372129" y="-261"/>
                  </a:moveTo>
                  <a:cubicBezTo>
                    <a:pt x="337881" y="-261"/>
                    <a:pt x="310146" y="27474"/>
                    <a:pt x="310118" y="61722"/>
                  </a:cubicBezTo>
                  <a:lnTo>
                    <a:pt x="310118" y="222154"/>
                  </a:lnTo>
                  <a:lnTo>
                    <a:pt x="620342" y="532434"/>
                  </a:lnTo>
                  <a:lnTo>
                    <a:pt x="310118" y="842630"/>
                  </a:lnTo>
                  <a:lnTo>
                    <a:pt x="310118" y="1003118"/>
                  </a:lnTo>
                  <a:cubicBezTo>
                    <a:pt x="310174" y="1037393"/>
                    <a:pt x="337993" y="1065101"/>
                    <a:pt x="372241" y="1065073"/>
                  </a:cubicBezTo>
                  <a:cubicBezTo>
                    <a:pt x="388579" y="1065045"/>
                    <a:pt x="404243" y="1058588"/>
                    <a:pt x="415837" y="1047079"/>
                  </a:cubicBezTo>
                  <a:lnTo>
                    <a:pt x="930566" y="532434"/>
                  </a:lnTo>
                  <a:lnTo>
                    <a:pt x="416005" y="17873"/>
                  </a:lnTo>
                  <a:cubicBezTo>
                    <a:pt x="404384" y="6252"/>
                    <a:pt x="388579" y="-261"/>
                    <a:pt x="372129"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153" name="Graphic 168">
              <a:extLst>
                <a:ext uri="{FF2B5EF4-FFF2-40B4-BE49-F238E27FC236}">
                  <a16:creationId xmlns:a16="http://schemas.microsoft.com/office/drawing/2014/main" id="{443DCEF5-5642-417A-B00B-4E88F2C722C9}"/>
                </a:ext>
              </a:extLst>
            </p:cNvPr>
            <p:cNvSpPr/>
            <p:nvPr/>
          </p:nvSpPr>
          <p:spPr>
            <a:xfrm>
              <a:off x="6864032" y="4039370"/>
              <a:ext cx="930672" cy="1065334"/>
            </a:xfrm>
            <a:custGeom>
              <a:avLst/>
              <a:gdLst>
                <a:gd name="connsiteX0" fmla="*/ 310146 w 930672"/>
                <a:gd name="connsiteY0" fmla="*/ 222154 h 1065334"/>
                <a:gd name="connsiteX1" fmla="*/ 310146 w 930672"/>
                <a:gd name="connsiteY1" fmla="*/ 842546 h 1065334"/>
                <a:gd name="connsiteX2" fmla="*/ 106118 w 930672"/>
                <a:gd name="connsiteY2" fmla="*/ 1046573 h 1065334"/>
                <a:gd name="connsiteX3" fmla="*/ 18337 w 930672"/>
                <a:gd name="connsiteY3" fmla="*/ 1047051 h 1065334"/>
                <a:gd name="connsiteX4" fmla="*/ -78 w 930672"/>
                <a:gd name="connsiteY4" fmla="*/ 1002781 h 1065334"/>
                <a:gd name="connsiteX5" fmla="*/ -78 w 930672"/>
                <a:gd name="connsiteY5" fmla="*/ 61722 h 1065334"/>
                <a:gd name="connsiteX6" fmla="*/ 62073 w 930672"/>
                <a:gd name="connsiteY6" fmla="*/ -261 h 1065334"/>
                <a:gd name="connsiteX7" fmla="*/ 105641 w 930672"/>
                <a:gd name="connsiteY7" fmla="*/ 17677 h 1065334"/>
                <a:gd name="connsiteX8" fmla="*/ 372157 w 930672"/>
                <a:gd name="connsiteY8" fmla="*/ -261 h 1065334"/>
                <a:gd name="connsiteX9" fmla="*/ 310146 w 930672"/>
                <a:gd name="connsiteY9" fmla="*/ 61722 h 1065334"/>
                <a:gd name="connsiteX10" fmla="*/ 310146 w 930672"/>
                <a:gd name="connsiteY10" fmla="*/ 222154 h 1065334"/>
                <a:gd name="connsiteX11" fmla="*/ 620370 w 930672"/>
                <a:gd name="connsiteY11" fmla="*/ 532434 h 1065334"/>
                <a:gd name="connsiteX12" fmla="*/ 310146 w 930672"/>
                <a:gd name="connsiteY12" fmla="*/ 842630 h 1065334"/>
                <a:gd name="connsiteX13" fmla="*/ 310146 w 930672"/>
                <a:gd name="connsiteY13" fmla="*/ 1003118 h 1065334"/>
                <a:gd name="connsiteX14" fmla="*/ 372269 w 930672"/>
                <a:gd name="connsiteY14" fmla="*/ 1065073 h 1065334"/>
                <a:gd name="connsiteX15" fmla="*/ 415865 w 930672"/>
                <a:gd name="connsiteY15" fmla="*/ 1047079 h 1065334"/>
                <a:gd name="connsiteX16" fmla="*/ 930594 w 930672"/>
                <a:gd name="connsiteY16" fmla="*/ 532434 h 1065334"/>
                <a:gd name="connsiteX17" fmla="*/ 416062 w 930672"/>
                <a:gd name="connsiteY17" fmla="*/ 17873 h 1065334"/>
                <a:gd name="connsiteX18" fmla="*/ 372157 w 930672"/>
                <a:gd name="connsiteY18" fmla="*/ -205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72" h="1065334">
                  <a:moveTo>
                    <a:pt x="310146" y="222154"/>
                  </a:moveTo>
                  <a:lnTo>
                    <a:pt x="310146" y="842546"/>
                  </a:lnTo>
                  <a:lnTo>
                    <a:pt x="106118" y="1046573"/>
                  </a:lnTo>
                  <a:cubicBezTo>
                    <a:pt x="82004" y="1070940"/>
                    <a:pt x="42703" y="1071164"/>
                    <a:pt x="18337" y="1047051"/>
                  </a:cubicBezTo>
                  <a:cubicBezTo>
                    <a:pt x="6519" y="1035372"/>
                    <a:pt x="-106" y="1019400"/>
                    <a:pt x="-78" y="1002781"/>
                  </a:cubicBezTo>
                  <a:lnTo>
                    <a:pt x="-78" y="61722"/>
                  </a:lnTo>
                  <a:cubicBezTo>
                    <a:pt x="-22" y="27446"/>
                    <a:pt x="27797" y="-317"/>
                    <a:pt x="62073" y="-261"/>
                  </a:cubicBezTo>
                  <a:cubicBezTo>
                    <a:pt x="78383" y="-233"/>
                    <a:pt x="94047" y="6195"/>
                    <a:pt x="105641" y="17677"/>
                  </a:cubicBezTo>
                  <a:close/>
                  <a:moveTo>
                    <a:pt x="372157" y="-261"/>
                  </a:moveTo>
                  <a:cubicBezTo>
                    <a:pt x="337909" y="-261"/>
                    <a:pt x="310174" y="27474"/>
                    <a:pt x="310146" y="61722"/>
                  </a:cubicBezTo>
                  <a:lnTo>
                    <a:pt x="310146" y="222154"/>
                  </a:lnTo>
                  <a:lnTo>
                    <a:pt x="620370" y="532434"/>
                  </a:lnTo>
                  <a:lnTo>
                    <a:pt x="310146" y="842630"/>
                  </a:lnTo>
                  <a:lnTo>
                    <a:pt x="310146" y="1003118"/>
                  </a:lnTo>
                  <a:cubicBezTo>
                    <a:pt x="310202" y="1037393"/>
                    <a:pt x="338021" y="1065101"/>
                    <a:pt x="372269" y="1065073"/>
                  </a:cubicBezTo>
                  <a:cubicBezTo>
                    <a:pt x="388607" y="1065045"/>
                    <a:pt x="404272" y="1058588"/>
                    <a:pt x="415865" y="1047079"/>
                  </a:cubicBezTo>
                  <a:lnTo>
                    <a:pt x="930594" y="532434"/>
                  </a:lnTo>
                  <a:lnTo>
                    <a:pt x="416062" y="17873"/>
                  </a:lnTo>
                  <a:cubicBezTo>
                    <a:pt x="404412" y="6252"/>
                    <a:pt x="388607" y="-233"/>
                    <a:pt x="372157"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154" name="Graphic 168">
              <a:extLst>
                <a:ext uri="{FF2B5EF4-FFF2-40B4-BE49-F238E27FC236}">
                  <a16:creationId xmlns:a16="http://schemas.microsoft.com/office/drawing/2014/main" id="{D667C4F6-ACC1-4D7D-8F77-2751EC91C607}"/>
                </a:ext>
              </a:extLst>
            </p:cNvPr>
            <p:cNvSpPr/>
            <p:nvPr/>
          </p:nvSpPr>
          <p:spPr>
            <a:xfrm>
              <a:off x="7872464" y="4039370"/>
              <a:ext cx="930671" cy="1065334"/>
            </a:xfrm>
            <a:custGeom>
              <a:avLst/>
              <a:gdLst>
                <a:gd name="connsiteX0" fmla="*/ 310146 w 930671"/>
                <a:gd name="connsiteY0" fmla="*/ 222154 h 1065334"/>
                <a:gd name="connsiteX1" fmla="*/ 310146 w 930671"/>
                <a:gd name="connsiteY1" fmla="*/ 842546 h 1065334"/>
                <a:gd name="connsiteX2" fmla="*/ 106118 w 930671"/>
                <a:gd name="connsiteY2" fmla="*/ 1046573 h 1065334"/>
                <a:gd name="connsiteX3" fmla="*/ 18336 w 930671"/>
                <a:gd name="connsiteY3" fmla="*/ 1047051 h 1065334"/>
                <a:gd name="connsiteX4" fmla="*/ -78 w 930671"/>
                <a:gd name="connsiteY4" fmla="*/ 1002781 h 1065334"/>
                <a:gd name="connsiteX5" fmla="*/ -78 w 930671"/>
                <a:gd name="connsiteY5" fmla="*/ 61722 h 1065334"/>
                <a:gd name="connsiteX6" fmla="*/ 62073 w 930671"/>
                <a:gd name="connsiteY6" fmla="*/ -261 h 1065334"/>
                <a:gd name="connsiteX7" fmla="*/ 105641 w 930671"/>
                <a:gd name="connsiteY7" fmla="*/ 17677 h 1065334"/>
                <a:gd name="connsiteX8" fmla="*/ 372157 w 930671"/>
                <a:gd name="connsiteY8" fmla="*/ -261 h 1065334"/>
                <a:gd name="connsiteX9" fmla="*/ 310146 w 930671"/>
                <a:gd name="connsiteY9" fmla="*/ 61722 h 1065334"/>
                <a:gd name="connsiteX10" fmla="*/ 310146 w 930671"/>
                <a:gd name="connsiteY10" fmla="*/ 222154 h 1065334"/>
                <a:gd name="connsiteX11" fmla="*/ 620369 w 930671"/>
                <a:gd name="connsiteY11" fmla="*/ 532434 h 1065334"/>
                <a:gd name="connsiteX12" fmla="*/ 310146 w 930671"/>
                <a:gd name="connsiteY12" fmla="*/ 842630 h 1065334"/>
                <a:gd name="connsiteX13" fmla="*/ 310146 w 930671"/>
                <a:gd name="connsiteY13" fmla="*/ 1003118 h 1065334"/>
                <a:gd name="connsiteX14" fmla="*/ 372269 w 930671"/>
                <a:gd name="connsiteY14" fmla="*/ 1065073 h 1065334"/>
                <a:gd name="connsiteX15" fmla="*/ 415865 w 930671"/>
                <a:gd name="connsiteY15" fmla="*/ 1047079 h 1065334"/>
                <a:gd name="connsiteX16" fmla="*/ 930594 w 930671"/>
                <a:gd name="connsiteY16" fmla="*/ 532434 h 1065334"/>
                <a:gd name="connsiteX17" fmla="*/ 416062 w 930671"/>
                <a:gd name="connsiteY17" fmla="*/ 17873 h 1065334"/>
                <a:gd name="connsiteX18" fmla="*/ 372157 w 930671"/>
                <a:gd name="connsiteY18" fmla="*/ -205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71" h="1065334">
                  <a:moveTo>
                    <a:pt x="310146" y="222154"/>
                  </a:moveTo>
                  <a:lnTo>
                    <a:pt x="310146" y="842546"/>
                  </a:lnTo>
                  <a:lnTo>
                    <a:pt x="106118" y="1046573"/>
                  </a:lnTo>
                  <a:cubicBezTo>
                    <a:pt x="82004" y="1070940"/>
                    <a:pt x="42703" y="1071164"/>
                    <a:pt x="18336" y="1047051"/>
                  </a:cubicBezTo>
                  <a:cubicBezTo>
                    <a:pt x="6518" y="1035372"/>
                    <a:pt x="-106" y="1019400"/>
                    <a:pt x="-78" y="1002781"/>
                  </a:cubicBezTo>
                  <a:lnTo>
                    <a:pt x="-78" y="61722"/>
                  </a:lnTo>
                  <a:cubicBezTo>
                    <a:pt x="-23" y="27446"/>
                    <a:pt x="27797" y="-317"/>
                    <a:pt x="62073" y="-261"/>
                  </a:cubicBezTo>
                  <a:cubicBezTo>
                    <a:pt x="78383" y="-233"/>
                    <a:pt x="94047" y="6195"/>
                    <a:pt x="105641" y="17677"/>
                  </a:cubicBezTo>
                  <a:close/>
                  <a:moveTo>
                    <a:pt x="372157" y="-261"/>
                  </a:moveTo>
                  <a:cubicBezTo>
                    <a:pt x="337909" y="-261"/>
                    <a:pt x="310173" y="27474"/>
                    <a:pt x="310146" y="61722"/>
                  </a:cubicBezTo>
                  <a:lnTo>
                    <a:pt x="310146" y="222154"/>
                  </a:lnTo>
                  <a:lnTo>
                    <a:pt x="620369" y="532434"/>
                  </a:lnTo>
                  <a:lnTo>
                    <a:pt x="310146" y="842630"/>
                  </a:lnTo>
                  <a:lnTo>
                    <a:pt x="310146" y="1003118"/>
                  </a:lnTo>
                  <a:cubicBezTo>
                    <a:pt x="310201" y="1037393"/>
                    <a:pt x="338021" y="1065101"/>
                    <a:pt x="372269" y="1065073"/>
                  </a:cubicBezTo>
                  <a:cubicBezTo>
                    <a:pt x="388607" y="1065045"/>
                    <a:pt x="404271" y="1058588"/>
                    <a:pt x="415865" y="1047079"/>
                  </a:cubicBezTo>
                  <a:lnTo>
                    <a:pt x="930594" y="532434"/>
                  </a:lnTo>
                  <a:lnTo>
                    <a:pt x="416062" y="17873"/>
                  </a:lnTo>
                  <a:cubicBezTo>
                    <a:pt x="404411" y="6252"/>
                    <a:pt x="388607" y="-233"/>
                    <a:pt x="372157"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155" name="Graphic 168">
              <a:extLst>
                <a:ext uri="{FF2B5EF4-FFF2-40B4-BE49-F238E27FC236}">
                  <a16:creationId xmlns:a16="http://schemas.microsoft.com/office/drawing/2014/main" id="{B1F59A2A-6F6A-4541-93C7-992F08C6BB42}"/>
                </a:ext>
              </a:extLst>
            </p:cNvPr>
            <p:cNvSpPr/>
            <p:nvPr/>
          </p:nvSpPr>
          <p:spPr>
            <a:xfrm>
              <a:off x="8880896" y="4039370"/>
              <a:ext cx="930672" cy="1065334"/>
            </a:xfrm>
            <a:custGeom>
              <a:avLst/>
              <a:gdLst>
                <a:gd name="connsiteX0" fmla="*/ 310146 w 930672"/>
                <a:gd name="connsiteY0" fmla="*/ 222154 h 1065334"/>
                <a:gd name="connsiteX1" fmla="*/ 310146 w 930672"/>
                <a:gd name="connsiteY1" fmla="*/ 842546 h 1065334"/>
                <a:gd name="connsiteX2" fmla="*/ 106118 w 930672"/>
                <a:gd name="connsiteY2" fmla="*/ 1046573 h 1065334"/>
                <a:gd name="connsiteX3" fmla="*/ 18336 w 930672"/>
                <a:gd name="connsiteY3" fmla="*/ 1047051 h 1065334"/>
                <a:gd name="connsiteX4" fmla="*/ -78 w 930672"/>
                <a:gd name="connsiteY4" fmla="*/ 1002781 h 1065334"/>
                <a:gd name="connsiteX5" fmla="*/ -78 w 930672"/>
                <a:gd name="connsiteY5" fmla="*/ 61722 h 1065334"/>
                <a:gd name="connsiteX6" fmla="*/ 62073 w 930672"/>
                <a:gd name="connsiteY6" fmla="*/ -261 h 1065334"/>
                <a:gd name="connsiteX7" fmla="*/ 105641 w 930672"/>
                <a:gd name="connsiteY7" fmla="*/ 17677 h 1065334"/>
                <a:gd name="connsiteX8" fmla="*/ 372185 w 930672"/>
                <a:gd name="connsiteY8" fmla="*/ -261 h 1065334"/>
                <a:gd name="connsiteX9" fmla="*/ 310174 w 930672"/>
                <a:gd name="connsiteY9" fmla="*/ 61722 h 1065334"/>
                <a:gd name="connsiteX10" fmla="*/ 310174 w 930672"/>
                <a:gd name="connsiteY10" fmla="*/ 222154 h 1065334"/>
                <a:gd name="connsiteX11" fmla="*/ 620370 w 930672"/>
                <a:gd name="connsiteY11" fmla="*/ 532434 h 1065334"/>
                <a:gd name="connsiteX12" fmla="*/ 310174 w 930672"/>
                <a:gd name="connsiteY12" fmla="*/ 842630 h 1065334"/>
                <a:gd name="connsiteX13" fmla="*/ 310174 w 930672"/>
                <a:gd name="connsiteY13" fmla="*/ 1003118 h 1065334"/>
                <a:gd name="connsiteX14" fmla="*/ 372241 w 930672"/>
                <a:gd name="connsiteY14" fmla="*/ 1065073 h 1065334"/>
                <a:gd name="connsiteX15" fmla="*/ 415865 w 930672"/>
                <a:gd name="connsiteY15" fmla="*/ 1047079 h 1065334"/>
                <a:gd name="connsiteX16" fmla="*/ 930594 w 930672"/>
                <a:gd name="connsiteY16" fmla="*/ 532434 h 1065334"/>
                <a:gd name="connsiteX17" fmla="*/ 416062 w 930672"/>
                <a:gd name="connsiteY17" fmla="*/ 17873 h 1065334"/>
                <a:gd name="connsiteX18" fmla="*/ 372185 w 930672"/>
                <a:gd name="connsiteY18" fmla="*/ -205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72" h="1065334">
                  <a:moveTo>
                    <a:pt x="310146" y="222154"/>
                  </a:moveTo>
                  <a:lnTo>
                    <a:pt x="310146" y="842546"/>
                  </a:lnTo>
                  <a:lnTo>
                    <a:pt x="106118" y="1046573"/>
                  </a:lnTo>
                  <a:cubicBezTo>
                    <a:pt x="82004" y="1070940"/>
                    <a:pt x="42703" y="1071164"/>
                    <a:pt x="18336" y="1047051"/>
                  </a:cubicBezTo>
                  <a:cubicBezTo>
                    <a:pt x="6518" y="1035372"/>
                    <a:pt x="-106" y="1019400"/>
                    <a:pt x="-78" y="1002781"/>
                  </a:cubicBezTo>
                  <a:lnTo>
                    <a:pt x="-78" y="61722"/>
                  </a:lnTo>
                  <a:cubicBezTo>
                    <a:pt x="-22" y="27446"/>
                    <a:pt x="27797" y="-317"/>
                    <a:pt x="62073" y="-261"/>
                  </a:cubicBezTo>
                  <a:cubicBezTo>
                    <a:pt x="78383" y="-233"/>
                    <a:pt x="94047" y="6195"/>
                    <a:pt x="105641" y="17677"/>
                  </a:cubicBezTo>
                  <a:close/>
                  <a:moveTo>
                    <a:pt x="372185" y="-261"/>
                  </a:moveTo>
                  <a:cubicBezTo>
                    <a:pt x="337937" y="-261"/>
                    <a:pt x="310202" y="27474"/>
                    <a:pt x="310174" y="61722"/>
                  </a:cubicBezTo>
                  <a:lnTo>
                    <a:pt x="310174" y="222154"/>
                  </a:lnTo>
                  <a:lnTo>
                    <a:pt x="620370" y="532434"/>
                  </a:lnTo>
                  <a:lnTo>
                    <a:pt x="310174" y="842630"/>
                  </a:lnTo>
                  <a:lnTo>
                    <a:pt x="310174" y="1003118"/>
                  </a:lnTo>
                  <a:cubicBezTo>
                    <a:pt x="310202" y="1037366"/>
                    <a:pt x="337993" y="1065101"/>
                    <a:pt x="372241" y="1065073"/>
                  </a:cubicBezTo>
                  <a:cubicBezTo>
                    <a:pt x="388579" y="1065073"/>
                    <a:pt x="404271" y="1058588"/>
                    <a:pt x="415865" y="1047079"/>
                  </a:cubicBezTo>
                  <a:lnTo>
                    <a:pt x="930594" y="532434"/>
                  </a:lnTo>
                  <a:lnTo>
                    <a:pt x="416062" y="17873"/>
                  </a:lnTo>
                  <a:cubicBezTo>
                    <a:pt x="404411" y="6252"/>
                    <a:pt x="388635" y="-233"/>
                    <a:pt x="372185"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156" name="Graphic 168">
              <a:extLst>
                <a:ext uri="{FF2B5EF4-FFF2-40B4-BE49-F238E27FC236}">
                  <a16:creationId xmlns:a16="http://schemas.microsoft.com/office/drawing/2014/main" id="{8A9C6582-91E5-48F7-8B81-99B450ACA23B}"/>
                </a:ext>
              </a:extLst>
            </p:cNvPr>
            <p:cNvSpPr/>
            <p:nvPr/>
          </p:nvSpPr>
          <p:spPr>
            <a:xfrm>
              <a:off x="9889328" y="4039370"/>
              <a:ext cx="930672" cy="1065334"/>
            </a:xfrm>
            <a:custGeom>
              <a:avLst/>
              <a:gdLst>
                <a:gd name="connsiteX0" fmla="*/ 310146 w 930672"/>
                <a:gd name="connsiteY0" fmla="*/ 222154 h 1065334"/>
                <a:gd name="connsiteX1" fmla="*/ 310146 w 930672"/>
                <a:gd name="connsiteY1" fmla="*/ 842546 h 1065334"/>
                <a:gd name="connsiteX2" fmla="*/ 106118 w 930672"/>
                <a:gd name="connsiteY2" fmla="*/ 1046573 h 1065334"/>
                <a:gd name="connsiteX3" fmla="*/ 18336 w 930672"/>
                <a:gd name="connsiteY3" fmla="*/ 1047051 h 1065334"/>
                <a:gd name="connsiteX4" fmla="*/ -78 w 930672"/>
                <a:gd name="connsiteY4" fmla="*/ 1002781 h 1065334"/>
                <a:gd name="connsiteX5" fmla="*/ -78 w 930672"/>
                <a:gd name="connsiteY5" fmla="*/ 61722 h 1065334"/>
                <a:gd name="connsiteX6" fmla="*/ 62073 w 930672"/>
                <a:gd name="connsiteY6" fmla="*/ -261 h 1065334"/>
                <a:gd name="connsiteX7" fmla="*/ 105641 w 930672"/>
                <a:gd name="connsiteY7" fmla="*/ 17677 h 1065334"/>
                <a:gd name="connsiteX8" fmla="*/ 372185 w 930672"/>
                <a:gd name="connsiteY8" fmla="*/ -261 h 1065334"/>
                <a:gd name="connsiteX9" fmla="*/ 310174 w 930672"/>
                <a:gd name="connsiteY9" fmla="*/ 61722 h 1065334"/>
                <a:gd name="connsiteX10" fmla="*/ 310174 w 930672"/>
                <a:gd name="connsiteY10" fmla="*/ 222154 h 1065334"/>
                <a:gd name="connsiteX11" fmla="*/ 620398 w 930672"/>
                <a:gd name="connsiteY11" fmla="*/ 532434 h 1065334"/>
                <a:gd name="connsiteX12" fmla="*/ 310174 w 930672"/>
                <a:gd name="connsiteY12" fmla="*/ 842630 h 1065334"/>
                <a:gd name="connsiteX13" fmla="*/ 310174 w 930672"/>
                <a:gd name="connsiteY13" fmla="*/ 1003118 h 1065334"/>
                <a:gd name="connsiteX14" fmla="*/ 372241 w 930672"/>
                <a:gd name="connsiteY14" fmla="*/ 1065073 h 1065334"/>
                <a:gd name="connsiteX15" fmla="*/ 415865 w 930672"/>
                <a:gd name="connsiteY15" fmla="*/ 1047079 h 1065334"/>
                <a:gd name="connsiteX16" fmla="*/ 930594 w 930672"/>
                <a:gd name="connsiteY16" fmla="*/ 532434 h 1065334"/>
                <a:gd name="connsiteX17" fmla="*/ 416062 w 930672"/>
                <a:gd name="connsiteY17" fmla="*/ 17873 h 1065334"/>
                <a:gd name="connsiteX18" fmla="*/ 372185 w 930672"/>
                <a:gd name="connsiteY18" fmla="*/ -205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672" h="1065334">
                  <a:moveTo>
                    <a:pt x="310146" y="222154"/>
                  </a:moveTo>
                  <a:lnTo>
                    <a:pt x="310146" y="842546"/>
                  </a:lnTo>
                  <a:lnTo>
                    <a:pt x="106118" y="1046573"/>
                  </a:lnTo>
                  <a:cubicBezTo>
                    <a:pt x="82004" y="1070940"/>
                    <a:pt x="42703" y="1071164"/>
                    <a:pt x="18336" y="1047051"/>
                  </a:cubicBezTo>
                  <a:cubicBezTo>
                    <a:pt x="6518" y="1035372"/>
                    <a:pt x="-106" y="1019400"/>
                    <a:pt x="-78" y="1002781"/>
                  </a:cubicBezTo>
                  <a:lnTo>
                    <a:pt x="-78" y="61722"/>
                  </a:lnTo>
                  <a:cubicBezTo>
                    <a:pt x="-22" y="27446"/>
                    <a:pt x="27797" y="-317"/>
                    <a:pt x="62073" y="-261"/>
                  </a:cubicBezTo>
                  <a:cubicBezTo>
                    <a:pt x="78383" y="-233"/>
                    <a:pt x="94047" y="6195"/>
                    <a:pt x="105641" y="17677"/>
                  </a:cubicBezTo>
                  <a:close/>
                  <a:moveTo>
                    <a:pt x="372185" y="-261"/>
                  </a:moveTo>
                  <a:cubicBezTo>
                    <a:pt x="337937" y="-261"/>
                    <a:pt x="310202" y="27474"/>
                    <a:pt x="310174" y="61722"/>
                  </a:cubicBezTo>
                  <a:lnTo>
                    <a:pt x="310174" y="222154"/>
                  </a:lnTo>
                  <a:lnTo>
                    <a:pt x="620398" y="532434"/>
                  </a:lnTo>
                  <a:lnTo>
                    <a:pt x="310174" y="842630"/>
                  </a:lnTo>
                  <a:lnTo>
                    <a:pt x="310174" y="1003118"/>
                  </a:lnTo>
                  <a:cubicBezTo>
                    <a:pt x="310202" y="1037366"/>
                    <a:pt x="337993" y="1065101"/>
                    <a:pt x="372241" y="1065073"/>
                  </a:cubicBezTo>
                  <a:cubicBezTo>
                    <a:pt x="388579" y="1065073"/>
                    <a:pt x="404272" y="1058588"/>
                    <a:pt x="415865" y="1047079"/>
                  </a:cubicBezTo>
                  <a:lnTo>
                    <a:pt x="930594" y="532434"/>
                  </a:lnTo>
                  <a:lnTo>
                    <a:pt x="416062" y="17873"/>
                  </a:lnTo>
                  <a:cubicBezTo>
                    <a:pt x="404411" y="6252"/>
                    <a:pt x="388635" y="-233"/>
                    <a:pt x="372185"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157" name="Graphic 168">
              <a:extLst>
                <a:ext uri="{FF2B5EF4-FFF2-40B4-BE49-F238E27FC236}">
                  <a16:creationId xmlns:a16="http://schemas.microsoft.com/office/drawing/2014/main" id="{D07B60A4-6F27-49B8-BE3B-FED2912A493E}"/>
                </a:ext>
              </a:extLst>
            </p:cNvPr>
            <p:cNvSpPr/>
            <p:nvPr/>
          </p:nvSpPr>
          <p:spPr>
            <a:xfrm>
              <a:off x="10897760" y="4039370"/>
              <a:ext cx="930700" cy="1065334"/>
            </a:xfrm>
            <a:custGeom>
              <a:avLst/>
              <a:gdLst>
                <a:gd name="connsiteX0" fmla="*/ 310146 w 930700"/>
                <a:gd name="connsiteY0" fmla="*/ 222154 h 1065334"/>
                <a:gd name="connsiteX1" fmla="*/ 310146 w 930700"/>
                <a:gd name="connsiteY1" fmla="*/ 842546 h 1065334"/>
                <a:gd name="connsiteX2" fmla="*/ 106118 w 930700"/>
                <a:gd name="connsiteY2" fmla="*/ 1046573 h 1065334"/>
                <a:gd name="connsiteX3" fmla="*/ 18337 w 930700"/>
                <a:gd name="connsiteY3" fmla="*/ 1047051 h 1065334"/>
                <a:gd name="connsiteX4" fmla="*/ -78 w 930700"/>
                <a:gd name="connsiteY4" fmla="*/ 1002781 h 1065334"/>
                <a:gd name="connsiteX5" fmla="*/ -78 w 930700"/>
                <a:gd name="connsiteY5" fmla="*/ 61722 h 1065334"/>
                <a:gd name="connsiteX6" fmla="*/ 62073 w 930700"/>
                <a:gd name="connsiteY6" fmla="*/ -261 h 1065334"/>
                <a:gd name="connsiteX7" fmla="*/ 105641 w 930700"/>
                <a:gd name="connsiteY7" fmla="*/ 17677 h 1065334"/>
                <a:gd name="connsiteX8" fmla="*/ 372185 w 930700"/>
                <a:gd name="connsiteY8" fmla="*/ -261 h 1065334"/>
                <a:gd name="connsiteX9" fmla="*/ 310174 w 930700"/>
                <a:gd name="connsiteY9" fmla="*/ 61722 h 1065334"/>
                <a:gd name="connsiteX10" fmla="*/ 310174 w 930700"/>
                <a:gd name="connsiteY10" fmla="*/ 222154 h 1065334"/>
                <a:gd name="connsiteX11" fmla="*/ 620398 w 930700"/>
                <a:gd name="connsiteY11" fmla="*/ 532434 h 1065334"/>
                <a:gd name="connsiteX12" fmla="*/ 310174 w 930700"/>
                <a:gd name="connsiteY12" fmla="*/ 842630 h 1065334"/>
                <a:gd name="connsiteX13" fmla="*/ 310174 w 930700"/>
                <a:gd name="connsiteY13" fmla="*/ 1003118 h 1065334"/>
                <a:gd name="connsiteX14" fmla="*/ 372241 w 930700"/>
                <a:gd name="connsiteY14" fmla="*/ 1065073 h 1065334"/>
                <a:gd name="connsiteX15" fmla="*/ 415865 w 930700"/>
                <a:gd name="connsiteY15" fmla="*/ 1047079 h 1065334"/>
                <a:gd name="connsiteX16" fmla="*/ 930622 w 930700"/>
                <a:gd name="connsiteY16" fmla="*/ 532434 h 1065334"/>
                <a:gd name="connsiteX17" fmla="*/ 416062 w 930700"/>
                <a:gd name="connsiteY17" fmla="*/ 17873 h 1065334"/>
                <a:gd name="connsiteX18" fmla="*/ 372185 w 930700"/>
                <a:gd name="connsiteY18" fmla="*/ -205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700" h="1065334">
                  <a:moveTo>
                    <a:pt x="310146" y="222154"/>
                  </a:moveTo>
                  <a:lnTo>
                    <a:pt x="310146" y="842546"/>
                  </a:lnTo>
                  <a:lnTo>
                    <a:pt x="106118" y="1046573"/>
                  </a:lnTo>
                  <a:cubicBezTo>
                    <a:pt x="82004" y="1070940"/>
                    <a:pt x="42703" y="1071164"/>
                    <a:pt x="18337" y="1047051"/>
                  </a:cubicBezTo>
                  <a:cubicBezTo>
                    <a:pt x="6518" y="1035372"/>
                    <a:pt x="-106" y="1019400"/>
                    <a:pt x="-78" y="1002781"/>
                  </a:cubicBezTo>
                  <a:lnTo>
                    <a:pt x="-78" y="61722"/>
                  </a:lnTo>
                  <a:cubicBezTo>
                    <a:pt x="-22" y="27446"/>
                    <a:pt x="27797" y="-317"/>
                    <a:pt x="62073" y="-261"/>
                  </a:cubicBezTo>
                  <a:cubicBezTo>
                    <a:pt x="78383" y="-233"/>
                    <a:pt x="94047" y="6195"/>
                    <a:pt x="105641" y="17677"/>
                  </a:cubicBezTo>
                  <a:close/>
                  <a:moveTo>
                    <a:pt x="372185" y="-261"/>
                  </a:moveTo>
                  <a:cubicBezTo>
                    <a:pt x="337937" y="-261"/>
                    <a:pt x="310202" y="27474"/>
                    <a:pt x="310174" y="61722"/>
                  </a:cubicBezTo>
                  <a:lnTo>
                    <a:pt x="310174" y="222154"/>
                  </a:lnTo>
                  <a:lnTo>
                    <a:pt x="620398" y="532434"/>
                  </a:lnTo>
                  <a:lnTo>
                    <a:pt x="310174" y="842630"/>
                  </a:lnTo>
                  <a:lnTo>
                    <a:pt x="310174" y="1003118"/>
                  </a:lnTo>
                  <a:cubicBezTo>
                    <a:pt x="310202" y="1037366"/>
                    <a:pt x="337993" y="1065101"/>
                    <a:pt x="372241" y="1065073"/>
                  </a:cubicBezTo>
                  <a:cubicBezTo>
                    <a:pt x="388579" y="1065073"/>
                    <a:pt x="404272" y="1058588"/>
                    <a:pt x="415865" y="1047079"/>
                  </a:cubicBezTo>
                  <a:lnTo>
                    <a:pt x="930622" y="532434"/>
                  </a:lnTo>
                  <a:lnTo>
                    <a:pt x="416062" y="17873"/>
                  </a:lnTo>
                  <a:cubicBezTo>
                    <a:pt x="404411" y="6252"/>
                    <a:pt x="388635" y="-233"/>
                    <a:pt x="372185"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158" name="Graphic 168">
              <a:extLst>
                <a:ext uri="{FF2B5EF4-FFF2-40B4-BE49-F238E27FC236}">
                  <a16:creationId xmlns:a16="http://schemas.microsoft.com/office/drawing/2014/main" id="{BB857D5F-8C8A-488C-95F9-881C114C3FD6}"/>
                </a:ext>
              </a:extLst>
            </p:cNvPr>
            <p:cNvSpPr/>
            <p:nvPr/>
          </p:nvSpPr>
          <p:spPr>
            <a:xfrm>
              <a:off x="11906080" y="4039370"/>
              <a:ext cx="930813" cy="1065334"/>
            </a:xfrm>
            <a:custGeom>
              <a:avLst/>
              <a:gdLst>
                <a:gd name="connsiteX0" fmla="*/ 310146 w 930813"/>
                <a:gd name="connsiteY0" fmla="*/ 222154 h 1065334"/>
                <a:gd name="connsiteX1" fmla="*/ 310146 w 930813"/>
                <a:gd name="connsiteY1" fmla="*/ 842546 h 1065334"/>
                <a:gd name="connsiteX2" fmla="*/ 106118 w 930813"/>
                <a:gd name="connsiteY2" fmla="*/ 1046573 h 1065334"/>
                <a:gd name="connsiteX3" fmla="*/ 18337 w 930813"/>
                <a:gd name="connsiteY3" fmla="*/ 1047051 h 1065334"/>
                <a:gd name="connsiteX4" fmla="*/ -78 w 930813"/>
                <a:gd name="connsiteY4" fmla="*/ 1002781 h 1065334"/>
                <a:gd name="connsiteX5" fmla="*/ -78 w 930813"/>
                <a:gd name="connsiteY5" fmla="*/ 61722 h 1065334"/>
                <a:gd name="connsiteX6" fmla="*/ 62073 w 930813"/>
                <a:gd name="connsiteY6" fmla="*/ -261 h 1065334"/>
                <a:gd name="connsiteX7" fmla="*/ 105641 w 930813"/>
                <a:gd name="connsiteY7" fmla="*/ 17677 h 1065334"/>
                <a:gd name="connsiteX8" fmla="*/ 372185 w 930813"/>
                <a:gd name="connsiteY8" fmla="*/ -261 h 1065334"/>
                <a:gd name="connsiteX9" fmla="*/ 310174 w 930813"/>
                <a:gd name="connsiteY9" fmla="*/ 61722 h 1065334"/>
                <a:gd name="connsiteX10" fmla="*/ 310174 w 930813"/>
                <a:gd name="connsiteY10" fmla="*/ 222154 h 1065334"/>
                <a:gd name="connsiteX11" fmla="*/ 620511 w 930813"/>
                <a:gd name="connsiteY11" fmla="*/ 532434 h 1065334"/>
                <a:gd name="connsiteX12" fmla="*/ 310286 w 930813"/>
                <a:gd name="connsiteY12" fmla="*/ 842630 h 1065334"/>
                <a:gd name="connsiteX13" fmla="*/ 310286 w 930813"/>
                <a:gd name="connsiteY13" fmla="*/ 1003118 h 1065334"/>
                <a:gd name="connsiteX14" fmla="*/ 372353 w 930813"/>
                <a:gd name="connsiteY14" fmla="*/ 1065073 h 1065334"/>
                <a:gd name="connsiteX15" fmla="*/ 415977 w 930813"/>
                <a:gd name="connsiteY15" fmla="*/ 1047079 h 1065334"/>
                <a:gd name="connsiteX16" fmla="*/ 930735 w 930813"/>
                <a:gd name="connsiteY16" fmla="*/ 532434 h 1065334"/>
                <a:gd name="connsiteX17" fmla="*/ 416174 w 930813"/>
                <a:gd name="connsiteY17" fmla="*/ 17873 h 1065334"/>
                <a:gd name="connsiteX18" fmla="*/ 372297 w 930813"/>
                <a:gd name="connsiteY18" fmla="*/ -205 h 106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0813" h="1065334">
                  <a:moveTo>
                    <a:pt x="310146" y="222154"/>
                  </a:moveTo>
                  <a:lnTo>
                    <a:pt x="310146" y="842546"/>
                  </a:lnTo>
                  <a:lnTo>
                    <a:pt x="106118" y="1046573"/>
                  </a:lnTo>
                  <a:cubicBezTo>
                    <a:pt x="82004" y="1070940"/>
                    <a:pt x="42703" y="1071164"/>
                    <a:pt x="18337" y="1047051"/>
                  </a:cubicBezTo>
                  <a:cubicBezTo>
                    <a:pt x="6519" y="1035372"/>
                    <a:pt x="-106" y="1019400"/>
                    <a:pt x="-78" y="1002781"/>
                  </a:cubicBezTo>
                  <a:lnTo>
                    <a:pt x="-78" y="61722"/>
                  </a:lnTo>
                  <a:cubicBezTo>
                    <a:pt x="-22" y="27446"/>
                    <a:pt x="27797" y="-317"/>
                    <a:pt x="62073" y="-261"/>
                  </a:cubicBezTo>
                  <a:cubicBezTo>
                    <a:pt x="78383" y="-233"/>
                    <a:pt x="94047" y="6195"/>
                    <a:pt x="105641" y="17677"/>
                  </a:cubicBezTo>
                  <a:close/>
                  <a:moveTo>
                    <a:pt x="372185" y="-261"/>
                  </a:moveTo>
                  <a:cubicBezTo>
                    <a:pt x="337937" y="-261"/>
                    <a:pt x="310202" y="27474"/>
                    <a:pt x="310174" y="61722"/>
                  </a:cubicBezTo>
                  <a:lnTo>
                    <a:pt x="310174" y="222154"/>
                  </a:lnTo>
                  <a:lnTo>
                    <a:pt x="620511" y="532434"/>
                  </a:lnTo>
                  <a:lnTo>
                    <a:pt x="310286" y="842630"/>
                  </a:lnTo>
                  <a:lnTo>
                    <a:pt x="310286" y="1003118"/>
                  </a:lnTo>
                  <a:cubicBezTo>
                    <a:pt x="310314" y="1037366"/>
                    <a:pt x="338106" y="1065101"/>
                    <a:pt x="372353" y="1065073"/>
                  </a:cubicBezTo>
                  <a:cubicBezTo>
                    <a:pt x="388691" y="1065073"/>
                    <a:pt x="404384" y="1058588"/>
                    <a:pt x="415977" y="1047079"/>
                  </a:cubicBezTo>
                  <a:lnTo>
                    <a:pt x="930735" y="532434"/>
                  </a:lnTo>
                  <a:lnTo>
                    <a:pt x="416174" y="17873"/>
                  </a:lnTo>
                  <a:cubicBezTo>
                    <a:pt x="404524" y="6252"/>
                    <a:pt x="388748" y="-233"/>
                    <a:pt x="372297" y="-205"/>
                  </a:cubicBezTo>
                </a:path>
              </a:pathLst>
            </a:custGeom>
            <a:solidFill>
              <a:srgbClr val="FFFFFF">
                <a:alpha val="5000"/>
              </a:srgbClr>
            </a:solidFill>
            <a:ln w="2807" cap="flat">
              <a:noFill/>
              <a:prstDash val="solid"/>
              <a:miter/>
            </a:ln>
          </p:spPr>
          <p:txBody>
            <a:bodyPr rtlCol="0" anchor="ctr"/>
            <a:lstStyle/>
            <a:p>
              <a:endParaRPr lang="en-AU" dirty="0"/>
            </a:p>
          </p:txBody>
        </p:sp>
        <p:sp>
          <p:nvSpPr>
            <p:cNvPr id="159" name="Graphic 168">
              <a:extLst>
                <a:ext uri="{FF2B5EF4-FFF2-40B4-BE49-F238E27FC236}">
                  <a16:creationId xmlns:a16="http://schemas.microsoft.com/office/drawing/2014/main" id="{78F8FB81-C3BF-4D87-AFD6-35F9F36C66EC}"/>
                </a:ext>
              </a:extLst>
            </p:cNvPr>
            <p:cNvSpPr/>
            <p:nvPr/>
          </p:nvSpPr>
          <p:spPr>
            <a:xfrm>
              <a:off x="6553780" y="56"/>
              <a:ext cx="620448" cy="532639"/>
            </a:xfrm>
            <a:custGeom>
              <a:avLst/>
              <a:gdLst>
                <a:gd name="connsiteX0" fmla="*/ -78 w 620448"/>
                <a:gd name="connsiteY0" fmla="*/ 309879 h 532639"/>
                <a:gd name="connsiteX1" fmla="*/ -78 w 620448"/>
                <a:gd name="connsiteY1" fmla="*/ 470423 h 532639"/>
                <a:gd name="connsiteX2" fmla="*/ 61989 w 620448"/>
                <a:gd name="connsiteY2" fmla="*/ 532378 h 532639"/>
                <a:gd name="connsiteX3" fmla="*/ 105613 w 620448"/>
                <a:gd name="connsiteY3" fmla="*/ 514384 h 532639"/>
                <a:gd name="connsiteX4" fmla="*/ 620370 w 620448"/>
                <a:gd name="connsiteY4" fmla="*/ -261 h 532639"/>
                <a:gd name="connsiteX5" fmla="*/ 310146 w 620448"/>
                <a:gd name="connsiteY5" fmla="*/ -261 h 532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448" h="532639">
                  <a:moveTo>
                    <a:pt x="-78" y="309879"/>
                  </a:moveTo>
                  <a:lnTo>
                    <a:pt x="-78" y="470423"/>
                  </a:lnTo>
                  <a:cubicBezTo>
                    <a:pt x="-50" y="504671"/>
                    <a:pt x="27741" y="532409"/>
                    <a:pt x="61989" y="532378"/>
                  </a:cubicBezTo>
                  <a:cubicBezTo>
                    <a:pt x="78327" y="532364"/>
                    <a:pt x="94019" y="525896"/>
                    <a:pt x="105613" y="514384"/>
                  </a:cubicBezTo>
                  <a:lnTo>
                    <a:pt x="620370" y="-261"/>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160" name="Graphic 168">
              <a:extLst>
                <a:ext uri="{FF2B5EF4-FFF2-40B4-BE49-F238E27FC236}">
                  <a16:creationId xmlns:a16="http://schemas.microsoft.com/office/drawing/2014/main" id="{CA6644EC-8E68-44C2-9F45-425DD6D9D692}"/>
                </a:ext>
              </a:extLst>
            </p:cNvPr>
            <p:cNvSpPr/>
            <p:nvPr/>
          </p:nvSpPr>
          <p:spPr>
            <a:xfrm>
              <a:off x="5235095" y="0"/>
              <a:ext cx="310252" cy="532644"/>
            </a:xfrm>
            <a:custGeom>
              <a:avLst/>
              <a:gdLst>
                <a:gd name="connsiteX0" fmla="*/ -78 w 310252"/>
                <a:gd name="connsiteY0" fmla="*/ -261 h 532644"/>
                <a:gd name="connsiteX1" fmla="*/ -78 w 310252"/>
                <a:gd name="connsiteY1" fmla="*/ 470170 h 532644"/>
                <a:gd name="connsiteX2" fmla="*/ 61849 w 310252"/>
                <a:gd name="connsiteY2" fmla="*/ 532383 h 532644"/>
                <a:gd name="connsiteX3" fmla="*/ 106118 w 310252"/>
                <a:gd name="connsiteY3" fmla="*/ 513962 h 532644"/>
                <a:gd name="connsiteX4" fmla="*/ 310174 w 310252"/>
                <a:gd name="connsiteY4" fmla="*/ 309935 h 532644"/>
                <a:gd name="connsiteX5" fmla="*/ 310174 w 310252"/>
                <a:gd name="connsiteY5" fmla="*/ -261 h 532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4">
                  <a:moveTo>
                    <a:pt x="-78" y="-261"/>
                  </a:moveTo>
                  <a:lnTo>
                    <a:pt x="-78" y="470170"/>
                  </a:lnTo>
                  <a:cubicBezTo>
                    <a:pt x="-163" y="504449"/>
                    <a:pt x="27573" y="532302"/>
                    <a:pt x="61849" y="532383"/>
                  </a:cubicBezTo>
                  <a:cubicBezTo>
                    <a:pt x="78467" y="532423"/>
                    <a:pt x="94412" y="525786"/>
                    <a:pt x="106118" y="513962"/>
                  </a:cubicBezTo>
                  <a:lnTo>
                    <a:pt x="310174" y="309935"/>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161" name="Graphic 168">
              <a:extLst>
                <a:ext uri="{FF2B5EF4-FFF2-40B4-BE49-F238E27FC236}">
                  <a16:creationId xmlns:a16="http://schemas.microsoft.com/office/drawing/2014/main" id="{A00D4D78-B1D7-4A77-B1A8-618381AC4F28}"/>
                </a:ext>
              </a:extLst>
            </p:cNvPr>
            <p:cNvSpPr/>
            <p:nvPr/>
          </p:nvSpPr>
          <p:spPr>
            <a:xfrm>
              <a:off x="4536916" y="56"/>
              <a:ext cx="620448" cy="532639"/>
            </a:xfrm>
            <a:custGeom>
              <a:avLst/>
              <a:gdLst>
                <a:gd name="connsiteX0" fmla="*/ -78 w 620448"/>
                <a:gd name="connsiteY0" fmla="*/ 309879 h 532639"/>
                <a:gd name="connsiteX1" fmla="*/ -78 w 620448"/>
                <a:gd name="connsiteY1" fmla="*/ 470423 h 532639"/>
                <a:gd name="connsiteX2" fmla="*/ 61989 w 620448"/>
                <a:gd name="connsiteY2" fmla="*/ 532378 h 532639"/>
                <a:gd name="connsiteX3" fmla="*/ 105613 w 620448"/>
                <a:gd name="connsiteY3" fmla="*/ 514384 h 532639"/>
                <a:gd name="connsiteX4" fmla="*/ 620370 w 620448"/>
                <a:gd name="connsiteY4" fmla="*/ -261 h 532639"/>
                <a:gd name="connsiteX5" fmla="*/ 310146 w 620448"/>
                <a:gd name="connsiteY5" fmla="*/ -261 h 532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448" h="532639">
                  <a:moveTo>
                    <a:pt x="-78" y="309879"/>
                  </a:moveTo>
                  <a:lnTo>
                    <a:pt x="-78" y="470423"/>
                  </a:lnTo>
                  <a:cubicBezTo>
                    <a:pt x="-48" y="504671"/>
                    <a:pt x="27741" y="532409"/>
                    <a:pt x="61989" y="532378"/>
                  </a:cubicBezTo>
                  <a:cubicBezTo>
                    <a:pt x="78332" y="532364"/>
                    <a:pt x="94011" y="525896"/>
                    <a:pt x="105613" y="514384"/>
                  </a:cubicBezTo>
                  <a:lnTo>
                    <a:pt x="620370" y="-261"/>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162" name="Graphic 168">
              <a:extLst>
                <a:ext uri="{FF2B5EF4-FFF2-40B4-BE49-F238E27FC236}">
                  <a16:creationId xmlns:a16="http://schemas.microsoft.com/office/drawing/2014/main" id="{FCF481F1-DE4A-4A2E-BEFB-FB4DAB4DC713}"/>
                </a:ext>
              </a:extLst>
            </p:cNvPr>
            <p:cNvSpPr/>
            <p:nvPr/>
          </p:nvSpPr>
          <p:spPr>
            <a:xfrm>
              <a:off x="5545348" y="56"/>
              <a:ext cx="620448" cy="532639"/>
            </a:xfrm>
            <a:custGeom>
              <a:avLst/>
              <a:gdLst>
                <a:gd name="connsiteX0" fmla="*/ -78 w 620448"/>
                <a:gd name="connsiteY0" fmla="*/ 309879 h 532639"/>
                <a:gd name="connsiteX1" fmla="*/ -78 w 620448"/>
                <a:gd name="connsiteY1" fmla="*/ 470423 h 532639"/>
                <a:gd name="connsiteX2" fmla="*/ 61989 w 620448"/>
                <a:gd name="connsiteY2" fmla="*/ 532378 h 532639"/>
                <a:gd name="connsiteX3" fmla="*/ 105613 w 620448"/>
                <a:gd name="connsiteY3" fmla="*/ 514384 h 532639"/>
                <a:gd name="connsiteX4" fmla="*/ 620370 w 620448"/>
                <a:gd name="connsiteY4" fmla="*/ -261 h 532639"/>
                <a:gd name="connsiteX5" fmla="*/ 310146 w 620448"/>
                <a:gd name="connsiteY5" fmla="*/ -261 h 532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448" h="532639">
                  <a:moveTo>
                    <a:pt x="-78" y="309879"/>
                  </a:moveTo>
                  <a:lnTo>
                    <a:pt x="-78" y="470423"/>
                  </a:lnTo>
                  <a:cubicBezTo>
                    <a:pt x="-50" y="504671"/>
                    <a:pt x="27741" y="532409"/>
                    <a:pt x="61989" y="532378"/>
                  </a:cubicBezTo>
                  <a:cubicBezTo>
                    <a:pt x="78327" y="532364"/>
                    <a:pt x="94019" y="525896"/>
                    <a:pt x="105613" y="514384"/>
                  </a:cubicBezTo>
                  <a:lnTo>
                    <a:pt x="620370" y="-261"/>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163" name="Graphic 168">
              <a:extLst>
                <a:ext uri="{FF2B5EF4-FFF2-40B4-BE49-F238E27FC236}">
                  <a16:creationId xmlns:a16="http://schemas.microsoft.com/office/drawing/2014/main" id="{F83F7EC0-8A1E-490A-9805-75845608198B}"/>
                </a:ext>
              </a:extLst>
            </p:cNvPr>
            <p:cNvSpPr/>
            <p:nvPr/>
          </p:nvSpPr>
          <p:spPr>
            <a:xfrm>
              <a:off x="6243527" y="0"/>
              <a:ext cx="310252" cy="532633"/>
            </a:xfrm>
            <a:custGeom>
              <a:avLst/>
              <a:gdLst>
                <a:gd name="connsiteX0" fmla="*/ -78 w 310252"/>
                <a:gd name="connsiteY0" fmla="*/ -261 h 532633"/>
                <a:gd name="connsiteX1" fmla="*/ -78 w 310252"/>
                <a:gd name="connsiteY1" fmla="*/ 470170 h 532633"/>
                <a:gd name="connsiteX2" fmla="*/ 61905 w 310252"/>
                <a:gd name="connsiteY2" fmla="*/ 532372 h 532633"/>
                <a:gd name="connsiteX3" fmla="*/ 106147 w 310252"/>
                <a:gd name="connsiteY3" fmla="*/ 513962 h 532633"/>
                <a:gd name="connsiteX4" fmla="*/ 310174 w 310252"/>
                <a:gd name="connsiteY4" fmla="*/ 309935 h 532633"/>
                <a:gd name="connsiteX5" fmla="*/ 310174 w 310252"/>
                <a:gd name="connsiteY5" fmla="*/ -261 h 53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33">
                  <a:moveTo>
                    <a:pt x="-78" y="-261"/>
                  </a:moveTo>
                  <a:lnTo>
                    <a:pt x="-78" y="470170"/>
                  </a:lnTo>
                  <a:cubicBezTo>
                    <a:pt x="-135" y="504466"/>
                    <a:pt x="27629" y="532313"/>
                    <a:pt x="61905" y="532372"/>
                  </a:cubicBezTo>
                  <a:cubicBezTo>
                    <a:pt x="78523" y="532400"/>
                    <a:pt x="94468" y="525770"/>
                    <a:pt x="106147" y="513962"/>
                  </a:cubicBezTo>
                  <a:lnTo>
                    <a:pt x="310174" y="309935"/>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164" name="Graphic 168">
              <a:extLst>
                <a:ext uri="{FF2B5EF4-FFF2-40B4-BE49-F238E27FC236}">
                  <a16:creationId xmlns:a16="http://schemas.microsoft.com/office/drawing/2014/main" id="{6B96D4B3-5ACD-490A-A443-8F575723FDFC}"/>
                </a:ext>
              </a:extLst>
            </p:cNvPr>
            <p:cNvSpPr/>
            <p:nvPr/>
          </p:nvSpPr>
          <p:spPr>
            <a:xfrm>
              <a:off x="2520052" y="0"/>
              <a:ext cx="620560" cy="532695"/>
            </a:xfrm>
            <a:custGeom>
              <a:avLst/>
              <a:gdLst>
                <a:gd name="connsiteX0" fmla="*/ -78 w 620560"/>
                <a:gd name="connsiteY0" fmla="*/ 309935 h 532695"/>
                <a:gd name="connsiteX1" fmla="*/ -78 w 620560"/>
                <a:gd name="connsiteY1" fmla="*/ 470479 h 532695"/>
                <a:gd name="connsiteX2" fmla="*/ 61989 w 620560"/>
                <a:gd name="connsiteY2" fmla="*/ 532434 h 532695"/>
                <a:gd name="connsiteX3" fmla="*/ 105613 w 620560"/>
                <a:gd name="connsiteY3" fmla="*/ 514440 h 532695"/>
                <a:gd name="connsiteX4" fmla="*/ 620482 w 620560"/>
                <a:gd name="connsiteY4" fmla="*/ -261 h 532695"/>
                <a:gd name="connsiteX5" fmla="*/ 310146 w 620560"/>
                <a:gd name="connsiteY5" fmla="*/ -261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560" h="532695">
                  <a:moveTo>
                    <a:pt x="-78" y="309935"/>
                  </a:moveTo>
                  <a:lnTo>
                    <a:pt x="-78" y="470479"/>
                  </a:lnTo>
                  <a:cubicBezTo>
                    <a:pt x="-48" y="504727"/>
                    <a:pt x="27741" y="532465"/>
                    <a:pt x="61989" y="532434"/>
                  </a:cubicBezTo>
                  <a:cubicBezTo>
                    <a:pt x="78332" y="532420"/>
                    <a:pt x="94011" y="525952"/>
                    <a:pt x="105613" y="514440"/>
                  </a:cubicBezTo>
                  <a:lnTo>
                    <a:pt x="620482" y="-261"/>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165" name="Graphic 168">
              <a:extLst>
                <a:ext uri="{FF2B5EF4-FFF2-40B4-BE49-F238E27FC236}">
                  <a16:creationId xmlns:a16="http://schemas.microsoft.com/office/drawing/2014/main" id="{14AA4B7F-B9CB-41F5-9206-8F1D57E51522}"/>
                </a:ext>
              </a:extLst>
            </p:cNvPr>
            <p:cNvSpPr/>
            <p:nvPr/>
          </p:nvSpPr>
          <p:spPr>
            <a:xfrm>
              <a:off x="4226663" y="0"/>
              <a:ext cx="310252" cy="532644"/>
            </a:xfrm>
            <a:custGeom>
              <a:avLst/>
              <a:gdLst>
                <a:gd name="connsiteX0" fmla="*/ -78 w 310252"/>
                <a:gd name="connsiteY0" fmla="*/ -261 h 532644"/>
                <a:gd name="connsiteX1" fmla="*/ -78 w 310252"/>
                <a:gd name="connsiteY1" fmla="*/ 470170 h 532644"/>
                <a:gd name="connsiteX2" fmla="*/ 61843 w 310252"/>
                <a:gd name="connsiteY2" fmla="*/ 532383 h 532644"/>
                <a:gd name="connsiteX3" fmla="*/ 106118 w 310252"/>
                <a:gd name="connsiteY3" fmla="*/ 513962 h 532644"/>
                <a:gd name="connsiteX4" fmla="*/ 310174 w 310252"/>
                <a:gd name="connsiteY4" fmla="*/ 309935 h 532644"/>
                <a:gd name="connsiteX5" fmla="*/ 310174 w 310252"/>
                <a:gd name="connsiteY5" fmla="*/ -261 h 532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4">
                  <a:moveTo>
                    <a:pt x="-78" y="-261"/>
                  </a:moveTo>
                  <a:lnTo>
                    <a:pt x="-78" y="470170"/>
                  </a:lnTo>
                  <a:cubicBezTo>
                    <a:pt x="-160" y="504449"/>
                    <a:pt x="27564" y="532302"/>
                    <a:pt x="61843" y="532383"/>
                  </a:cubicBezTo>
                  <a:cubicBezTo>
                    <a:pt x="78473" y="532423"/>
                    <a:pt x="94423" y="525786"/>
                    <a:pt x="106118" y="513962"/>
                  </a:cubicBezTo>
                  <a:lnTo>
                    <a:pt x="310174" y="309935"/>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166" name="Graphic 168">
              <a:extLst>
                <a:ext uri="{FF2B5EF4-FFF2-40B4-BE49-F238E27FC236}">
                  <a16:creationId xmlns:a16="http://schemas.microsoft.com/office/drawing/2014/main" id="{0DC30829-7F6F-4001-A198-26C457780E4D}"/>
                </a:ext>
              </a:extLst>
            </p:cNvPr>
            <p:cNvSpPr/>
            <p:nvPr/>
          </p:nvSpPr>
          <p:spPr>
            <a:xfrm>
              <a:off x="2209799" y="0"/>
              <a:ext cx="310252" cy="532644"/>
            </a:xfrm>
            <a:custGeom>
              <a:avLst/>
              <a:gdLst>
                <a:gd name="connsiteX0" fmla="*/ -78 w 310252"/>
                <a:gd name="connsiteY0" fmla="*/ -261 h 532644"/>
                <a:gd name="connsiteX1" fmla="*/ -78 w 310252"/>
                <a:gd name="connsiteY1" fmla="*/ 470170 h 532644"/>
                <a:gd name="connsiteX2" fmla="*/ 61843 w 310252"/>
                <a:gd name="connsiteY2" fmla="*/ 532383 h 532644"/>
                <a:gd name="connsiteX3" fmla="*/ 106118 w 310252"/>
                <a:gd name="connsiteY3" fmla="*/ 513962 h 532644"/>
                <a:gd name="connsiteX4" fmla="*/ 310174 w 310252"/>
                <a:gd name="connsiteY4" fmla="*/ 309935 h 532644"/>
                <a:gd name="connsiteX5" fmla="*/ 310174 w 310252"/>
                <a:gd name="connsiteY5" fmla="*/ -261 h 532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4">
                  <a:moveTo>
                    <a:pt x="-78" y="-261"/>
                  </a:moveTo>
                  <a:lnTo>
                    <a:pt x="-78" y="470170"/>
                  </a:lnTo>
                  <a:cubicBezTo>
                    <a:pt x="-159" y="504449"/>
                    <a:pt x="27563" y="532302"/>
                    <a:pt x="61843" y="532383"/>
                  </a:cubicBezTo>
                  <a:cubicBezTo>
                    <a:pt x="78473" y="532423"/>
                    <a:pt x="94423" y="525786"/>
                    <a:pt x="106118" y="513962"/>
                  </a:cubicBezTo>
                  <a:lnTo>
                    <a:pt x="310174" y="309935"/>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167" name="Graphic 168">
              <a:extLst>
                <a:ext uri="{FF2B5EF4-FFF2-40B4-BE49-F238E27FC236}">
                  <a16:creationId xmlns:a16="http://schemas.microsoft.com/office/drawing/2014/main" id="{3D4CBB13-4914-4CC9-9910-528B74C70B13}"/>
                </a:ext>
              </a:extLst>
            </p:cNvPr>
            <p:cNvSpPr/>
            <p:nvPr/>
          </p:nvSpPr>
          <p:spPr>
            <a:xfrm>
              <a:off x="3218231" y="0"/>
              <a:ext cx="310252" cy="532644"/>
            </a:xfrm>
            <a:custGeom>
              <a:avLst/>
              <a:gdLst>
                <a:gd name="connsiteX0" fmla="*/ -78 w 310252"/>
                <a:gd name="connsiteY0" fmla="*/ -261 h 532644"/>
                <a:gd name="connsiteX1" fmla="*/ -78 w 310252"/>
                <a:gd name="connsiteY1" fmla="*/ 470170 h 532644"/>
                <a:gd name="connsiteX2" fmla="*/ 61843 w 310252"/>
                <a:gd name="connsiteY2" fmla="*/ 532383 h 532644"/>
                <a:gd name="connsiteX3" fmla="*/ 106118 w 310252"/>
                <a:gd name="connsiteY3" fmla="*/ 513962 h 532644"/>
                <a:gd name="connsiteX4" fmla="*/ 310174 w 310252"/>
                <a:gd name="connsiteY4" fmla="*/ 309935 h 532644"/>
                <a:gd name="connsiteX5" fmla="*/ 310174 w 310252"/>
                <a:gd name="connsiteY5" fmla="*/ -261 h 532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4">
                  <a:moveTo>
                    <a:pt x="-78" y="-261"/>
                  </a:moveTo>
                  <a:lnTo>
                    <a:pt x="-78" y="470170"/>
                  </a:lnTo>
                  <a:cubicBezTo>
                    <a:pt x="-160" y="504449"/>
                    <a:pt x="27564" y="532302"/>
                    <a:pt x="61843" y="532383"/>
                  </a:cubicBezTo>
                  <a:cubicBezTo>
                    <a:pt x="78473" y="532423"/>
                    <a:pt x="94423" y="525786"/>
                    <a:pt x="106118" y="513962"/>
                  </a:cubicBezTo>
                  <a:lnTo>
                    <a:pt x="310174" y="309935"/>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168" name="Graphic 168">
              <a:extLst>
                <a:ext uri="{FF2B5EF4-FFF2-40B4-BE49-F238E27FC236}">
                  <a16:creationId xmlns:a16="http://schemas.microsoft.com/office/drawing/2014/main" id="{E7A745ED-E307-407C-B458-FCCF6232A830}"/>
                </a:ext>
              </a:extLst>
            </p:cNvPr>
            <p:cNvSpPr/>
            <p:nvPr/>
          </p:nvSpPr>
          <p:spPr>
            <a:xfrm>
              <a:off x="3528484" y="0"/>
              <a:ext cx="620448" cy="532695"/>
            </a:xfrm>
            <a:custGeom>
              <a:avLst/>
              <a:gdLst>
                <a:gd name="connsiteX0" fmla="*/ -78 w 620448"/>
                <a:gd name="connsiteY0" fmla="*/ 309935 h 532695"/>
                <a:gd name="connsiteX1" fmla="*/ -78 w 620448"/>
                <a:gd name="connsiteY1" fmla="*/ 470479 h 532695"/>
                <a:gd name="connsiteX2" fmla="*/ 61989 w 620448"/>
                <a:gd name="connsiteY2" fmla="*/ 532434 h 532695"/>
                <a:gd name="connsiteX3" fmla="*/ 105613 w 620448"/>
                <a:gd name="connsiteY3" fmla="*/ 514440 h 532695"/>
                <a:gd name="connsiteX4" fmla="*/ 620370 w 620448"/>
                <a:gd name="connsiteY4" fmla="*/ -261 h 532695"/>
                <a:gd name="connsiteX5" fmla="*/ 310146 w 620448"/>
                <a:gd name="connsiteY5" fmla="*/ -261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448" h="532695">
                  <a:moveTo>
                    <a:pt x="-78" y="309935"/>
                  </a:moveTo>
                  <a:lnTo>
                    <a:pt x="-78" y="470479"/>
                  </a:lnTo>
                  <a:cubicBezTo>
                    <a:pt x="-47" y="504727"/>
                    <a:pt x="27741" y="532465"/>
                    <a:pt x="61989" y="532434"/>
                  </a:cubicBezTo>
                  <a:cubicBezTo>
                    <a:pt x="78332" y="532420"/>
                    <a:pt x="94011" y="525952"/>
                    <a:pt x="105613" y="514440"/>
                  </a:cubicBezTo>
                  <a:lnTo>
                    <a:pt x="620370" y="-261"/>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169" name="Graphic 168">
              <a:extLst>
                <a:ext uri="{FF2B5EF4-FFF2-40B4-BE49-F238E27FC236}">
                  <a16:creationId xmlns:a16="http://schemas.microsoft.com/office/drawing/2014/main" id="{3E3BB83E-E03A-4568-8D19-3A4B5D0DE374}"/>
                </a:ext>
              </a:extLst>
            </p:cNvPr>
            <p:cNvSpPr/>
            <p:nvPr/>
          </p:nvSpPr>
          <p:spPr>
            <a:xfrm>
              <a:off x="9268739" y="0"/>
              <a:ext cx="310252" cy="532633"/>
            </a:xfrm>
            <a:custGeom>
              <a:avLst/>
              <a:gdLst>
                <a:gd name="connsiteX0" fmla="*/ -78 w 310252"/>
                <a:gd name="connsiteY0" fmla="*/ -261 h 532633"/>
                <a:gd name="connsiteX1" fmla="*/ -78 w 310252"/>
                <a:gd name="connsiteY1" fmla="*/ 470170 h 532633"/>
                <a:gd name="connsiteX2" fmla="*/ 61905 w 310252"/>
                <a:gd name="connsiteY2" fmla="*/ 532372 h 532633"/>
                <a:gd name="connsiteX3" fmla="*/ 106147 w 310252"/>
                <a:gd name="connsiteY3" fmla="*/ 513962 h 532633"/>
                <a:gd name="connsiteX4" fmla="*/ 310174 w 310252"/>
                <a:gd name="connsiteY4" fmla="*/ 309935 h 532633"/>
                <a:gd name="connsiteX5" fmla="*/ 310174 w 310252"/>
                <a:gd name="connsiteY5" fmla="*/ -261 h 53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33">
                  <a:moveTo>
                    <a:pt x="-78" y="-261"/>
                  </a:moveTo>
                  <a:lnTo>
                    <a:pt x="-78" y="470170"/>
                  </a:lnTo>
                  <a:cubicBezTo>
                    <a:pt x="-135" y="504466"/>
                    <a:pt x="27629" y="532313"/>
                    <a:pt x="61905" y="532372"/>
                  </a:cubicBezTo>
                  <a:cubicBezTo>
                    <a:pt x="78523" y="532400"/>
                    <a:pt x="94468" y="525770"/>
                    <a:pt x="106147" y="513962"/>
                  </a:cubicBezTo>
                  <a:lnTo>
                    <a:pt x="310174" y="309935"/>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61" name="Graphic 168">
              <a:extLst>
                <a:ext uri="{FF2B5EF4-FFF2-40B4-BE49-F238E27FC236}">
                  <a16:creationId xmlns:a16="http://schemas.microsoft.com/office/drawing/2014/main" id="{4668CAB5-EC63-45AC-955E-E9D3CC8B6BE5}"/>
                </a:ext>
              </a:extLst>
            </p:cNvPr>
            <p:cNvSpPr/>
            <p:nvPr/>
          </p:nvSpPr>
          <p:spPr>
            <a:xfrm>
              <a:off x="10277255" y="0"/>
              <a:ext cx="310252" cy="532633"/>
            </a:xfrm>
            <a:custGeom>
              <a:avLst/>
              <a:gdLst>
                <a:gd name="connsiteX0" fmla="*/ -78 w 310252"/>
                <a:gd name="connsiteY0" fmla="*/ -261 h 532633"/>
                <a:gd name="connsiteX1" fmla="*/ -78 w 310252"/>
                <a:gd name="connsiteY1" fmla="*/ 470170 h 532633"/>
                <a:gd name="connsiteX2" fmla="*/ 61905 w 310252"/>
                <a:gd name="connsiteY2" fmla="*/ 532372 h 532633"/>
                <a:gd name="connsiteX3" fmla="*/ 106147 w 310252"/>
                <a:gd name="connsiteY3" fmla="*/ 513962 h 532633"/>
                <a:gd name="connsiteX4" fmla="*/ 310174 w 310252"/>
                <a:gd name="connsiteY4" fmla="*/ 309935 h 532633"/>
                <a:gd name="connsiteX5" fmla="*/ 310174 w 310252"/>
                <a:gd name="connsiteY5" fmla="*/ -261 h 53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33">
                  <a:moveTo>
                    <a:pt x="-78" y="-261"/>
                  </a:moveTo>
                  <a:lnTo>
                    <a:pt x="-78" y="470170"/>
                  </a:lnTo>
                  <a:cubicBezTo>
                    <a:pt x="-135" y="504466"/>
                    <a:pt x="27628" y="532313"/>
                    <a:pt x="61905" y="532372"/>
                  </a:cubicBezTo>
                  <a:cubicBezTo>
                    <a:pt x="78523" y="532400"/>
                    <a:pt x="94468" y="525770"/>
                    <a:pt x="106147" y="513962"/>
                  </a:cubicBezTo>
                  <a:lnTo>
                    <a:pt x="310174" y="309935"/>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63" name="Graphic 168">
              <a:extLst>
                <a:ext uri="{FF2B5EF4-FFF2-40B4-BE49-F238E27FC236}">
                  <a16:creationId xmlns:a16="http://schemas.microsoft.com/office/drawing/2014/main" id="{DFAA827E-A948-42F2-B230-0FEEFFF3EAF6}"/>
                </a:ext>
              </a:extLst>
            </p:cNvPr>
            <p:cNvSpPr/>
            <p:nvPr/>
          </p:nvSpPr>
          <p:spPr>
            <a:xfrm>
              <a:off x="7251959" y="0"/>
              <a:ext cx="310252" cy="532633"/>
            </a:xfrm>
            <a:custGeom>
              <a:avLst/>
              <a:gdLst>
                <a:gd name="connsiteX0" fmla="*/ -78 w 310252"/>
                <a:gd name="connsiteY0" fmla="*/ -261 h 532633"/>
                <a:gd name="connsiteX1" fmla="*/ -78 w 310252"/>
                <a:gd name="connsiteY1" fmla="*/ 470170 h 532633"/>
                <a:gd name="connsiteX2" fmla="*/ 61905 w 310252"/>
                <a:gd name="connsiteY2" fmla="*/ 532372 h 532633"/>
                <a:gd name="connsiteX3" fmla="*/ 106147 w 310252"/>
                <a:gd name="connsiteY3" fmla="*/ 513962 h 532633"/>
                <a:gd name="connsiteX4" fmla="*/ 310174 w 310252"/>
                <a:gd name="connsiteY4" fmla="*/ 309935 h 532633"/>
                <a:gd name="connsiteX5" fmla="*/ 310174 w 310252"/>
                <a:gd name="connsiteY5" fmla="*/ -261 h 53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33">
                  <a:moveTo>
                    <a:pt x="-78" y="-261"/>
                  </a:moveTo>
                  <a:lnTo>
                    <a:pt x="-78" y="470170"/>
                  </a:lnTo>
                  <a:cubicBezTo>
                    <a:pt x="-134" y="504466"/>
                    <a:pt x="27629" y="532313"/>
                    <a:pt x="61905" y="532372"/>
                  </a:cubicBezTo>
                  <a:cubicBezTo>
                    <a:pt x="78523" y="532400"/>
                    <a:pt x="94468" y="525770"/>
                    <a:pt x="106147" y="513962"/>
                  </a:cubicBezTo>
                  <a:lnTo>
                    <a:pt x="310174" y="309935"/>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64" name="Graphic 168">
              <a:extLst>
                <a:ext uri="{FF2B5EF4-FFF2-40B4-BE49-F238E27FC236}">
                  <a16:creationId xmlns:a16="http://schemas.microsoft.com/office/drawing/2014/main" id="{95251160-6149-4E88-95C7-D8E70DB85212}"/>
                </a:ext>
              </a:extLst>
            </p:cNvPr>
            <p:cNvSpPr/>
            <p:nvPr/>
          </p:nvSpPr>
          <p:spPr>
            <a:xfrm>
              <a:off x="11285687" y="0"/>
              <a:ext cx="310224" cy="532633"/>
            </a:xfrm>
            <a:custGeom>
              <a:avLst/>
              <a:gdLst>
                <a:gd name="connsiteX0" fmla="*/ -78 w 310224"/>
                <a:gd name="connsiteY0" fmla="*/ -261 h 532633"/>
                <a:gd name="connsiteX1" fmla="*/ -78 w 310224"/>
                <a:gd name="connsiteY1" fmla="*/ 470170 h 532633"/>
                <a:gd name="connsiteX2" fmla="*/ 61905 w 310224"/>
                <a:gd name="connsiteY2" fmla="*/ 532372 h 532633"/>
                <a:gd name="connsiteX3" fmla="*/ 106147 w 310224"/>
                <a:gd name="connsiteY3" fmla="*/ 513962 h 532633"/>
                <a:gd name="connsiteX4" fmla="*/ 310146 w 310224"/>
                <a:gd name="connsiteY4" fmla="*/ 309935 h 532633"/>
                <a:gd name="connsiteX5" fmla="*/ 310146 w 310224"/>
                <a:gd name="connsiteY5" fmla="*/ -261 h 53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24" h="532633">
                  <a:moveTo>
                    <a:pt x="-78" y="-261"/>
                  </a:moveTo>
                  <a:lnTo>
                    <a:pt x="-78" y="470170"/>
                  </a:lnTo>
                  <a:cubicBezTo>
                    <a:pt x="-135" y="504466"/>
                    <a:pt x="27629" y="532313"/>
                    <a:pt x="61905" y="532372"/>
                  </a:cubicBezTo>
                  <a:cubicBezTo>
                    <a:pt x="78523" y="532400"/>
                    <a:pt x="94468" y="525770"/>
                    <a:pt x="106147" y="513962"/>
                  </a:cubicBezTo>
                  <a:lnTo>
                    <a:pt x="310146" y="309935"/>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65" name="Graphic 168">
              <a:extLst>
                <a:ext uri="{FF2B5EF4-FFF2-40B4-BE49-F238E27FC236}">
                  <a16:creationId xmlns:a16="http://schemas.microsoft.com/office/drawing/2014/main" id="{F74EDC93-0601-41BC-AA6A-D97FDE6E5CDE}"/>
                </a:ext>
              </a:extLst>
            </p:cNvPr>
            <p:cNvSpPr/>
            <p:nvPr/>
          </p:nvSpPr>
          <p:spPr>
            <a:xfrm>
              <a:off x="11595912" y="0"/>
              <a:ext cx="620392" cy="532683"/>
            </a:xfrm>
            <a:custGeom>
              <a:avLst/>
              <a:gdLst>
                <a:gd name="connsiteX0" fmla="*/ -78 w 620392"/>
                <a:gd name="connsiteY0" fmla="*/ 309935 h 532683"/>
                <a:gd name="connsiteX1" fmla="*/ -78 w 620392"/>
                <a:gd name="connsiteY1" fmla="*/ 470479 h 532683"/>
                <a:gd name="connsiteX2" fmla="*/ 62045 w 620392"/>
                <a:gd name="connsiteY2" fmla="*/ 532423 h 532683"/>
                <a:gd name="connsiteX3" fmla="*/ 105641 w 620392"/>
                <a:gd name="connsiteY3" fmla="*/ 514440 h 532683"/>
                <a:gd name="connsiteX4" fmla="*/ 620314 w 620392"/>
                <a:gd name="connsiteY4" fmla="*/ -261 h 532683"/>
                <a:gd name="connsiteX5" fmla="*/ 310174 w 620392"/>
                <a:gd name="connsiteY5" fmla="*/ -261 h 532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392" h="532683">
                  <a:moveTo>
                    <a:pt x="-78" y="309935"/>
                  </a:moveTo>
                  <a:lnTo>
                    <a:pt x="-78" y="470479"/>
                  </a:lnTo>
                  <a:cubicBezTo>
                    <a:pt x="-22" y="504741"/>
                    <a:pt x="27797" y="532476"/>
                    <a:pt x="62045" y="532423"/>
                  </a:cubicBezTo>
                  <a:cubicBezTo>
                    <a:pt x="78383" y="532397"/>
                    <a:pt x="94047" y="525935"/>
                    <a:pt x="105641" y="514440"/>
                  </a:cubicBezTo>
                  <a:lnTo>
                    <a:pt x="620314" y="-261"/>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66" name="Graphic 168">
              <a:extLst>
                <a:ext uri="{FF2B5EF4-FFF2-40B4-BE49-F238E27FC236}">
                  <a16:creationId xmlns:a16="http://schemas.microsoft.com/office/drawing/2014/main" id="{245D7E28-34D4-4F00-92F7-289536151F61}"/>
                </a:ext>
              </a:extLst>
            </p:cNvPr>
            <p:cNvSpPr/>
            <p:nvPr/>
          </p:nvSpPr>
          <p:spPr>
            <a:xfrm>
              <a:off x="10587508" y="0"/>
              <a:ext cx="620448" cy="532683"/>
            </a:xfrm>
            <a:custGeom>
              <a:avLst/>
              <a:gdLst>
                <a:gd name="connsiteX0" fmla="*/ -78 w 620448"/>
                <a:gd name="connsiteY0" fmla="*/ 309935 h 532683"/>
                <a:gd name="connsiteX1" fmla="*/ -78 w 620448"/>
                <a:gd name="connsiteY1" fmla="*/ 470479 h 532683"/>
                <a:gd name="connsiteX2" fmla="*/ 62045 w 620448"/>
                <a:gd name="connsiteY2" fmla="*/ 532423 h 532683"/>
                <a:gd name="connsiteX3" fmla="*/ 105641 w 620448"/>
                <a:gd name="connsiteY3" fmla="*/ 514440 h 532683"/>
                <a:gd name="connsiteX4" fmla="*/ 620370 w 620448"/>
                <a:gd name="connsiteY4" fmla="*/ -261 h 532683"/>
                <a:gd name="connsiteX5" fmla="*/ 310146 w 620448"/>
                <a:gd name="connsiteY5" fmla="*/ -261 h 532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448" h="532683">
                  <a:moveTo>
                    <a:pt x="-78" y="309935"/>
                  </a:moveTo>
                  <a:lnTo>
                    <a:pt x="-78" y="470479"/>
                  </a:lnTo>
                  <a:cubicBezTo>
                    <a:pt x="-22" y="504741"/>
                    <a:pt x="27797" y="532476"/>
                    <a:pt x="62045" y="532423"/>
                  </a:cubicBezTo>
                  <a:cubicBezTo>
                    <a:pt x="78383" y="532397"/>
                    <a:pt x="94047" y="525935"/>
                    <a:pt x="105641" y="514440"/>
                  </a:cubicBezTo>
                  <a:lnTo>
                    <a:pt x="620370" y="-261"/>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67" name="Graphic 168">
              <a:extLst>
                <a:ext uri="{FF2B5EF4-FFF2-40B4-BE49-F238E27FC236}">
                  <a16:creationId xmlns:a16="http://schemas.microsoft.com/office/drawing/2014/main" id="{740777BE-B6EB-4C79-9E3E-FABCBB8E7B02}"/>
                </a:ext>
              </a:extLst>
            </p:cNvPr>
            <p:cNvSpPr/>
            <p:nvPr/>
          </p:nvSpPr>
          <p:spPr>
            <a:xfrm>
              <a:off x="8260392" y="0"/>
              <a:ext cx="310252" cy="532633"/>
            </a:xfrm>
            <a:custGeom>
              <a:avLst/>
              <a:gdLst>
                <a:gd name="connsiteX0" fmla="*/ -78 w 310252"/>
                <a:gd name="connsiteY0" fmla="*/ -261 h 532633"/>
                <a:gd name="connsiteX1" fmla="*/ -78 w 310252"/>
                <a:gd name="connsiteY1" fmla="*/ 470170 h 532633"/>
                <a:gd name="connsiteX2" fmla="*/ 61904 w 310252"/>
                <a:gd name="connsiteY2" fmla="*/ 532372 h 532633"/>
                <a:gd name="connsiteX3" fmla="*/ 106146 w 310252"/>
                <a:gd name="connsiteY3" fmla="*/ 513962 h 532633"/>
                <a:gd name="connsiteX4" fmla="*/ 310174 w 310252"/>
                <a:gd name="connsiteY4" fmla="*/ 309935 h 532633"/>
                <a:gd name="connsiteX5" fmla="*/ 310174 w 310252"/>
                <a:gd name="connsiteY5" fmla="*/ -261 h 53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33">
                  <a:moveTo>
                    <a:pt x="-78" y="-261"/>
                  </a:moveTo>
                  <a:lnTo>
                    <a:pt x="-78" y="470170"/>
                  </a:lnTo>
                  <a:cubicBezTo>
                    <a:pt x="-135" y="504466"/>
                    <a:pt x="27628" y="532313"/>
                    <a:pt x="61904" y="532372"/>
                  </a:cubicBezTo>
                  <a:cubicBezTo>
                    <a:pt x="78523" y="532400"/>
                    <a:pt x="94468" y="525770"/>
                    <a:pt x="106146" y="513962"/>
                  </a:cubicBezTo>
                  <a:lnTo>
                    <a:pt x="310174" y="309935"/>
                  </a:lnTo>
                  <a:lnTo>
                    <a:pt x="310174"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68" name="Graphic 168">
              <a:extLst>
                <a:ext uri="{FF2B5EF4-FFF2-40B4-BE49-F238E27FC236}">
                  <a16:creationId xmlns:a16="http://schemas.microsoft.com/office/drawing/2014/main" id="{7279AD3E-345D-4E23-8D77-1FBD3804B138}"/>
                </a:ext>
              </a:extLst>
            </p:cNvPr>
            <p:cNvSpPr/>
            <p:nvPr/>
          </p:nvSpPr>
          <p:spPr>
            <a:xfrm>
              <a:off x="9579076" y="56"/>
              <a:ext cx="620448" cy="532639"/>
            </a:xfrm>
            <a:custGeom>
              <a:avLst/>
              <a:gdLst>
                <a:gd name="connsiteX0" fmla="*/ -78 w 620448"/>
                <a:gd name="connsiteY0" fmla="*/ 309879 h 532639"/>
                <a:gd name="connsiteX1" fmla="*/ -78 w 620448"/>
                <a:gd name="connsiteY1" fmla="*/ 470423 h 532639"/>
                <a:gd name="connsiteX2" fmla="*/ 61988 w 620448"/>
                <a:gd name="connsiteY2" fmla="*/ 532378 h 532639"/>
                <a:gd name="connsiteX3" fmla="*/ 105613 w 620448"/>
                <a:gd name="connsiteY3" fmla="*/ 514384 h 532639"/>
                <a:gd name="connsiteX4" fmla="*/ 620370 w 620448"/>
                <a:gd name="connsiteY4" fmla="*/ -261 h 532639"/>
                <a:gd name="connsiteX5" fmla="*/ 310146 w 620448"/>
                <a:gd name="connsiteY5" fmla="*/ -261 h 532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448" h="532639">
                  <a:moveTo>
                    <a:pt x="-78" y="309879"/>
                  </a:moveTo>
                  <a:lnTo>
                    <a:pt x="-78" y="470423"/>
                  </a:lnTo>
                  <a:cubicBezTo>
                    <a:pt x="-50" y="504671"/>
                    <a:pt x="27741" y="532409"/>
                    <a:pt x="61988" y="532378"/>
                  </a:cubicBezTo>
                  <a:cubicBezTo>
                    <a:pt x="78327" y="532364"/>
                    <a:pt x="94019" y="525896"/>
                    <a:pt x="105613" y="514384"/>
                  </a:cubicBezTo>
                  <a:lnTo>
                    <a:pt x="620370" y="-261"/>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69" name="Graphic 168">
              <a:extLst>
                <a:ext uri="{FF2B5EF4-FFF2-40B4-BE49-F238E27FC236}">
                  <a16:creationId xmlns:a16="http://schemas.microsoft.com/office/drawing/2014/main" id="{3C28E8EF-3A1E-4C99-A8F4-B7B2E6BCCE33}"/>
                </a:ext>
              </a:extLst>
            </p:cNvPr>
            <p:cNvSpPr/>
            <p:nvPr/>
          </p:nvSpPr>
          <p:spPr>
            <a:xfrm>
              <a:off x="7562212" y="56"/>
              <a:ext cx="620448" cy="532639"/>
            </a:xfrm>
            <a:custGeom>
              <a:avLst/>
              <a:gdLst>
                <a:gd name="connsiteX0" fmla="*/ -78 w 620448"/>
                <a:gd name="connsiteY0" fmla="*/ 309879 h 532639"/>
                <a:gd name="connsiteX1" fmla="*/ -78 w 620448"/>
                <a:gd name="connsiteY1" fmla="*/ 470423 h 532639"/>
                <a:gd name="connsiteX2" fmla="*/ 61989 w 620448"/>
                <a:gd name="connsiteY2" fmla="*/ 532378 h 532639"/>
                <a:gd name="connsiteX3" fmla="*/ 105613 w 620448"/>
                <a:gd name="connsiteY3" fmla="*/ 514384 h 532639"/>
                <a:gd name="connsiteX4" fmla="*/ 620370 w 620448"/>
                <a:gd name="connsiteY4" fmla="*/ -261 h 532639"/>
                <a:gd name="connsiteX5" fmla="*/ 310146 w 620448"/>
                <a:gd name="connsiteY5" fmla="*/ -261 h 532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448" h="532639">
                  <a:moveTo>
                    <a:pt x="-78" y="309879"/>
                  </a:moveTo>
                  <a:lnTo>
                    <a:pt x="-78" y="470423"/>
                  </a:lnTo>
                  <a:cubicBezTo>
                    <a:pt x="-50" y="504671"/>
                    <a:pt x="27741" y="532409"/>
                    <a:pt x="61989" y="532378"/>
                  </a:cubicBezTo>
                  <a:cubicBezTo>
                    <a:pt x="78327" y="532364"/>
                    <a:pt x="94019" y="525896"/>
                    <a:pt x="105613" y="514384"/>
                  </a:cubicBezTo>
                  <a:lnTo>
                    <a:pt x="620370" y="-261"/>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70" name="Graphic 168">
              <a:extLst>
                <a:ext uri="{FF2B5EF4-FFF2-40B4-BE49-F238E27FC236}">
                  <a16:creationId xmlns:a16="http://schemas.microsoft.com/office/drawing/2014/main" id="{19C2C81E-8E67-4D75-AE9E-B3612490354B}"/>
                </a:ext>
              </a:extLst>
            </p:cNvPr>
            <p:cNvSpPr/>
            <p:nvPr/>
          </p:nvSpPr>
          <p:spPr>
            <a:xfrm>
              <a:off x="8570644" y="0"/>
              <a:ext cx="620532" cy="532723"/>
            </a:xfrm>
            <a:custGeom>
              <a:avLst/>
              <a:gdLst>
                <a:gd name="connsiteX0" fmla="*/ -78 w 620532"/>
                <a:gd name="connsiteY0" fmla="*/ 309935 h 532723"/>
                <a:gd name="connsiteX1" fmla="*/ -78 w 620532"/>
                <a:gd name="connsiteY1" fmla="*/ 470479 h 532723"/>
                <a:gd name="connsiteX2" fmla="*/ 61960 w 620532"/>
                <a:gd name="connsiteY2" fmla="*/ 532462 h 532723"/>
                <a:gd name="connsiteX3" fmla="*/ 105697 w 620532"/>
                <a:gd name="connsiteY3" fmla="*/ 514384 h 532723"/>
                <a:gd name="connsiteX4" fmla="*/ 620454 w 620532"/>
                <a:gd name="connsiteY4" fmla="*/ -261 h 532723"/>
                <a:gd name="connsiteX5" fmla="*/ 310146 w 620532"/>
                <a:gd name="connsiteY5" fmla="*/ -261 h 53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532" h="532723">
                  <a:moveTo>
                    <a:pt x="-78" y="309935"/>
                  </a:moveTo>
                  <a:lnTo>
                    <a:pt x="-78" y="470479"/>
                  </a:lnTo>
                  <a:cubicBezTo>
                    <a:pt x="-50" y="504727"/>
                    <a:pt x="27713" y="532479"/>
                    <a:pt x="61960" y="532462"/>
                  </a:cubicBezTo>
                  <a:cubicBezTo>
                    <a:pt x="78355" y="532453"/>
                    <a:pt x="94075" y="525955"/>
                    <a:pt x="105697" y="514384"/>
                  </a:cubicBezTo>
                  <a:lnTo>
                    <a:pt x="620454" y="-261"/>
                  </a:lnTo>
                  <a:lnTo>
                    <a:pt x="310146" y="-261"/>
                  </a:lnTo>
                  <a:close/>
                </a:path>
              </a:pathLst>
            </a:custGeom>
            <a:solidFill>
              <a:srgbClr val="FFFFFF">
                <a:alpha val="5000"/>
              </a:srgbClr>
            </a:solidFill>
            <a:ln w="2807" cap="flat">
              <a:noFill/>
              <a:prstDash val="solid"/>
              <a:miter/>
            </a:ln>
          </p:spPr>
          <p:txBody>
            <a:bodyPr rtlCol="0" anchor="ctr"/>
            <a:lstStyle/>
            <a:p>
              <a:endParaRPr lang="en-AU" dirty="0"/>
            </a:p>
          </p:txBody>
        </p:sp>
        <p:sp>
          <p:nvSpPr>
            <p:cNvPr id="271" name="Graphic 168">
              <a:extLst>
                <a:ext uri="{FF2B5EF4-FFF2-40B4-BE49-F238E27FC236}">
                  <a16:creationId xmlns:a16="http://schemas.microsoft.com/office/drawing/2014/main" id="{A6C27407-D5F9-4784-867E-885D0F8D4DBB}"/>
                </a:ext>
              </a:extLst>
            </p:cNvPr>
            <p:cNvSpPr/>
            <p:nvPr/>
          </p:nvSpPr>
          <p:spPr>
            <a:xfrm>
              <a:off x="9501373" y="6325332"/>
              <a:ext cx="620447" cy="532695"/>
            </a:xfrm>
            <a:custGeom>
              <a:avLst/>
              <a:gdLst>
                <a:gd name="connsiteX0" fmla="*/ 310145 w 620447"/>
                <a:gd name="connsiteY0" fmla="*/ 532434 h 532695"/>
                <a:gd name="connsiteX1" fmla="*/ 620369 w 620447"/>
                <a:gd name="connsiteY1" fmla="*/ 532434 h 532695"/>
                <a:gd name="connsiteX2" fmla="*/ 105809 w 620447"/>
                <a:gd name="connsiteY2" fmla="*/ 17817 h 532695"/>
                <a:gd name="connsiteX3" fmla="*/ 18000 w 620447"/>
                <a:gd name="connsiteY3" fmla="*/ 18042 h 532695"/>
                <a:gd name="connsiteX4" fmla="*/ -78 w 620447"/>
                <a:gd name="connsiteY4" fmla="*/ 61722 h 532695"/>
                <a:gd name="connsiteX5" fmla="*/ -78 w 620447"/>
                <a:gd name="connsiteY5" fmla="*/ 222154 h 532695"/>
                <a:gd name="connsiteX6" fmla="*/ 310145 w 620447"/>
                <a:gd name="connsiteY6" fmla="*/ 532378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47" h="532695">
                  <a:moveTo>
                    <a:pt x="310145" y="532434"/>
                  </a:moveTo>
                  <a:lnTo>
                    <a:pt x="620369" y="532434"/>
                  </a:lnTo>
                  <a:lnTo>
                    <a:pt x="105809" y="17817"/>
                  </a:lnTo>
                  <a:cubicBezTo>
                    <a:pt x="81498" y="-6381"/>
                    <a:pt x="42169" y="-6269"/>
                    <a:pt x="18000" y="18042"/>
                  </a:cubicBezTo>
                  <a:cubicBezTo>
                    <a:pt x="6462" y="29664"/>
                    <a:pt x="-51" y="45356"/>
                    <a:pt x="-78" y="61722"/>
                  </a:cubicBezTo>
                  <a:lnTo>
                    <a:pt x="-78" y="222154"/>
                  </a:lnTo>
                  <a:lnTo>
                    <a:pt x="310145" y="532378"/>
                  </a:lnTo>
                  <a:close/>
                </a:path>
              </a:pathLst>
            </a:custGeom>
            <a:solidFill>
              <a:srgbClr val="FFFFFF">
                <a:alpha val="5000"/>
              </a:srgbClr>
            </a:solidFill>
            <a:ln w="2807" cap="flat">
              <a:noFill/>
              <a:prstDash val="solid"/>
              <a:miter/>
            </a:ln>
          </p:spPr>
          <p:txBody>
            <a:bodyPr rtlCol="0" anchor="ctr"/>
            <a:lstStyle/>
            <a:p>
              <a:endParaRPr lang="en-AU" dirty="0"/>
            </a:p>
          </p:txBody>
        </p:sp>
        <p:sp>
          <p:nvSpPr>
            <p:cNvPr id="272" name="Graphic 168">
              <a:extLst>
                <a:ext uri="{FF2B5EF4-FFF2-40B4-BE49-F238E27FC236}">
                  <a16:creationId xmlns:a16="http://schemas.microsoft.com/office/drawing/2014/main" id="{0B21651D-814F-40AB-96D1-C0199D8DC986}"/>
                </a:ext>
              </a:extLst>
            </p:cNvPr>
            <p:cNvSpPr/>
            <p:nvPr/>
          </p:nvSpPr>
          <p:spPr>
            <a:xfrm>
              <a:off x="8182688" y="6325468"/>
              <a:ext cx="310251" cy="532643"/>
            </a:xfrm>
            <a:custGeom>
              <a:avLst/>
              <a:gdLst>
                <a:gd name="connsiteX0" fmla="*/ 310173 w 310251"/>
                <a:gd name="connsiteY0" fmla="*/ 532298 h 532643"/>
                <a:gd name="connsiteX1" fmla="*/ 310173 w 310251"/>
                <a:gd name="connsiteY1" fmla="*/ 222046 h 532643"/>
                <a:gd name="connsiteX2" fmla="*/ 105641 w 310251"/>
                <a:gd name="connsiteY2" fmla="*/ 17681 h 532643"/>
                <a:gd name="connsiteX3" fmla="*/ 17859 w 310251"/>
                <a:gd name="connsiteY3" fmla="*/ 18158 h 532643"/>
                <a:gd name="connsiteX4" fmla="*/ -78 w 310251"/>
                <a:gd name="connsiteY4" fmla="*/ 61726 h 532643"/>
                <a:gd name="connsiteX5" fmla="*/ -78 w 310251"/>
                <a:gd name="connsiteY5" fmla="*/ 532383 h 53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1" h="532643">
                  <a:moveTo>
                    <a:pt x="310173" y="532298"/>
                  </a:moveTo>
                  <a:lnTo>
                    <a:pt x="310173" y="222046"/>
                  </a:lnTo>
                  <a:lnTo>
                    <a:pt x="105641" y="17681"/>
                  </a:lnTo>
                  <a:cubicBezTo>
                    <a:pt x="81274" y="-6433"/>
                    <a:pt x="41973" y="-6208"/>
                    <a:pt x="17859" y="18158"/>
                  </a:cubicBezTo>
                  <a:cubicBezTo>
                    <a:pt x="6378" y="29752"/>
                    <a:pt x="-51" y="45416"/>
                    <a:pt x="-78" y="61726"/>
                  </a:cubicBezTo>
                  <a:lnTo>
                    <a:pt x="-78" y="532383"/>
                  </a:lnTo>
                  <a:close/>
                </a:path>
              </a:pathLst>
            </a:custGeom>
            <a:solidFill>
              <a:srgbClr val="FFFFFF">
                <a:alpha val="5000"/>
              </a:srgbClr>
            </a:solidFill>
            <a:ln w="2807" cap="flat">
              <a:noFill/>
              <a:prstDash val="solid"/>
              <a:miter/>
            </a:ln>
          </p:spPr>
          <p:txBody>
            <a:bodyPr rtlCol="0" anchor="ctr"/>
            <a:lstStyle/>
            <a:p>
              <a:endParaRPr lang="en-AU" dirty="0"/>
            </a:p>
          </p:txBody>
        </p:sp>
        <p:sp>
          <p:nvSpPr>
            <p:cNvPr id="273" name="Graphic 168">
              <a:extLst>
                <a:ext uri="{FF2B5EF4-FFF2-40B4-BE49-F238E27FC236}">
                  <a16:creationId xmlns:a16="http://schemas.microsoft.com/office/drawing/2014/main" id="{3CEF7A5D-B259-476F-849E-B90C31378FA6}"/>
                </a:ext>
              </a:extLst>
            </p:cNvPr>
            <p:cNvSpPr/>
            <p:nvPr/>
          </p:nvSpPr>
          <p:spPr>
            <a:xfrm>
              <a:off x="9191092" y="6325468"/>
              <a:ext cx="310280" cy="532643"/>
            </a:xfrm>
            <a:custGeom>
              <a:avLst/>
              <a:gdLst>
                <a:gd name="connsiteX0" fmla="*/ 310202 w 310280"/>
                <a:gd name="connsiteY0" fmla="*/ 532298 h 532643"/>
                <a:gd name="connsiteX1" fmla="*/ 310202 w 310280"/>
                <a:gd name="connsiteY1" fmla="*/ 222046 h 532643"/>
                <a:gd name="connsiteX2" fmla="*/ 105641 w 310280"/>
                <a:gd name="connsiteY2" fmla="*/ 17681 h 532643"/>
                <a:gd name="connsiteX3" fmla="*/ 17859 w 310280"/>
                <a:gd name="connsiteY3" fmla="*/ 18158 h 532643"/>
                <a:gd name="connsiteX4" fmla="*/ -78 w 310280"/>
                <a:gd name="connsiteY4" fmla="*/ 61726 h 532643"/>
                <a:gd name="connsiteX5" fmla="*/ -78 w 310280"/>
                <a:gd name="connsiteY5" fmla="*/ 532383 h 53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80" h="532643">
                  <a:moveTo>
                    <a:pt x="310202" y="532298"/>
                  </a:moveTo>
                  <a:lnTo>
                    <a:pt x="310202" y="222046"/>
                  </a:lnTo>
                  <a:lnTo>
                    <a:pt x="105641" y="17681"/>
                  </a:lnTo>
                  <a:cubicBezTo>
                    <a:pt x="81274" y="-6433"/>
                    <a:pt x="41973" y="-6208"/>
                    <a:pt x="17859" y="18158"/>
                  </a:cubicBezTo>
                  <a:cubicBezTo>
                    <a:pt x="6378" y="29752"/>
                    <a:pt x="-50" y="45416"/>
                    <a:pt x="-78" y="61726"/>
                  </a:cubicBezTo>
                  <a:lnTo>
                    <a:pt x="-78" y="532383"/>
                  </a:lnTo>
                  <a:close/>
                </a:path>
              </a:pathLst>
            </a:custGeom>
            <a:solidFill>
              <a:srgbClr val="FFFFFF">
                <a:alpha val="5000"/>
              </a:srgbClr>
            </a:solidFill>
            <a:ln w="2807" cap="flat">
              <a:noFill/>
              <a:prstDash val="solid"/>
              <a:miter/>
            </a:ln>
          </p:spPr>
          <p:txBody>
            <a:bodyPr rtlCol="0" anchor="ctr"/>
            <a:lstStyle/>
            <a:p>
              <a:endParaRPr lang="en-AU" dirty="0"/>
            </a:p>
          </p:txBody>
        </p:sp>
        <p:sp>
          <p:nvSpPr>
            <p:cNvPr id="274" name="Graphic 168">
              <a:extLst>
                <a:ext uri="{FF2B5EF4-FFF2-40B4-BE49-F238E27FC236}">
                  <a16:creationId xmlns:a16="http://schemas.microsoft.com/office/drawing/2014/main" id="{C1C0EA8F-060B-43BC-AA6C-86CDDEC33C75}"/>
                </a:ext>
              </a:extLst>
            </p:cNvPr>
            <p:cNvSpPr/>
            <p:nvPr/>
          </p:nvSpPr>
          <p:spPr>
            <a:xfrm>
              <a:off x="8492940" y="6325332"/>
              <a:ext cx="620448" cy="532695"/>
            </a:xfrm>
            <a:custGeom>
              <a:avLst/>
              <a:gdLst>
                <a:gd name="connsiteX0" fmla="*/ 310118 w 620448"/>
                <a:gd name="connsiteY0" fmla="*/ 532434 h 532695"/>
                <a:gd name="connsiteX1" fmla="*/ 620370 w 620448"/>
                <a:gd name="connsiteY1" fmla="*/ 532434 h 532695"/>
                <a:gd name="connsiteX2" fmla="*/ 105810 w 620448"/>
                <a:gd name="connsiteY2" fmla="*/ 17817 h 532695"/>
                <a:gd name="connsiteX3" fmla="*/ 18000 w 620448"/>
                <a:gd name="connsiteY3" fmla="*/ 18042 h 532695"/>
                <a:gd name="connsiteX4" fmla="*/ -78 w 620448"/>
                <a:gd name="connsiteY4" fmla="*/ 61722 h 532695"/>
                <a:gd name="connsiteX5" fmla="*/ -78 w 620448"/>
                <a:gd name="connsiteY5" fmla="*/ 222154 h 532695"/>
                <a:gd name="connsiteX6" fmla="*/ 310146 w 620448"/>
                <a:gd name="connsiteY6" fmla="*/ 532378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48" h="532695">
                  <a:moveTo>
                    <a:pt x="310118" y="532434"/>
                  </a:moveTo>
                  <a:lnTo>
                    <a:pt x="620370" y="532434"/>
                  </a:lnTo>
                  <a:lnTo>
                    <a:pt x="105810" y="17817"/>
                  </a:lnTo>
                  <a:cubicBezTo>
                    <a:pt x="81499" y="-6381"/>
                    <a:pt x="42170" y="-6269"/>
                    <a:pt x="18000" y="18042"/>
                  </a:cubicBezTo>
                  <a:cubicBezTo>
                    <a:pt x="6463" y="29664"/>
                    <a:pt x="-50" y="45356"/>
                    <a:pt x="-78" y="61722"/>
                  </a:cubicBezTo>
                  <a:lnTo>
                    <a:pt x="-78" y="222154"/>
                  </a:lnTo>
                  <a:lnTo>
                    <a:pt x="310146" y="532378"/>
                  </a:lnTo>
                  <a:close/>
                </a:path>
              </a:pathLst>
            </a:custGeom>
            <a:solidFill>
              <a:srgbClr val="FFFFFF">
                <a:alpha val="5000"/>
              </a:srgbClr>
            </a:solidFill>
            <a:ln w="2807" cap="flat">
              <a:noFill/>
              <a:prstDash val="solid"/>
              <a:miter/>
            </a:ln>
          </p:spPr>
          <p:txBody>
            <a:bodyPr rtlCol="0" anchor="ctr"/>
            <a:lstStyle/>
            <a:p>
              <a:endParaRPr lang="en-AU" dirty="0"/>
            </a:p>
          </p:txBody>
        </p:sp>
        <p:sp>
          <p:nvSpPr>
            <p:cNvPr id="275" name="Graphic 168">
              <a:extLst>
                <a:ext uri="{FF2B5EF4-FFF2-40B4-BE49-F238E27FC236}">
                  <a16:creationId xmlns:a16="http://schemas.microsoft.com/office/drawing/2014/main" id="{A275554C-CDC7-4B77-A889-16C9C964828F}"/>
                </a:ext>
              </a:extLst>
            </p:cNvPr>
            <p:cNvSpPr/>
            <p:nvPr/>
          </p:nvSpPr>
          <p:spPr>
            <a:xfrm>
              <a:off x="10199552" y="6325468"/>
              <a:ext cx="310252" cy="532643"/>
            </a:xfrm>
            <a:custGeom>
              <a:avLst/>
              <a:gdLst>
                <a:gd name="connsiteX0" fmla="*/ 310174 w 310252"/>
                <a:gd name="connsiteY0" fmla="*/ 532298 h 532643"/>
                <a:gd name="connsiteX1" fmla="*/ 310174 w 310252"/>
                <a:gd name="connsiteY1" fmla="*/ 222046 h 532643"/>
                <a:gd name="connsiteX2" fmla="*/ 105641 w 310252"/>
                <a:gd name="connsiteY2" fmla="*/ 17681 h 532643"/>
                <a:gd name="connsiteX3" fmla="*/ 17859 w 310252"/>
                <a:gd name="connsiteY3" fmla="*/ 18158 h 532643"/>
                <a:gd name="connsiteX4" fmla="*/ -78 w 310252"/>
                <a:gd name="connsiteY4" fmla="*/ 61726 h 532643"/>
                <a:gd name="connsiteX5" fmla="*/ -78 w 310252"/>
                <a:gd name="connsiteY5" fmla="*/ 532383 h 53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3">
                  <a:moveTo>
                    <a:pt x="310174" y="532298"/>
                  </a:moveTo>
                  <a:lnTo>
                    <a:pt x="310174" y="222046"/>
                  </a:lnTo>
                  <a:lnTo>
                    <a:pt x="105641" y="17681"/>
                  </a:lnTo>
                  <a:cubicBezTo>
                    <a:pt x="81274" y="-6433"/>
                    <a:pt x="41973" y="-6208"/>
                    <a:pt x="17859" y="18158"/>
                  </a:cubicBezTo>
                  <a:cubicBezTo>
                    <a:pt x="6378" y="29752"/>
                    <a:pt x="-50" y="45416"/>
                    <a:pt x="-78" y="61726"/>
                  </a:cubicBezTo>
                  <a:lnTo>
                    <a:pt x="-78" y="532383"/>
                  </a:lnTo>
                  <a:close/>
                </a:path>
              </a:pathLst>
            </a:custGeom>
            <a:solidFill>
              <a:srgbClr val="FFFFFF">
                <a:alpha val="5000"/>
              </a:srgbClr>
            </a:solidFill>
            <a:ln w="2807" cap="flat">
              <a:noFill/>
              <a:prstDash val="solid"/>
              <a:miter/>
            </a:ln>
          </p:spPr>
          <p:txBody>
            <a:bodyPr rtlCol="0" anchor="ctr"/>
            <a:lstStyle/>
            <a:p>
              <a:endParaRPr lang="en-AU" dirty="0"/>
            </a:p>
          </p:txBody>
        </p:sp>
        <p:sp>
          <p:nvSpPr>
            <p:cNvPr id="276" name="Graphic 168">
              <a:extLst>
                <a:ext uri="{FF2B5EF4-FFF2-40B4-BE49-F238E27FC236}">
                  <a16:creationId xmlns:a16="http://schemas.microsoft.com/office/drawing/2014/main" id="{987D67DA-EA32-4C9A-BB34-EE07413E9AE6}"/>
                </a:ext>
              </a:extLst>
            </p:cNvPr>
            <p:cNvSpPr/>
            <p:nvPr/>
          </p:nvSpPr>
          <p:spPr>
            <a:xfrm>
              <a:off x="12216416" y="6325468"/>
              <a:ext cx="310252" cy="532643"/>
            </a:xfrm>
            <a:custGeom>
              <a:avLst/>
              <a:gdLst>
                <a:gd name="connsiteX0" fmla="*/ 310174 w 310252"/>
                <a:gd name="connsiteY0" fmla="*/ 532298 h 532643"/>
                <a:gd name="connsiteX1" fmla="*/ 310174 w 310252"/>
                <a:gd name="connsiteY1" fmla="*/ 222046 h 532643"/>
                <a:gd name="connsiteX2" fmla="*/ 105641 w 310252"/>
                <a:gd name="connsiteY2" fmla="*/ 17681 h 532643"/>
                <a:gd name="connsiteX3" fmla="*/ 17859 w 310252"/>
                <a:gd name="connsiteY3" fmla="*/ 18158 h 532643"/>
                <a:gd name="connsiteX4" fmla="*/ -78 w 310252"/>
                <a:gd name="connsiteY4" fmla="*/ 61726 h 532643"/>
                <a:gd name="connsiteX5" fmla="*/ -78 w 310252"/>
                <a:gd name="connsiteY5" fmla="*/ 532383 h 53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3">
                  <a:moveTo>
                    <a:pt x="310174" y="532298"/>
                  </a:moveTo>
                  <a:lnTo>
                    <a:pt x="310174" y="222046"/>
                  </a:lnTo>
                  <a:lnTo>
                    <a:pt x="105641" y="17681"/>
                  </a:lnTo>
                  <a:cubicBezTo>
                    <a:pt x="81274" y="-6433"/>
                    <a:pt x="41973" y="-6208"/>
                    <a:pt x="17859" y="18158"/>
                  </a:cubicBezTo>
                  <a:cubicBezTo>
                    <a:pt x="6378" y="29752"/>
                    <a:pt x="-50" y="45416"/>
                    <a:pt x="-78" y="61726"/>
                  </a:cubicBezTo>
                  <a:lnTo>
                    <a:pt x="-78" y="532383"/>
                  </a:lnTo>
                  <a:close/>
                </a:path>
              </a:pathLst>
            </a:custGeom>
            <a:solidFill>
              <a:srgbClr val="FFFFFF">
                <a:alpha val="5000"/>
              </a:srgbClr>
            </a:solidFill>
            <a:ln w="2807" cap="flat">
              <a:noFill/>
              <a:prstDash val="solid"/>
              <a:miter/>
            </a:ln>
          </p:spPr>
          <p:txBody>
            <a:bodyPr rtlCol="0" anchor="ctr"/>
            <a:lstStyle/>
            <a:p>
              <a:endParaRPr lang="en-AU" dirty="0"/>
            </a:p>
          </p:txBody>
        </p:sp>
        <p:sp>
          <p:nvSpPr>
            <p:cNvPr id="277" name="Graphic 168">
              <a:extLst>
                <a:ext uri="{FF2B5EF4-FFF2-40B4-BE49-F238E27FC236}">
                  <a16:creationId xmlns:a16="http://schemas.microsoft.com/office/drawing/2014/main" id="{EE77961B-0C70-4DD6-A0E6-282FE1461103}"/>
                </a:ext>
              </a:extLst>
            </p:cNvPr>
            <p:cNvSpPr/>
            <p:nvPr/>
          </p:nvSpPr>
          <p:spPr>
            <a:xfrm>
              <a:off x="12526669" y="6325332"/>
              <a:ext cx="620448" cy="532695"/>
            </a:xfrm>
            <a:custGeom>
              <a:avLst/>
              <a:gdLst>
                <a:gd name="connsiteX0" fmla="*/ 310146 w 620448"/>
                <a:gd name="connsiteY0" fmla="*/ 532434 h 532695"/>
                <a:gd name="connsiteX1" fmla="*/ 620370 w 620448"/>
                <a:gd name="connsiteY1" fmla="*/ 532434 h 532695"/>
                <a:gd name="connsiteX2" fmla="*/ 105809 w 620448"/>
                <a:gd name="connsiteY2" fmla="*/ 17817 h 532695"/>
                <a:gd name="connsiteX3" fmla="*/ 18000 w 620448"/>
                <a:gd name="connsiteY3" fmla="*/ 18042 h 532695"/>
                <a:gd name="connsiteX4" fmla="*/ -78 w 620448"/>
                <a:gd name="connsiteY4" fmla="*/ 61722 h 532695"/>
                <a:gd name="connsiteX5" fmla="*/ -78 w 620448"/>
                <a:gd name="connsiteY5" fmla="*/ 222154 h 532695"/>
                <a:gd name="connsiteX6" fmla="*/ 310146 w 620448"/>
                <a:gd name="connsiteY6" fmla="*/ 532378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48" h="532695">
                  <a:moveTo>
                    <a:pt x="310146" y="532434"/>
                  </a:moveTo>
                  <a:lnTo>
                    <a:pt x="620370" y="532434"/>
                  </a:lnTo>
                  <a:lnTo>
                    <a:pt x="105809" y="17817"/>
                  </a:lnTo>
                  <a:cubicBezTo>
                    <a:pt x="81499" y="-6381"/>
                    <a:pt x="42170" y="-6269"/>
                    <a:pt x="18000" y="18042"/>
                  </a:cubicBezTo>
                  <a:cubicBezTo>
                    <a:pt x="6462" y="29664"/>
                    <a:pt x="-50" y="45356"/>
                    <a:pt x="-78" y="61722"/>
                  </a:cubicBezTo>
                  <a:lnTo>
                    <a:pt x="-78" y="222154"/>
                  </a:lnTo>
                  <a:lnTo>
                    <a:pt x="310146" y="532378"/>
                  </a:lnTo>
                  <a:close/>
                </a:path>
              </a:pathLst>
            </a:custGeom>
            <a:solidFill>
              <a:srgbClr val="FFFFFF">
                <a:alpha val="5000"/>
              </a:srgbClr>
            </a:solidFill>
            <a:ln w="2807" cap="flat">
              <a:noFill/>
              <a:prstDash val="solid"/>
              <a:miter/>
            </a:ln>
          </p:spPr>
          <p:txBody>
            <a:bodyPr rtlCol="0" anchor="ctr"/>
            <a:lstStyle/>
            <a:p>
              <a:endParaRPr lang="en-AU" dirty="0"/>
            </a:p>
          </p:txBody>
        </p:sp>
        <p:sp>
          <p:nvSpPr>
            <p:cNvPr id="278" name="Graphic 168">
              <a:extLst>
                <a:ext uri="{FF2B5EF4-FFF2-40B4-BE49-F238E27FC236}">
                  <a16:creationId xmlns:a16="http://schemas.microsoft.com/office/drawing/2014/main" id="{3D7047EE-D9E0-4520-B6CC-81E74F89931C}"/>
                </a:ext>
              </a:extLst>
            </p:cNvPr>
            <p:cNvSpPr/>
            <p:nvPr/>
          </p:nvSpPr>
          <p:spPr>
            <a:xfrm>
              <a:off x="11207984" y="6325468"/>
              <a:ext cx="310252" cy="532643"/>
            </a:xfrm>
            <a:custGeom>
              <a:avLst/>
              <a:gdLst>
                <a:gd name="connsiteX0" fmla="*/ 310174 w 310252"/>
                <a:gd name="connsiteY0" fmla="*/ 532298 h 532643"/>
                <a:gd name="connsiteX1" fmla="*/ 310174 w 310252"/>
                <a:gd name="connsiteY1" fmla="*/ 222046 h 532643"/>
                <a:gd name="connsiteX2" fmla="*/ 105641 w 310252"/>
                <a:gd name="connsiteY2" fmla="*/ 17681 h 532643"/>
                <a:gd name="connsiteX3" fmla="*/ 17859 w 310252"/>
                <a:gd name="connsiteY3" fmla="*/ 18158 h 532643"/>
                <a:gd name="connsiteX4" fmla="*/ -78 w 310252"/>
                <a:gd name="connsiteY4" fmla="*/ 61726 h 532643"/>
                <a:gd name="connsiteX5" fmla="*/ -78 w 310252"/>
                <a:gd name="connsiteY5" fmla="*/ 532383 h 53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3">
                  <a:moveTo>
                    <a:pt x="310174" y="532298"/>
                  </a:moveTo>
                  <a:lnTo>
                    <a:pt x="310174" y="222046"/>
                  </a:lnTo>
                  <a:lnTo>
                    <a:pt x="105641" y="17681"/>
                  </a:lnTo>
                  <a:cubicBezTo>
                    <a:pt x="81274" y="-6433"/>
                    <a:pt x="41973" y="-6208"/>
                    <a:pt x="17859" y="18158"/>
                  </a:cubicBezTo>
                  <a:cubicBezTo>
                    <a:pt x="6378" y="29752"/>
                    <a:pt x="-50" y="45416"/>
                    <a:pt x="-78" y="61726"/>
                  </a:cubicBezTo>
                  <a:lnTo>
                    <a:pt x="-78" y="532383"/>
                  </a:lnTo>
                  <a:close/>
                </a:path>
              </a:pathLst>
            </a:custGeom>
            <a:solidFill>
              <a:srgbClr val="FFFFFF">
                <a:alpha val="5000"/>
              </a:srgbClr>
            </a:solidFill>
            <a:ln w="2807" cap="flat">
              <a:noFill/>
              <a:prstDash val="solid"/>
              <a:miter/>
            </a:ln>
          </p:spPr>
          <p:txBody>
            <a:bodyPr rtlCol="0" anchor="ctr"/>
            <a:lstStyle/>
            <a:p>
              <a:endParaRPr lang="en-AU" dirty="0"/>
            </a:p>
          </p:txBody>
        </p:sp>
        <p:sp>
          <p:nvSpPr>
            <p:cNvPr id="279" name="Graphic 168">
              <a:extLst>
                <a:ext uri="{FF2B5EF4-FFF2-40B4-BE49-F238E27FC236}">
                  <a16:creationId xmlns:a16="http://schemas.microsoft.com/office/drawing/2014/main" id="{C8E6D5B7-D0F6-458C-B75C-28C73BE468C8}"/>
                </a:ext>
              </a:extLst>
            </p:cNvPr>
            <p:cNvSpPr/>
            <p:nvPr/>
          </p:nvSpPr>
          <p:spPr>
            <a:xfrm>
              <a:off x="11518237" y="6325332"/>
              <a:ext cx="620448" cy="532695"/>
            </a:xfrm>
            <a:custGeom>
              <a:avLst/>
              <a:gdLst>
                <a:gd name="connsiteX0" fmla="*/ 310146 w 620448"/>
                <a:gd name="connsiteY0" fmla="*/ 532434 h 532695"/>
                <a:gd name="connsiteX1" fmla="*/ 620370 w 620448"/>
                <a:gd name="connsiteY1" fmla="*/ 532434 h 532695"/>
                <a:gd name="connsiteX2" fmla="*/ 105809 w 620448"/>
                <a:gd name="connsiteY2" fmla="*/ 17817 h 532695"/>
                <a:gd name="connsiteX3" fmla="*/ 18000 w 620448"/>
                <a:gd name="connsiteY3" fmla="*/ 18042 h 532695"/>
                <a:gd name="connsiteX4" fmla="*/ -78 w 620448"/>
                <a:gd name="connsiteY4" fmla="*/ 61722 h 532695"/>
                <a:gd name="connsiteX5" fmla="*/ -78 w 620448"/>
                <a:gd name="connsiteY5" fmla="*/ 222154 h 532695"/>
                <a:gd name="connsiteX6" fmla="*/ 310146 w 620448"/>
                <a:gd name="connsiteY6" fmla="*/ 532378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48" h="532695">
                  <a:moveTo>
                    <a:pt x="310146" y="532434"/>
                  </a:moveTo>
                  <a:lnTo>
                    <a:pt x="620370" y="532434"/>
                  </a:lnTo>
                  <a:lnTo>
                    <a:pt x="105809" y="17817"/>
                  </a:lnTo>
                  <a:cubicBezTo>
                    <a:pt x="81498" y="-6381"/>
                    <a:pt x="42169" y="-6269"/>
                    <a:pt x="18000" y="18042"/>
                  </a:cubicBezTo>
                  <a:cubicBezTo>
                    <a:pt x="6462" y="29664"/>
                    <a:pt x="-50" y="45356"/>
                    <a:pt x="-78" y="61722"/>
                  </a:cubicBezTo>
                  <a:lnTo>
                    <a:pt x="-78" y="222154"/>
                  </a:lnTo>
                  <a:lnTo>
                    <a:pt x="310146" y="532378"/>
                  </a:lnTo>
                  <a:close/>
                </a:path>
              </a:pathLst>
            </a:custGeom>
            <a:solidFill>
              <a:srgbClr val="FFFFFF">
                <a:alpha val="5000"/>
              </a:srgbClr>
            </a:solidFill>
            <a:ln w="2807" cap="flat">
              <a:noFill/>
              <a:prstDash val="solid"/>
              <a:miter/>
            </a:ln>
          </p:spPr>
          <p:txBody>
            <a:bodyPr rtlCol="0" anchor="ctr"/>
            <a:lstStyle/>
            <a:p>
              <a:endParaRPr lang="en-AU" dirty="0"/>
            </a:p>
          </p:txBody>
        </p:sp>
        <p:sp>
          <p:nvSpPr>
            <p:cNvPr id="280" name="Graphic 168">
              <a:extLst>
                <a:ext uri="{FF2B5EF4-FFF2-40B4-BE49-F238E27FC236}">
                  <a16:creationId xmlns:a16="http://schemas.microsoft.com/office/drawing/2014/main" id="{75224149-216F-4598-8F6E-AA116F88A4CF}"/>
                </a:ext>
              </a:extLst>
            </p:cNvPr>
            <p:cNvSpPr/>
            <p:nvPr/>
          </p:nvSpPr>
          <p:spPr>
            <a:xfrm>
              <a:off x="10509805" y="6325332"/>
              <a:ext cx="620448" cy="532695"/>
            </a:xfrm>
            <a:custGeom>
              <a:avLst/>
              <a:gdLst>
                <a:gd name="connsiteX0" fmla="*/ 310146 w 620448"/>
                <a:gd name="connsiteY0" fmla="*/ 532434 h 532695"/>
                <a:gd name="connsiteX1" fmla="*/ 620370 w 620448"/>
                <a:gd name="connsiteY1" fmla="*/ 532434 h 532695"/>
                <a:gd name="connsiteX2" fmla="*/ 105809 w 620448"/>
                <a:gd name="connsiteY2" fmla="*/ 17817 h 532695"/>
                <a:gd name="connsiteX3" fmla="*/ 18000 w 620448"/>
                <a:gd name="connsiteY3" fmla="*/ 18042 h 532695"/>
                <a:gd name="connsiteX4" fmla="*/ -78 w 620448"/>
                <a:gd name="connsiteY4" fmla="*/ 61722 h 532695"/>
                <a:gd name="connsiteX5" fmla="*/ -78 w 620448"/>
                <a:gd name="connsiteY5" fmla="*/ 222154 h 532695"/>
                <a:gd name="connsiteX6" fmla="*/ 310146 w 620448"/>
                <a:gd name="connsiteY6" fmla="*/ 532378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48" h="532695">
                  <a:moveTo>
                    <a:pt x="310146" y="532434"/>
                  </a:moveTo>
                  <a:lnTo>
                    <a:pt x="620370" y="532434"/>
                  </a:lnTo>
                  <a:lnTo>
                    <a:pt x="105809" y="17817"/>
                  </a:lnTo>
                  <a:cubicBezTo>
                    <a:pt x="81498" y="-6381"/>
                    <a:pt x="42169" y="-6269"/>
                    <a:pt x="18000" y="18042"/>
                  </a:cubicBezTo>
                  <a:cubicBezTo>
                    <a:pt x="6462" y="29664"/>
                    <a:pt x="-50" y="45356"/>
                    <a:pt x="-78" y="61722"/>
                  </a:cubicBezTo>
                  <a:lnTo>
                    <a:pt x="-78" y="222154"/>
                  </a:lnTo>
                  <a:lnTo>
                    <a:pt x="310146" y="532378"/>
                  </a:lnTo>
                  <a:close/>
                </a:path>
              </a:pathLst>
            </a:custGeom>
            <a:solidFill>
              <a:srgbClr val="FFFFFF">
                <a:alpha val="5000"/>
              </a:srgbClr>
            </a:solidFill>
            <a:ln w="2807" cap="flat">
              <a:noFill/>
              <a:prstDash val="solid"/>
              <a:miter/>
            </a:ln>
          </p:spPr>
          <p:txBody>
            <a:bodyPr rtlCol="0" anchor="ctr"/>
            <a:lstStyle/>
            <a:p>
              <a:endParaRPr lang="en-AU" dirty="0"/>
            </a:p>
          </p:txBody>
        </p:sp>
        <p:sp>
          <p:nvSpPr>
            <p:cNvPr id="281" name="Graphic 168">
              <a:extLst>
                <a:ext uri="{FF2B5EF4-FFF2-40B4-BE49-F238E27FC236}">
                  <a16:creationId xmlns:a16="http://schemas.microsoft.com/office/drawing/2014/main" id="{18657552-A705-46BD-BE20-C08540473F96}"/>
                </a:ext>
              </a:extLst>
            </p:cNvPr>
            <p:cNvSpPr/>
            <p:nvPr/>
          </p:nvSpPr>
          <p:spPr>
            <a:xfrm>
              <a:off x="7484508" y="6325332"/>
              <a:ext cx="620448" cy="532695"/>
            </a:xfrm>
            <a:custGeom>
              <a:avLst/>
              <a:gdLst>
                <a:gd name="connsiteX0" fmla="*/ 310117 w 620448"/>
                <a:gd name="connsiteY0" fmla="*/ 532434 h 532695"/>
                <a:gd name="connsiteX1" fmla="*/ 620370 w 620448"/>
                <a:gd name="connsiteY1" fmla="*/ 532434 h 532695"/>
                <a:gd name="connsiteX2" fmla="*/ 105809 w 620448"/>
                <a:gd name="connsiteY2" fmla="*/ 17817 h 532695"/>
                <a:gd name="connsiteX3" fmla="*/ 18000 w 620448"/>
                <a:gd name="connsiteY3" fmla="*/ 18042 h 532695"/>
                <a:gd name="connsiteX4" fmla="*/ -78 w 620448"/>
                <a:gd name="connsiteY4" fmla="*/ 61722 h 532695"/>
                <a:gd name="connsiteX5" fmla="*/ -78 w 620448"/>
                <a:gd name="connsiteY5" fmla="*/ 222154 h 532695"/>
                <a:gd name="connsiteX6" fmla="*/ 310145 w 620448"/>
                <a:gd name="connsiteY6" fmla="*/ 532378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48" h="532695">
                  <a:moveTo>
                    <a:pt x="310117" y="532434"/>
                  </a:moveTo>
                  <a:lnTo>
                    <a:pt x="620370" y="532434"/>
                  </a:lnTo>
                  <a:lnTo>
                    <a:pt x="105809" y="17817"/>
                  </a:lnTo>
                  <a:cubicBezTo>
                    <a:pt x="81499" y="-6381"/>
                    <a:pt x="42170" y="-6269"/>
                    <a:pt x="18000" y="18042"/>
                  </a:cubicBezTo>
                  <a:cubicBezTo>
                    <a:pt x="6434" y="29664"/>
                    <a:pt x="-50" y="45356"/>
                    <a:pt x="-78" y="61722"/>
                  </a:cubicBezTo>
                  <a:lnTo>
                    <a:pt x="-78" y="222154"/>
                  </a:lnTo>
                  <a:lnTo>
                    <a:pt x="310145" y="532378"/>
                  </a:lnTo>
                  <a:close/>
                </a:path>
              </a:pathLst>
            </a:custGeom>
            <a:solidFill>
              <a:srgbClr val="FFFFFF">
                <a:alpha val="5000"/>
              </a:srgbClr>
            </a:solidFill>
            <a:ln w="2807" cap="flat">
              <a:noFill/>
              <a:prstDash val="solid"/>
              <a:miter/>
            </a:ln>
          </p:spPr>
          <p:txBody>
            <a:bodyPr rtlCol="0" anchor="ctr"/>
            <a:lstStyle/>
            <a:p>
              <a:endParaRPr lang="en-AU" dirty="0"/>
            </a:p>
          </p:txBody>
        </p:sp>
        <p:sp>
          <p:nvSpPr>
            <p:cNvPr id="282" name="Graphic 168">
              <a:extLst>
                <a:ext uri="{FF2B5EF4-FFF2-40B4-BE49-F238E27FC236}">
                  <a16:creationId xmlns:a16="http://schemas.microsoft.com/office/drawing/2014/main" id="{09E1C7AF-6067-473F-B228-08D769409E18}"/>
                </a:ext>
              </a:extLst>
            </p:cNvPr>
            <p:cNvSpPr/>
            <p:nvPr/>
          </p:nvSpPr>
          <p:spPr>
            <a:xfrm>
              <a:off x="7174256" y="6325468"/>
              <a:ext cx="310252" cy="532643"/>
            </a:xfrm>
            <a:custGeom>
              <a:avLst/>
              <a:gdLst>
                <a:gd name="connsiteX0" fmla="*/ 310174 w 310252"/>
                <a:gd name="connsiteY0" fmla="*/ 532298 h 532643"/>
                <a:gd name="connsiteX1" fmla="*/ 310174 w 310252"/>
                <a:gd name="connsiteY1" fmla="*/ 222046 h 532643"/>
                <a:gd name="connsiteX2" fmla="*/ 105641 w 310252"/>
                <a:gd name="connsiteY2" fmla="*/ 17681 h 532643"/>
                <a:gd name="connsiteX3" fmla="*/ 17860 w 310252"/>
                <a:gd name="connsiteY3" fmla="*/ 18158 h 532643"/>
                <a:gd name="connsiteX4" fmla="*/ -78 w 310252"/>
                <a:gd name="connsiteY4" fmla="*/ 61726 h 532643"/>
                <a:gd name="connsiteX5" fmla="*/ -78 w 310252"/>
                <a:gd name="connsiteY5" fmla="*/ 532383 h 53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3">
                  <a:moveTo>
                    <a:pt x="310174" y="532298"/>
                  </a:moveTo>
                  <a:lnTo>
                    <a:pt x="310174" y="222046"/>
                  </a:lnTo>
                  <a:lnTo>
                    <a:pt x="105641" y="17681"/>
                  </a:lnTo>
                  <a:cubicBezTo>
                    <a:pt x="81274" y="-6433"/>
                    <a:pt x="41973" y="-6208"/>
                    <a:pt x="17860" y="18158"/>
                  </a:cubicBezTo>
                  <a:cubicBezTo>
                    <a:pt x="6378" y="29752"/>
                    <a:pt x="-50" y="45416"/>
                    <a:pt x="-78" y="61726"/>
                  </a:cubicBezTo>
                  <a:lnTo>
                    <a:pt x="-78" y="532383"/>
                  </a:lnTo>
                  <a:close/>
                </a:path>
              </a:pathLst>
            </a:custGeom>
            <a:solidFill>
              <a:srgbClr val="FFFFFF">
                <a:alpha val="5000"/>
              </a:srgbClr>
            </a:solidFill>
            <a:ln w="2807" cap="flat">
              <a:noFill/>
              <a:prstDash val="solid"/>
              <a:miter/>
            </a:ln>
          </p:spPr>
          <p:txBody>
            <a:bodyPr rtlCol="0" anchor="ctr"/>
            <a:lstStyle/>
            <a:p>
              <a:endParaRPr lang="en-AU" dirty="0"/>
            </a:p>
          </p:txBody>
        </p:sp>
        <p:sp>
          <p:nvSpPr>
            <p:cNvPr id="283" name="Graphic 168">
              <a:extLst>
                <a:ext uri="{FF2B5EF4-FFF2-40B4-BE49-F238E27FC236}">
                  <a16:creationId xmlns:a16="http://schemas.microsoft.com/office/drawing/2014/main" id="{78CDB3DE-B34C-431C-AB76-1D98F48D0EBA}"/>
                </a:ext>
              </a:extLst>
            </p:cNvPr>
            <p:cNvSpPr/>
            <p:nvPr/>
          </p:nvSpPr>
          <p:spPr>
            <a:xfrm>
              <a:off x="3450780" y="6325332"/>
              <a:ext cx="620448" cy="532695"/>
            </a:xfrm>
            <a:custGeom>
              <a:avLst/>
              <a:gdLst>
                <a:gd name="connsiteX0" fmla="*/ 310146 w 620448"/>
                <a:gd name="connsiteY0" fmla="*/ 532434 h 532695"/>
                <a:gd name="connsiteX1" fmla="*/ 620370 w 620448"/>
                <a:gd name="connsiteY1" fmla="*/ 532434 h 532695"/>
                <a:gd name="connsiteX2" fmla="*/ 105809 w 620448"/>
                <a:gd name="connsiteY2" fmla="*/ 17817 h 532695"/>
                <a:gd name="connsiteX3" fmla="*/ 17994 w 620448"/>
                <a:gd name="connsiteY3" fmla="*/ 18042 h 532695"/>
                <a:gd name="connsiteX4" fmla="*/ -78 w 620448"/>
                <a:gd name="connsiteY4" fmla="*/ 61722 h 532695"/>
                <a:gd name="connsiteX5" fmla="*/ -78 w 620448"/>
                <a:gd name="connsiteY5" fmla="*/ 222154 h 532695"/>
                <a:gd name="connsiteX6" fmla="*/ 310146 w 620448"/>
                <a:gd name="connsiteY6" fmla="*/ 532434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48" h="532695">
                  <a:moveTo>
                    <a:pt x="310146" y="532434"/>
                  </a:moveTo>
                  <a:lnTo>
                    <a:pt x="620370" y="532434"/>
                  </a:lnTo>
                  <a:lnTo>
                    <a:pt x="105809" y="17817"/>
                  </a:lnTo>
                  <a:cubicBezTo>
                    <a:pt x="81496" y="-6381"/>
                    <a:pt x="42179" y="-6269"/>
                    <a:pt x="17994" y="18042"/>
                  </a:cubicBezTo>
                  <a:cubicBezTo>
                    <a:pt x="6448" y="29664"/>
                    <a:pt x="-48" y="45356"/>
                    <a:pt x="-78" y="61722"/>
                  </a:cubicBezTo>
                  <a:lnTo>
                    <a:pt x="-78" y="222154"/>
                  </a:lnTo>
                  <a:lnTo>
                    <a:pt x="310146" y="532434"/>
                  </a:lnTo>
                  <a:close/>
                </a:path>
              </a:pathLst>
            </a:custGeom>
            <a:solidFill>
              <a:srgbClr val="FFFFFF">
                <a:alpha val="5000"/>
              </a:srgbClr>
            </a:solidFill>
            <a:ln w="2807" cap="flat">
              <a:noFill/>
              <a:prstDash val="solid"/>
              <a:miter/>
            </a:ln>
          </p:spPr>
          <p:txBody>
            <a:bodyPr rtlCol="0" anchor="ctr"/>
            <a:lstStyle/>
            <a:p>
              <a:endParaRPr lang="en-AU" dirty="0"/>
            </a:p>
          </p:txBody>
        </p:sp>
        <p:sp>
          <p:nvSpPr>
            <p:cNvPr id="284" name="Graphic 168">
              <a:extLst>
                <a:ext uri="{FF2B5EF4-FFF2-40B4-BE49-F238E27FC236}">
                  <a16:creationId xmlns:a16="http://schemas.microsoft.com/office/drawing/2014/main" id="{798D2391-CC06-4E30-867C-333A2E399D55}"/>
                </a:ext>
              </a:extLst>
            </p:cNvPr>
            <p:cNvSpPr/>
            <p:nvPr/>
          </p:nvSpPr>
          <p:spPr>
            <a:xfrm>
              <a:off x="3140612" y="6325552"/>
              <a:ext cx="310167" cy="532475"/>
            </a:xfrm>
            <a:custGeom>
              <a:avLst/>
              <a:gdLst>
                <a:gd name="connsiteX0" fmla="*/ 310090 w 310167"/>
                <a:gd name="connsiteY0" fmla="*/ 532215 h 532475"/>
                <a:gd name="connsiteX1" fmla="*/ 310090 w 310167"/>
                <a:gd name="connsiteY1" fmla="*/ 221962 h 532475"/>
                <a:gd name="connsiteX2" fmla="*/ 105557 w 310167"/>
                <a:gd name="connsiteY2" fmla="*/ 17598 h 532475"/>
                <a:gd name="connsiteX3" fmla="*/ 17784 w 310167"/>
                <a:gd name="connsiteY3" fmla="*/ 18243 h 532475"/>
                <a:gd name="connsiteX4" fmla="*/ -78 w 310167"/>
                <a:gd name="connsiteY4" fmla="*/ 61558 h 532475"/>
                <a:gd name="connsiteX5" fmla="*/ -78 w 310167"/>
                <a:gd name="connsiteY5" fmla="*/ 532215 h 53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167" h="532475">
                  <a:moveTo>
                    <a:pt x="310090" y="532215"/>
                  </a:moveTo>
                  <a:lnTo>
                    <a:pt x="310090" y="221962"/>
                  </a:lnTo>
                  <a:lnTo>
                    <a:pt x="105557" y="17598"/>
                  </a:lnTo>
                  <a:cubicBezTo>
                    <a:pt x="81142" y="-6460"/>
                    <a:pt x="41844" y="-6179"/>
                    <a:pt x="17784" y="18243"/>
                  </a:cubicBezTo>
                  <a:cubicBezTo>
                    <a:pt x="6398" y="29781"/>
                    <a:pt x="-14" y="45333"/>
                    <a:pt x="-78" y="61558"/>
                  </a:cubicBezTo>
                  <a:lnTo>
                    <a:pt x="-78" y="532215"/>
                  </a:lnTo>
                  <a:close/>
                </a:path>
              </a:pathLst>
            </a:custGeom>
            <a:solidFill>
              <a:srgbClr val="FFFFFF">
                <a:alpha val="5000"/>
              </a:srgbClr>
            </a:solidFill>
            <a:ln w="2807" cap="flat">
              <a:noFill/>
              <a:prstDash val="solid"/>
              <a:miter/>
            </a:ln>
          </p:spPr>
          <p:txBody>
            <a:bodyPr rtlCol="0" anchor="ctr"/>
            <a:lstStyle/>
            <a:p>
              <a:endParaRPr lang="en-AU" dirty="0"/>
            </a:p>
          </p:txBody>
        </p:sp>
        <p:sp>
          <p:nvSpPr>
            <p:cNvPr id="285" name="Graphic 168">
              <a:extLst>
                <a:ext uri="{FF2B5EF4-FFF2-40B4-BE49-F238E27FC236}">
                  <a16:creationId xmlns:a16="http://schemas.microsoft.com/office/drawing/2014/main" id="{DDB0869A-D75F-4ED1-8E6F-B6632811722C}"/>
                </a:ext>
              </a:extLst>
            </p:cNvPr>
            <p:cNvSpPr/>
            <p:nvPr/>
          </p:nvSpPr>
          <p:spPr>
            <a:xfrm>
              <a:off x="4459212" y="6325332"/>
              <a:ext cx="620448" cy="532695"/>
            </a:xfrm>
            <a:custGeom>
              <a:avLst/>
              <a:gdLst>
                <a:gd name="connsiteX0" fmla="*/ 310118 w 620448"/>
                <a:gd name="connsiteY0" fmla="*/ 532434 h 532695"/>
                <a:gd name="connsiteX1" fmla="*/ 620370 w 620448"/>
                <a:gd name="connsiteY1" fmla="*/ 532434 h 532695"/>
                <a:gd name="connsiteX2" fmla="*/ 105809 w 620448"/>
                <a:gd name="connsiteY2" fmla="*/ 17817 h 532695"/>
                <a:gd name="connsiteX3" fmla="*/ 17995 w 620448"/>
                <a:gd name="connsiteY3" fmla="*/ 18042 h 532695"/>
                <a:gd name="connsiteX4" fmla="*/ -78 w 620448"/>
                <a:gd name="connsiteY4" fmla="*/ 61722 h 532695"/>
                <a:gd name="connsiteX5" fmla="*/ -78 w 620448"/>
                <a:gd name="connsiteY5" fmla="*/ 222154 h 532695"/>
                <a:gd name="connsiteX6" fmla="*/ 310146 w 620448"/>
                <a:gd name="connsiteY6" fmla="*/ 532378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48" h="532695">
                  <a:moveTo>
                    <a:pt x="310118" y="532434"/>
                  </a:moveTo>
                  <a:lnTo>
                    <a:pt x="620370" y="532434"/>
                  </a:lnTo>
                  <a:lnTo>
                    <a:pt x="105809" y="17817"/>
                  </a:lnTo>
                  <a:cubicBezTo>
                    <a:pt x="81496" y="-6381"/>
                    <a:pt x="42179" y="-6269"/>
                    <a:pt x="17995" y="18042"/>
                  </a:cubicBezTo>
                  <a:cubicBezTo>
                    <a:pt x="6448" y="29664"/>
                    <a:pt x="-47" y="45356"/>
                    <a:pt x="-78" y="61722"/>
                  </a:cubicBezTo>
                  <a:lnTo>
                    <a:pt x="-78" y="222154"/>
                  </a:lnTo>
                  <a:lnTo>
                    <a:pt x="310146" y="532378"/>
                  </a:lnTo>
                  <a:close/>
                </a:path>
              </a:pathLst>
            </a:custGeom>
            <a:solidFill>
              <a:srgbClr val="FFFFFF">
                <a:alpha val="5000"/>
              </a:srgbClr>
            </a:solidFill>
            <a:ln w="2807" cap="flat">
              <a:noFill/>
              <a:prstDash val="solid"/>
              <a:miter/>
            </a:ln>
          </p:spPr>
          <p:txBody>
            <a:bodyPr rtlCol="0" anchor="ctr"/>
            <a:lstStyle/>
            <a:p>
              <a:endParaRPr lang="en-AU" dirty="0"/>
            </a:p>
          </p:txBody>
        </p:sp>
        <p:sp>
          <p:nvSpPr>
            <p:cNvPr id="286" name="Graphic 168">
              <a:extLst>
                <a:ext uri="{FF2B5EF4-FFF2-40B4-BE49-F238E27FC236}">
                  <a16:creationId xmlns:a16="http://schemas.microsoft.com/office/drawing/2014/main" id="{C1237B7B-A1CD-4AD9-AB8A-F5DB20573921}"/>
                </a:ext>
              </a:extLst>
            </p:cNvPr>
            <p:cNvSpPr/>
            <p:nvPr/>
          </p:nvSpPr>
          <p:spPr>
            <a:xfrm>
              <a:off x="4148960" y="6325468"/>
              <a:ext cx="310252" cy="532643"/>
            </a:xfrm>
            <a:custGeom>
              <a:avLst/>
              <a:gdLst>
                <a:gd name="connsiteX0" fmla="*/ 310174 w 310252"/>
                <a:gd name="connsiteY0" fmla="*/ 532298 h 532643"/>
                <a:gd name="connsiteX1" fmla="*/ 310174 w 310252"/>
                <a:gd name="connsiteY1" fmla="*/ 222046 h 532643"/>
                <a:gd name="connsiteX2" fmla="*/ 105641 w 310252"/>
                <a:gd name="connsiteY2" fmla="*/ 17681 h 532643"/>
                <a:gd name="connsiteX3" fmla="*/ 17865 w 310252"/>
                <a:gd name="connsiteY3" fmla="*/ 18158 h 532643"/>
                <a:gd name="connsiteX4" fmla="*/ -78 w 310252"/>
                <a:gd name="connsiteY4" fmla="*/ 61726 h 532643"/>
                <a:gd name="connsiteX5" fmla="*/ -78 w 310252"/>
                <a:gd name="connsiteY5" fmla="*/ 532383 h 53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3">
                  <a:moveTo>
                    <a:pt x="310174" y="532298"/>
                  </a:moveTo>
                  <a:lnTo>
                    <a:pt x="310174" y="222046"/>
                  </a:lnTo>
                  <a:lnTo>
                    <a:pt x="105641" y="17681"/>
                  </a:lnTo>
                  <a:cubicBezTo>
                    <a:pt x="81272" y="-6433"/>
                    <a:pt x="41973" y="-6208"/>
                    <a:pt x="17865" y="18158"/>
                  </a:cubicBezTo>
                  <a:cubicBezTo>
                    <a:pt x="6389" y="29752"/>
                    <a:pt x="-59" y="45416"/>
                    <a:pt x="-78" y="61726"/>
                  </a:cubicBezTo>
                  <a:lnTo>
                    <a:pt x="-78" y="532383"/>
                  </a:lnTo>
                  <a:close/>
                </a:path>
              </a:pathLst>
            </a:custGeom>
            <a:solidFill>
              <a:srgbClr val="FFFFFF">
                <a:alpha val="5000"/>
              </a:srgbClr>
            </a:solidFill>
            <a:ln w="2807" cap="flat">
              <a:noFill/>
              <a:prstDash val="solid"/>
              <a:miter/>
            </a:ln>
          </p:spPr>
          <p:txBody>
            <a:bodyPr rtlCol="0" anchor="ctr"/>
            <a:lstStyle/>
            <a:p>
              <a:endParaRPr lang="en-AU" dirty="0"/>
            </a:p>
          </p:txBody>
        </p:sp>
        <p:sp>
          <p:nvSpPr>
            <p:cNvPr id="287" name="Graphic 168">
              <a:extLst>
                <a:ext uri="{FF2B5EF4-FFF2-40B4-BE49-F238E27FC236}">
                  <a16:creationId xmlns:a16="http://schemas.microsoft.com/office/drawing/2014/main" id="{3F7B3FED-DA8F-42CD-8881-226D797CE0DC}"/>
                </a:ext>
              </a:extLst>
            </p:cNvPr>
            <p:cNvSpPr/>
            <p:nvPr/>
          </p:nvSpPr>
          <p:spPr>
            <a:xfrm>
              <a:off x="6165824" y="6325468"/>
              <a:ext cx="310252" cy="532643"/>
            </a:xfrm>
            <a:custGeom>
              <a:avLst/>
              <a:gdLst>
                <a:gd name="connsiteX0" fmla="*/ 310174 w 310252"/>
                <a:gd name="connsiteY0" fmla="*/ 532298 h 532643"/>
                <a:gd name="connsiteX1" fmla="*/ 310174 w 310252"/>
                <a:gd name="connsiteY1" fmla="*/ 222046 h 532643"/>
                <a:gd name="connsiteX2" fmla="*/ 105641 w 310252"/>
                <a:gd name="connsiteY2" fmla="*/ 17681 h 532643"/>
                <a:gd name="connsiteX3" fmla="*/ 17860 w 310252"/>
                <a:gd name="connsiteY3" fmla="*/ 18158 h 532643"/>
                <a:gd name="connsiteX4" fmla="*/ -78 w 310252"/>
                <a:gd name="connsiteY4" fmla="*/ 61726 h 532643"/>
                <a:gd name="connsiteX5" fmla="*/ -78 w 310252"/>
                <a:gd name="connsiteY5" fmla="*/ 532383 h 53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252" h="532643">
                  <a:moveTo>
                    <a:pt x="310174" y="532298"/>
                  </a:moveTo>
                  <a:lnTo>
                    <a:pt x="310174" y="222046"/>
                  </a:lnTo>
                  <a:lnTo>
                    <a:pt x="105641" y="17681"/>
                  </a:lnTo>
                  <a:cubicBezTo>
                    <a:pt x="81274" y="-6433"/>
                    <a:pt x="41973" y="-6208"/>
                    <a:pt x="17860" y="18158"/>
                  </a:cubicBezTo>
                  <a:cubicBezTo>
                    <a:pt x="6378" y="29752"/>
                    <a:pt x="-50" y="45416"/>
                    <a:pt x="-78" y="61726"/>
                  </a:cubicBezTo>
                  <a:lnTo>
                    <a:pt x="-78" y="532383"/>
                  </a:lnTo>
                  <a:close/>
                </a:path>
              </a:pathLst>
            </a:custGeom>
            <a:solidFill>
              <a:srgbClr val="FFFFFF">
                <a:alpha val="5000"/>
              </a:srgbClr>
            </a:solidFill>
            <a:ln w="2807" cap="flat">
              <a:noFill/>
              <a:prstDash val="solid"/>
              <a:miter/>
            </a:ln>
          </p:spPr>
          <p:txBody>
            <a:bodyPr rtlCol="0" anchor="ctr"/>
            <a:lstStyle/>
            <a:p>
              <a:endParaRPr lang="en-AU" dirty="0"/>
            </a:p>
          </p:txBody>
        </p:sp>
        <p:sp>
          <p:nvSpPr>
            <p:cNvPr id="288" name="Graphic 168">
              <a:extLst>
                <a:ext uri="{FF2B5EF4-FFF2-40B4-BE49-F238E27FC236}">
                  <a16:creationId xmlns:a16="http://schemas.microsoft.com/office/drawing/2014/main" id="{68A4BB2D-B133-4436-905B-454722E7E1C0}"/>
                </a:ext>
              </a:extLst>
            </p:cNvPr>
            <p:cNvSpPr/>
            <p:nvPr/>
          </p:nvSpPr>
          <p:spPr>
            <a:xfrm>
              <a:off x="6476076" y="6325332"/>
              <a:ext cx="620448" cy="532695"/>
            </a:xfrm>
            <a:custGeom>
              <a:avLst/>
              <a:gdLst>
                <a:gd name="connsiteX0" fmla="*/ 310118 w 620448"/>
                <a:gd name="connsiteY0" fmla="*/ 532434 h 532695"/>
                <a:gd name="connsiteX1" fmla="*/ 620370 w 620448"/>
                <a:gd name="connsiteY1" fmla="*/ 532434 h 532695"/>
                <a:gd name="connsiteX2" fmla="*/ 105809 w 620448"/>
                <a:gd name="connsiteY2" fmla="*/ 17817 h 532695"/>
                <a:gd name="connsiteX3" fmla="*/ 18000 w 620448"/>
                <a:gd name="connsiteY3" fmla="*/ 18042 h 532695"/>
                <a:gd name="connsiteX4" fmla="*/ -78 w 620448"/>
                <a:gd name="connsiteY4" fmla="*/ 61722 h 532695"/>
                <a:gd name="connsiteX5" fmla="*/ -78 w 620448"/>
                <a:gd name="connsiteY5" fmla="*/ 222154 h 532695"/>
                <a:gd name="connsiteX6" fmla="*/ 310145 w 620448"/>
                <a:gd name="connsiteY6" fmla="*/ 532378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48" h="532695">
                  <a:moveTo>
                    <a:pt x="310118" y="532434"/>
                  </a:moveTo>
                  <a:lnTo>
                    <a:pt x="620370" y="532434"/>
                  </a:lnTo>
                  <a:lnTo>
                    <a:pt x="105809" y="17817"/>
                  </a:lnTo>
                  <a:cubicBezTo>
                    <a:pt x="81499" y="-6381"/>
                    <a:pt x="42170" y="-6269"/>
                    <a:pt x="18000" y="18042"/>
                  </a:cubicBezTo>
                  <a:cubicBezTo>
                    <a:pt x="6434" y="29664"/>
                    <a:pt x="-51" y="45356"/>
                    <a:pt x="-78" y="61722"/>
                  </a:cubicBezTo>
                  <a:lnTo>
                    <a:pt x="-78" y="222154"/>
                  </a:lnTo>
                  <a:lnTo>
                    <a:pt x="310145" y="532378"/>
                  </a:lnTo>
                  <a:close/>
                </a:path>
              </a:pathLst>
            </a:custGeom>
            <a:solidFill>
              <a:srgbClr val="FFFFFF">
                <a:alpha val="5000"/>
              </a:srgbClr>
            </a:solidFill>
            <a:ln w="2807" cap="flat">
              <a:noFill/>
              <a:prstDash val="solid"/>
              <a:miter/>
            </a:ln>
          </p:spPr>
          <p:txBody>
            <a:bodyPr rtlCol="0" anchor="ctr"/>
            <a:lstStyle/>
            <a:p>
              <a:endParaRPr lang="en-AU" dirty="0"/>
            </a:p>
          </p:txBody>
        </p:sp>
        <p:sp>
          <p:nvSpPr>
            <p:cNvPr id="289" name="Graphic 168">
              <a:extLst>
                <a:ext uri="{FF2B5EF4-FFF2-40B4-BE49-F238E27FC236}">
                  <a16:creationId xmlns:a16="http://schemas.microsoft.com/office/drawing/2014/main" id="{5BE8588A-5F7B-482D-9B0E-4BD46B2A1D09}"/>
                </a:ext>
              </a:extLst>
            </p:cNvPr>
            <p:cNvSpPr/>
            <p:nvPr/>
          </p:nvSpPr>
          <p:spPr>
            <a:xfrm>
              <a:off x="5467644" y="6325332"/>
              <a:ext cx="620532" cy="532695"/>
            </a:xfrm>
            <a:custGeom>
              <a:avLst/>
              <a:gdLst>
                <a:gd name="connsiteX0" fmla="*/ 310118 w 620532"/>
                <a:gd name="connsiteY0" fmla="*/ 532434 h 532695"/>
                <a:gd name="connsiteX1" fmla="*/ 620454 w 620532"/>
                <a:gd name="connsiteY1" fmla="*/ 532434 h 532695"/>
                <a:gd name="connsiteX2" fmla="*/ 105810 w 620532"/>
                <a:gd name="connsiteY2" fmla="*/ 17817 h 532695"/>
                <a:gd name="connsiteX3" fmla="*/ 18000 w 620532"/>
                <a:gd name="connsiteY3" fmla="*/ 18042 h 532695"/>
                <a:gd name="connsiteX4" fmla="*/ -78 w 620532"/>
                <a:gd name="connsiteY4" fmla="*/ 61722 h 532695"/>
                <a:gd name="connsiteX5" fmla="*/ -78 w 620532"/>
                <a:gd name="connsiteY5" fmla="*/ 222154 h 532695"/>
                <a:gd name="connsiteX6" fmla="*/ 310146 w 620532"/>
                <a:gd name="connsiteY6" fmla="*/ 532378 h 53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532" h="532695">
                  <a:moveTo>
                    <a:pt x="310118" y="532434"/>
                  </a:moveTo>
                  <a:lnTo>
                    <a:pt x="620454" y="532434"/>
                  </a:lnTo>
                  <a:lnTo>
                    <a:pt x="105810" y="17817"/>
                  </a:lnTo>
                  <a:cubicBezTo>
                    <a:pt x="81499" y="-6381"/>
                    <a:pt x="42170" y="-6269"/>
                    <a:pt x="18000" y="18042"/>
                  </a:cubicBezTo>
                  <a:cubicBezTo>
                    <a:pt x="6434" y="29664"/>
                    <a:pt x="-50" y="45356"/>
                    <a:pt x="-78" y="61722"/>
                  </a:cubicBezTo>
                  <a:lnTo>
                    <a:pt x="-78" y="222154"/>
                  </a:lnTo>
                  <a:lnTo>
                    <a:pt x="310146" y="532378"/>
                  </a:lnTo>
                  <a:close/>
                </a:path>
              </a:pathLst>
            </a:custGeom>
            <a:solidFill>
              <a:srgbClr val="FFFFFF">
                <a:alpha val="5000"/>
              </a:srgbClr>
            </a:solidFill>
            <a:ln w="2807" cap="flat">
              <a:noFill/>
              <a:prstDash val="solid"/>
              <a:miter/>
            </a:ln>
          </p:spPr>
          <p:txBody>
            <a:bodyPr rtlCol="0" anchor="ctr"/>
            <a:lstStyle/>
            <a:p>
              <a:endParaRPr lang="en-AU" dirty="0"/>
            </a:p>
          </p:txBody>
        </p:sp>
        <p:sp>
          <p:nvSpPr>
            <p:cNvPr id="290" name="Graphic 168">
              <a:extLst>
                <a:ext uri="{FF2B5EF4-FFF2-40B4-BE49-F238E27FC236}">
                  <a16:creationId xmlns:a16="http://schemas.microsoft.com/office/drawing/2014/main" id="{8CD4EDB7-72D1-4A84-A0D9-AE7EB39E2E71}"/>
                </a:ext>
              </a:extLst>
            </p:cNvPr>
            <p:cNvSpPr/>
            <p:nvPr/>
          </p:nvSpPr>
          <p:spPr>
            <a:xfrm>
              <a:off x="5157392" y="6325468"/>
              <a:ext cx="310392" cy="532643"/>
            </a:xfrm>
            <a:custGeom>
              <a:avLst/>
              <a:gdLst>
                <a:gd name="connsiteX0" fmla="*/ 310314 w 310392"/>
                <a:gd name="connsiteY0" fmla="*/ 532298 h 532643"/>
                <a:gd name="connsiteX1" fmla="*/ 310314 w 310392"/>
                <a:gd name="connsiteY1" fmla="*/ 222046 h 532643"/>
                <a:gd name="connsiteX2" fmla="*/ 105641 w 310392"/>
                <a:gd name="connsiteY2" fmla="*/ 17681 h 532643"/>
                <a:gd name="connsiteX3" fmla="*/ 17859 w 310392"/>
                <a:gd name="connsiteY3" fmla="*/ 18158 h 532643"/>
                <a:gd name="connsiteX4" fmla="*/ -78 w 310392"/>
                <a:gd name="connsiteY4" fmla="*/ 61726 h 532643"/>
                <a:gd name="connsiteX5" fmla="*/ -78 w 310392"/>
                <a:gd name="connsiteY5" fmla="*/ 532383 h 53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392" h="532643">
                  <a:moveTo>
                    <a:pt x="310314" y="532298"/>
                  </a:moveTo>
                  <a:lnTo>
                    <a:pt x="310314" y="222046"/>
                  </a:lnTo>
                  <a:lnTo>
                    <a:pt x="105641" y="17681"/>
                  </a:lnTo>
                  <a:cubicBezTo>
                    <a:pt x="81274" y="-6433"/>
                    <a:pt x="41973" y="-6208"/>
                    <a:pt x="17859" y="18158"/>
                  </a:cubicBezTo>
                  <a:cubicBezTo>
                    <a:pt x="6378" y="29752"/>
                    <a:pt x="-51" y="45416"/>
                    <a:pt x="-78" y="61726"/>
                  </a:cubicBezTo>
                  <a:lnTo>
                    <a:pt x="-78" y="532383"/>
                  </a:lnTo>
                  <a:close/>
                </a:path>
              </a:pathLst>
            </a:custGeom>
            <a:solidFill>
              <a:srgbClr val="FFFFFF">
                <a:alpha val="5000"/>
              </a:srgbClr>
            </a:solidFill>
            <a:ln w="2807" cap="flat">
              <a:noFill/>
              <a:prstDash val="solid"/>
              <a:miter/>
            </a:ln>
          </p:spPr>
          <p:txBody>
            <a:bodyPr rtlCol="0" anchor="ctr"/>
            <a:lstStyle/>
            <a:p>
              <a:endParaRPr lang="en-AU" dirty="0"/>
            </a:p>
          </p:txBody>
        </p:sp>
      </p:grpSp>
      <p:sp>
        <p:nvSpPr>
          <p:cNvPr id="21" name="Overlay">
            <a:extLst>
              <a:ext uri="{FF2B5EF4-FFF2-40B4-BE49-F238E27FC236}">
                <a16:creationId xmlns:a16="http://schemas.microsoft.com/office/drawing/2014/main" id="{5A176D6F-CAD9-4E04-9487-C71329916E18}"/>
              </a:ext>
            </a:extLst>
          </p:cNvPr>
          <p:cNvSpPr/>
          <p:nvPr userDrawn="1"/>
        </p:nvSpPr>
        <p:spPr>
          <a:xfrm>
            <a:off x="0" y="-190"/>
            <a:ext cx="9131854" cy="6856793"/>
          </a:xfrm>
          <a:custGeom>
            <a:avLst/>
            <a:gdLst>
              <a:gd name="connsiteX0" fmla="*/ 8855387 w 9131854"/>
              <a:gd name="connsiteY0" fmla="*/ 2757901 h 6856793"/>
              <a:gd name="connsiteX1" fmla="*/ 6097455 w 9131854"/>
              <a:gd name="connsiteY1" fmla="*/ 96 h 6856793"/>
              <a:gd name="connsiteX2" fmla="*/ 1455 w 9131854"/>
              <a:gd name="connsiteY2" fmla="*/ 96 h 6856793"/>
              <a:gd name="connsiteX3" fmla="*/ 1455 w 9131854"/>
              <a:gd name="connsiteY3" fmla="*/ 6856890 h 6856793"/>
              <a:gd name="connsiteX4" fmla="*/ 6098471 w 9131854"/>
              <a:gd name="connsiteY4" fmla="*/ 6856890 h 6856793"/>
              <a:gd name="connsiteX5" fmla="*/ 8855450 w 9131854"/>
              <a:gd name="connsiteY5" fmla="*/ 4099656 h 6856793"/>
              <a:gd name="connsiteX6" fmla="*/ 8855402 w 9131854"/>
              <a:gd name="connsiteY6" fmla="*/ 2757914 h 6856793"/>
              <a:gd name="connsiteX7" fmla="*/ 8855387 w 9131854"/>
              <a:gd name="connsiteY7" fmla="*/ 2757901 h 6856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31854" h="6856793">
                <a:moveTo>
                  <a:pt x="8855387" y="2757901"/>
                </a:moveTo>
                <a:lnTo>
                  <a:pt x="6097455" y="96"/>
                </a:lnTo>
                <a:lnTo>
                  <a:pt x="1455" y="96"/>
                </a:lnTo>
                <a:lnTo>
                  <a:pt x="1455" y="6856890"/>
                </a:lnTo>
                <a:lnTo>
                  <a:pt x="6098471" y="6856890"/>
                </a:lnTo>
                <a:lnTo>
                  <a:pt x="8855450" y="4099656"/>
                </a:lnTo>
                <a:cubicBezTo>
                  <a:pt x="9225948" y="3729134"/>
                  <a:pt x="9225927" y="3128411"/>
                  <a:pt x="8855402" y="2757914"/>
                </a:cubicBezTo>
                <a:cubicBezTo>
                  <a:pt x="8855397" y="2757914"/>
                  <a:pt x="8855392" y="2757907"/>
                  <a:pt x="8855387" y="2757901"/>
                </a:cubicBezTo>
                <a:close/>
              </a:path>
            </a:pathLst>
          </a:custGeom>
          <a:solidFill>
            <a:schemeClr val="bg1"/>
          </a:solidFill>
          <a:ln w="6346" cap="flat">
            <a:noFill/>
            <a:prstDash val="solid"/>
            <a:miter/>
          </a:ln>
        </p:spPr>
        <p:txBody>
          <a:bodyPr rtlCol="0" anchor="ctr"/>
          <a:lstStyle/>
          <a:p>
            <a:endParaRPr lang="en-AU" dirty="0"/>
          </a:p>
        </p:txBody>
      </p:sp>
      <p:sp>
        <p:nvSpPr>
          <p:cNvPr id="2" name="Title Placeholder 1">
            <a:extLst>
              <a:ext uri="{FF2B5EF4-FFF2-40B4-BE49-F238E27FC236}">
                <a16:creationId xmlns:a16="http://schemas.microsoft.com/office/drawing/2014/main" id="{F335869A-5450-4E4B-9386-FDDC2C60BC7B}"/>
              </a:ext>
            </a:extLst>
          </p:cNvPr>
          <p:cNvSpPr>
            <a:spLocks noGrp="1"/>
          </p:cNvSpPr>
          <p:nvPr>
            <p:ph type="title"/>
          </p:nvPr>
        </p:nvSpPr>
        <p:spPr>
          <a:xfrm>
            <a:off x="839545" y="1885414"/>
            <a:ext cx="5297685" cy="1228724"/>
          </a:xfrm>
          <a:prstGeom prst="rect">
            <a:avLst/>
          </a:prstGeom>
        </p:spPr>
        <p:txBody>
          <a:bodyPr vert="horz" lIns="0" tIns="0" rIns="0" bIns="0" rtlCol="0" anchor="t">
            <a:normAutofit/>
          </a:bodyPr>
          <a:lstStyle/>
          <a:p>
            <a:r>
              <a:rPr lang="en-US" dirty="0"/>
              <a:t>Click to edit Master title style</a:t>
            </a:r>
            <a:endParaRPr lang="en-AU" dirty="0"/>
          </a:p>
        </p:txBody>
      </p:sp>
      <p:sp>
        <p:nvSpPr>
          <p:cNvPr id="4" name="Date Placeholder 3">
            <a:extLst>
              <a:ext uri="{FF2B5EF4-FFF2-40B4-BE49-F238E27FC236}">
                <a16:creationId xmlns:a16="http://schemas.microsoft.com/office/drawing/2014/main" id="{8D424098-2204-479D-9BF7-4E57F1B455C2}"/>
              </a:ext>
            </a:extLst>
          </p:cNvPr>
          <p:cNvSpPr>
            <a:spLocks noGrp="1"/>
          </p:cNvSpPr>
          <p:nvPr>
            <p:ph type="dt" sz="half" idx="2"/>
          </p:nvPr>
        </p:nvSpPr>
        <p:spPr>
          <a:xfrm>
            <a:off x="838200" y="1296055"/>
            <a:ext cx="2743200" cy="365125"/>
          </a:xfrm>
          <a:prstGeom prst="rect">
            <a:avLst/>
          </a:prstGeom>
        </p:spPr>
        <p:txBody>
          <a:bodyPr vert="horz" lIns="0" tIns="0" rIns="0" bIns="0" rtlCol="0" anchor="ctr"/>
          <a:lstStyle>
            <a:lvl1pPr algn="l">
              <a:defRPr sz="1200" cap="all" baseline="0">
                <a:solidFill>
                  <a:schemeClr val="tx1"/>
                </a:solidFill>
              </a:defRPr>
            </a:lvl1pPr>
          </a:lstStyle>
          <a:p>
            <a:fld id="{19341987-5956-434F-9ECA-00A7D19F1953}" type="datetime4">
              <a:rPr lang="en-AU" smtClean="0"/>
              <a:t>23 October 2024</a:t>
            </a:fld>
            <a:endParaRPr lang="en-AU" dirty="0"/>
          </a:p>
        </p:txBody>
      </p:sp>
      <p:sp>
        <p:nvSpPr>
          <p:cNvPr id="5" name="Footer Placeholder 4">
            <a:extLst>
              <a:ext uri="{FF2B5EF4-FFF2-40B4-BE49-F238E27FC236}">
                <a16:creationId xmlns:a16="http://schemas.microsoft.com/office/drawing/2014/main" id="{F921E08B-D798-4960-A9B1-5A2F55FC0886}"/>
              </a:ext>
            </a:extLst>
          </p:cNvPr>
          <p:cNvSpPr>
            <a:spLocks noGrp="1"/>
          </p:cNvSpPr>
          <p:nvPr>
            <p:ph type="ftr" sz="quarter" idx="3"/>
          </p:nvPr>
        </p:nvSpPr>
        <p:spPr>
          <a:xfrm>
            <a:off x="7971930" y="6318250"/>
            <a:ext cx="3715927" cy="365125"/>
          </a:xfrm>
          <a:prstGeom prst="rect">
            <a:avLst/>
          </a:prstGeom>
        </p:spPr>
        <p:txBody>
          <a:bodyPr vert="horz" lIns="91440" tIns="45720" rIns="91440" bIns="45720" rtlCol="0" anchor="ctr"/>
          <a:lstStyle>
            <a:lvl1pPr algn="l">
              <a:defRPr sz="1200">
                <a:solidFill>
                  <a:schemeClr val="bg1"/>
                </a:solidFill>
              </a:defRPr>
            </a:lvl1pPr>
          </a:lstStyle>
          <a:p>
            <a:endParaRPr lang="en-AU" dirty="0"/>
          </a:p>
        </p:txBody>
      </p:sp>
      <p:sp>
        <p:nvSpPr>
          <p:cNvPr id="6" name="Slide Number Placeholder 5">
            <a:extLst>
              <a:ext uri="{FF2B5EF4-FFF2-40B4-BE49-F238E27FC236}">
                <a16:creationId xmlns:a16="http://schemas.microsoft.com/office/drawing/2014/main" id="{354BFFD3-239F-4D58-A56C-93D588CBBE8E}"/>
              </a:ext>
            </a:extLst>
          </p:cNvPr>
          <p:cNvSpPr>
            <a:spLocks noGrp="1"/>
          </p:cNvSpPr>
          <p:nvPr>
            <p:ph type="sldNum" sz="quarter" idx="4"/>
          </p:nvPr>
        </p:nvSpPr>
        <p:spPr>
          <a:xfrm>
            <a:off x="8905544" y="349989"/>
            <a:ext cx="2743200" cy="365125"/>
          </a:xfrm>
          <a:prstGeom prst="rect">
            <a:avLst/>
          </a:prstGeom>
        </p:spPr>
        <p:txBody>
          <a:bodyPr vert="horz" lIns="91440" tIns="45720" rIns="91440" bIns="45720" rtlCol="0" anchor="ctr"/>
          <a:lstStyle>
            <a:lvl1pPr algn="r">
              <a:defRPr sz="1200">
                <a:solidFill>
                  <a:schemeClr val="bg1"/>
                </a:solidFill>
              </a:defRPr>
            </a:lvl1pPr>
          </a:lstStyle>
          <a:p>
            <a:fld id="{35E8911E-9DE7-463F-981B-F1795CC06C30}" type="slidenum">
              <a:rPr lang="en-AU" smtClean="0"/>
              <a:pPr/>
              <a:t>‹#›</a:t>
            </a:fld>
            <a:endParaRPr lang="en-AU" dirty="0"/>
          </a:p>
        </p:txBody>
      </p:sp>
      <p:sp>
        <p:nvSpPr>
          <p:cNvPr id="22" name="Text Placeholder 21">
            <a:extLst>
              <a:ext uri="{FF2B5EF4-FFF2-40B4-BE49-F238E27FC236}">
                <a16:creationId xmlns:a16="http://schemas.microsoft.com/office/drawing/2014/main" id="{EC725283-9927-407F-8276-E7FCF3986CA7}"/>
              </a:ext>
            </a:extLst>
          </p:cNvPr>
          <p:cNvSpPr>
            <a:spLocks noGrp="1"/>
          </p:cNvSpPr>
          <p:nvPr>
            <p:ph type="body" idx="1"/>
          </p:nvPr>
        </p:nvSpPr>
        <p:spPr>
          <a:xfrm>
            <a:off x="838200" y="3106518"/>
            <a:ext cx="5327596" cy="2132946"/>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pic>
        <p:nvPicPr>
          <p:cNvPr id="262" name="Logos">
            <a:extLst>
              <a:ext uri="{FF2B5EF4-FFF2-40B4-BE49-F238E27FC236}">
                <a16:creationId xmlns:a16="http://schemas.microsoft.com/office/drawing/2014/main" id="{36D25448-C87D-42FC-9AB7-0FA7548F6A9C}"/>
              </a:ext>
            </a:extLst>
          </p:cNvPr>
          <p:cNvPicPr>
            <a:picLocks noChangeAspect="1"/>
          </p:cNvPicPr>
          <p:nvPr userDrawn="1"/>
        </p:nvPicPr>
        <p:blipFill rotWithShape="1">
          <a:blip r:embed="rId7">
            <a:extLst>
              <a:ext uri="{28A0092B-C50C-407E-A947-70E740481C1C}">
                <a14:useLocalDpi xmlns:a14="http://schemas.microsoft.com/office/drawing/2010/main" val="0"/>
              </a:ext>
            </a:extLst>
          </a:blip>
          <a:srcRect l="-1513" r="-3954"/>
          <a:stretch/>
        </p:blipFill>
        <p:spPr>
          <a:xfrm>
            <a:off x="208696" y="5755857"/>
            <a:ext cx="4328219" cy="835822"/>
          </a:xfrm>
          <a:prstGeom prst="rect">
            <a:avLst/>
          </a:prstGeom>
        </p:spPr>
      </p:pic>
      <p:sp>
        <p:nvSpPr>
          <p:cNvPr id="103" name="!!Signifier">
            <a:extLst>
              <a:ext uri="{FF2B5EF4-FFF2-40B4-BE49-F238E27FC236}">
                <a16:creationId xmlns:a16="http://schemas.microsoft.com/office/drawing/2014/main" id="{ACCA0034-4597-4AED-B81F-0D3467AB6544}"/>
              </a:ext>
            </a:extLst>
          </p:cNvPr>
          <p:cNvSpPr/>
          <p:nvPr userDrawn="1"/>
        </p:nvSpPr>
        <p:spPr>
          <a:xfrm>
            <a:off x="0" y="1598986"/>
            <a:ext cx="608830" cy="1297374"/>
          </a:xfrm>
          <a:custGeom>
            <a:avLst/>
            <a:gdLst/>
            <a:ahLst/>
            <a:cxnLst/>
            <a:rect l="l" t="t" r="r" b="b"/>
            <a:pathLst>
              <a:path w="1003935" h="2139315">
                <a:moveTo>
                  <a:pt x="0" y="0"/>
                </a:moveTo>
                <a:lnTo>
                  <a:pt x="0" y="780744"/>
                </a:lnTo>
                <a:lnTo>
                  <a:pt x="288929" y="1069693"/>
                </a:lnTo>
                <a:lnTo>
                  <a:pt x="0" y="1358622"/>
                </a:lnTo>
                <a:lnTo>
                  <a:pt x="0" y="2139213"/>
                </a:lnTo>
                <a:lnTo>
                  <a:pt x="959631" y="1179700"/>
                </a:lnTo>
                <a:lnTo>
                  <a:pt x="988797" y="1139322"/>
                </a:lnTo>
                <a:lnTo>
                  <a:pt x="1003381" y="1093506"/>
                </a:lnTo>
                <a:lnTo>
                  <a:pt x="1003382" y="1045877"/>
                </a:lnTo>
                <a:lnTo>
                  <a:pt x="988802" y="1000059"/>
                </a:lnTo>
                <a:lnTo>
                  <a:pt x="959641" y="959675"/>
                </a:lnTo>
                <a:lnTo>
                  <a:pt x="0" y="0"/>
                </a:lnTo>
                <a:close/>
              </a:path>
            </a:pathLst>
          </a:custGeom>
          <a:solidFill>
            <a:srgbClr val="FF8774"/>
          </a:solidFill>
        </p:spPr>
        <p:txBody>
          <a:bodyPr wrap="square" lIns="0" tIns="0" rIns="0" bIns="0" rtlCol="0"/>
          <a:lstStyle/>
          <a:p>
            <a:endParaRPr sz="662" dirty="0"/>
          </a:p>
        </p:txBody>
      </p:sp>
    </p:spTree>
    <p:extLst>
      <p:ext uri="{BB962C8B-B14F-4D97-AF65-F5344CB8AC3E}">
        <p14:creationId xmlns:p14="http://schemas.microsoft.com/office/powerpoint/2010/main" val="3606113920"/>
      </p:ext>
    </p:extLst>
  </p:cSld>
  <p:clrMap bg1="lt1" tx1="dk1" bg2="lt2" tx2="dk2" accent1="accent1" accent2="accent2" accent3="accent3" accent4="accent4" accent5="accent5" accent6="accent6" hlink="hlink" folHlink="folHlink"/>
  <p:sldLayoutIdLst>
    <p:sldLayoutId id="2147483673" r:id="rId1"/>
    <p:sldLayoutId id="2147483675" r:id="rId2"/>
    <p:sldLayoutId id="2147483833" r:id="rId3"/>
    <p:sldLayoutId id="2147483835" r:id="rId4"/>
    <p:sldLayoutId id="2147483836" r:id="rId5"/>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19000" decel="67000" fill="hold" grpId="0" nodeType="withEffect">
                                  <p:stCondLst>
                                    <p:cond delay="0"/>
                                  </p:stCondLst>
                                  <p:childTnLst>
                                    <p:animMotion origin="layout" path="M -0.0405 0.00023 L 2.29167E-6 1.48148E-6 " pathEditMode="relative" rAng="0" ptsTypes="AA">
                                      <p:cBhvr>
                                        <p:cTn id="6" dur="1200" fill="hold"/>
                                        <p:tgtEl>
                                          <p:spTgt spid="103"/>
                                        </p:tgtEl>
                                        <p:attrNameLst>
                                          <p:attrName>ppt_x</p:attrName>
                                          <p:attrName>ppt_y</p:attrName>
                                        </p:attrNameLst>
                                      </p:cBhvr>
                                      <p:rCtr x="1979" y="301"/>
                                    </p:animMotion>
                                  </p:childTnLst>
                                </p:cTn>
                              </p:par>
                              <p:par>
                                <p:cTn id="7" presetID="42" presetClass="path" presetSubtype="0" accel="60000" decel="40000" fill="hold" nodeType="withEffect">
                                  <p:stCondLst>
                                    <p:cond delay="0"/>
                                  </p:stCondLst>
                                  <p:childTnLst>
                                    <p:animMotion origin="layout" path="M -0.0405 0.00023 L 2.08333E-6 0 " pathEditMode="relative" rAng="0" ptsTypes="AA">
                                      <p:cBhvr>
                                        <p:cTn id="8" dur="3000" fill="hold"/>
                                        <p:tgtEl>
                                          <p:spTgt spid="108"/>
                                        </p:tgtEl>
                                        <p:attrNameLst>
                                          <p:attrName>ppt_x</p:attrName>
                                          <p:attrName>ppt_y</p:attrName>
                                        </p:attrNameLst>
                                      </p:cBhvr>
                                      <p:rCtr x="2018"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Lst>
  </p:timing>
  <p:hf hdr="0"/>
  <p:txStyles>
    <p:titleStyle>
      <a:lvl1pPr algn="l" defTabSz="914400" rtl="0" eaLnBrk="1" latinLnBrk="0" hangingPunct="1">
        <a:lnSpc>
          <a:spcPct val="90000"/>
        </a:lnSpc>
        <a:spcBef>
          <a:spcPct val="0"/>
        </a:spcBef>
        <a:buNone/>
        <a:defRPr lang="en-US" sz="3600" kern="1200" spc="-24" dirty="0" smtClean="0">
          <a:solidFill>
            <a:schemeClr val="tx1"/>
          </a:solidFill>
          <a:latin typeface="Roboto" panose="02000000000000000000" pitchFamily="2" charset="0"/>
          <a:ea typeface="Roboto" panose="02000000000000000000" pitchFamily="2" charset="0"/>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lang="en-US" sz="2100" kern="1200" cap="none" spc="30" baseline="0" dirty="0" smtClean="0">
          <a:solidFill>
            <a:schemeClr val="tx1"/>
          </a:solidFill>
          <a:latin typeface="Roboto"/>
          <a:ea typeface="+mn-ea"/>
          <a:cs typeface="+mn-cs"/>
        </a:defRPr>
      </a:lvl1pPr>
      <a:lvl2pPr marL="0" indent="0" algn="l" defTabSz="914400" rtl="0" eaLnBrk="1" latinLnBrk="0" hangingPunct="1">
        <a:lnSpc>
          <a:spcPct val="100000"/>
        </a:lnSpc>
        <a:spcBef>
          <a:spcPts val="0"/>
        </a:spcBef>
        <a:buFont typeface="Arial" panose="020B0604020202020204" pitchFamily="34" charset="0"/>
        <a:buNone/>
        <a:defRPr lang="en-US" sz="1400" kern="1200" spc="-24" dirty="0" smtClean="0">
          <a:solidFill>
            <a:schemeClr val="tx1"/>
          </a:solidFill>
          <a:latin typeface="Roboto"/>
          <a:ea typeface="+mn-ea"/>
          <a:cs typeface="+mn-cs"/>
        </a:defRPr>
      </a:lvl2pPr>
      <a:lvl3pPr marL="0" indent="0" algn="l" defTabSz="914400" rtl="0" eaLnBrk="1" latinLnBrk="0" hangingPunct="1">
        <a:lnSpc>
          <a:spcPct val="100000"/>
        </a:lnSpc>
        <a:spcBef>
          <a:spcPts val="500"/>
        </a:spcBef>
        <a:buFont typeface="Arial" panose="020B0604020202020204" pitchFamily="34" charset="0"/>
        <a:buNone/>
        <a:defRPr lang="en-US" sz="1400" b="1" kern="1200" spc="-24" dirty="0" smtClean="0">
          <a:solidFill>
            <a:schemeClr val="tx1"/>
          </a:solidFill>
          <a:latin typeface="+mn-lt"/>
          <a:ea typeface="+mn-ea"/>
          <a:cs typeface="+mn-cs"/>
        </a:defRPr>
      </a:lvl3pPr>
      <a:lvl4pPr marL="0" indent="0" algn="l" defTabSz="914400" rtl="0" eaLnBrk="1" latinLnBrk="0" hangingPunct="1">
        <a:lnSpc>
          <a:spcPct val="100000"/>
        </a:lnSpc>
        <a:spcBef>
          <a:spcPts val="600"/>
        </a:spcBef>
        <a:buFont typeface="Arial" panose="020B0604020202020204" pitchFamily="34" charset="0"/>
        <a:buNone/>
        <a:defRPr lang="en-US" sz="1000" b="0" kern="1200" dirty="0" smtClean="0">
          <a:solidFill>
            <a:schemeClr val="tx1"/>
          </a:solidFill>
          <a:latin typeface="+mn-lt"/>
          <a:ea typeface="+mn-ea"/>
          <a:cs typeface="+mn-cs"/>
        </a:defRPr>
      </a:lvl4pPr>
      <a:lvl5pPr marL="0" indent="0" algn="l" defTabSz="914400" rtl="0" eaLnBrk="1" latinLnBrk="0" hangingPunct="1">
        <a:lnSpc>
          <a:spcPct val="10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1" name="object 3">
            <a:extLst>
              <a:ext uri="{FF2B5EF4-FFF2-40B4-BE49-F238E27FC236}">
                <a16:creationId xmlns:a16="http://schemas.microsoft.com/office/drawing/2014/main" id="{D190392B-057D-4333-AFCB-541C7A1C17F4}"/>
              </a:ext>
            </a:extLst>
          </p:cNvPr>
          <p:cNvSpPr/>
          <p:nvPr userDrawn="1"/>
        </p:nvSpPr>
        <p:spPr>
          <a:xfrm>
            <a:off x="1334324" y="446"/>
            <a:ext cx="7798105" cy="6856941"/>
          </a:xfrm>
          <a:custGeom>
            <a:avLst/>
            <a:gdLst/>
            <a:ahLst/>
            <a:cxnLst/>
            <a:rect l="l" t="t" r="r" b="b"/>
            <a:pathLst>
              <a:path w="12858750" h="11306810">
                <a:moveTo>
                  <a:pt x="7854409" y="0"/>
                </a:moveTo>
                <a:lnTo>
                  <a:pt x="928" y="0"/>
                </a:lnTo>
                <a:lnTo>
                  <a:pt x="5653419" y="5652875"/>
                </a:lnTo>
                <a:lnTo>
                  <a:pt x="0" y="11306294"/>
                </a:lnTo>
                <a:lnTo>
                  <a:pt x="7852946" y="11306294"/>
                </a:lnTo>
                <a:lnTo>
                  <a:pt x="12400282" y="6759522"/>
                </a:lnTo>
                <a:lnTo>
                  <a:pt x="12433611" y="6725181"/>
                </a:lnTo>
                <a:lnTo>
                  <a:pt x="12465683" y="6690089"/>
                </a:lnTo>
                <a:lnTo>
                  <a:pt x="12496497" y="6654272"/>
                </a:lnTo>
                <a:lnTo>
                  <a:pt x="12526053" y="6617762"/>
                </a:lnTo>
                <a:lnTo>
                  <a:pt x="12554352" y="6580585"/>
                </a:lnTo>
                <a:lnTo>
                  <a:pt x="12581394" y="6542771"/>
                </a:lnTo>
                <a:lnTo>
                  <a:pt x="12607177" y="6504350"/>
                </a:lnTo>
                <a:lnTo>
                  <a:pt x="12631703" y="6465350"/>
                </a:lnTo>
                <a:lnTo>
                  <a:pt x="12654972" y="6425800"/>
                </a:lnTo>
                <a:lnTo>
                  <a:pt x="12676982" y="6385728"/>
                </a:lnTo>
                <a:lnTo>
                  <a:pt x="12697735" y="6345165"/>
                </a:lnTo>
                <a:lnTo>
                  <a:pt x="12717231" y="6304139"/>
                </a:lnTo>
                <a:lnTo>
                  <a:pt x="12735469" y="6262678"/>
                </a:lnTo>
                <a:lnTo>
                  <a:pt x="12752449" y="6220812"/>
                </a:lnTo>
                <a:lnTo>
                  <a:pt x="12768171" y="6178570"/>
                </a:lnTo>
                <a:lnTo>
                  <a:pt x="12782636" y="6135981"/>
                </a:lnTo>
                <a:lnTo>
                  <a:pt x="12795843" y="6093073"/>
                </a:lnTo>
                <a:lnTo>
                  <a:pt x="12807793" y="6049876"/>
                </a:lnTo>
                <a:lnTo>
                  <a:pt x="12818485" y="6006418"/>
                </a:lnTo>
                <a:lnTo>
                  <a:pt x="12827919" y="5962728"/>
                </a:lnTo>
                <a:lnTo>
                  <a:pt x="12836096" y="5918836"/>
                </a:lnTo>
                <a:lnTo>
                  <a:pt x="12843014" y="5874770"/>
                </a:lnTo>
                <a:lnTo>
                  <a:pt x="12848676" y="5830560"/>
                </a:lnTo>
                <a:lnTo>
                  <a:pt x="12853079" y="5786233"/>
                </a:lnTo>
                <a:lnTo>
                  <a:pt x="12856225" y="5741820"/>
                </a:lnTo>
                <a:lnTo>
                  <a:pt x="12858113" y="5697349"/>
                </a:lnTo>
                <a:lnTo>
                  <a:pt x="12858744" y="5652848"/>
                </a:lnTo>
                <a:lnTo>
                  <a:pt x="12858117" y="5608348"/>
                </a:lnTo>
                <a:lnTo>
                  <a:pt x="12856232" y="5563877"/>
                </a:lnTo>
                <a:lnTo>
                  <a:pt x="12853090" y="5519463"/>
                </a:lnTo>
                <a:lnTo>
                  <a:pt x="12848690" y="5475137"/>
                </a:lnTo>
                <a:lnTo>
                  <a:pt x="12843032" y="5430926"/>
                </a:lnTo>
                <a:lnTo>
                  <a:pt x="12836116" y="5386859"/>
                </a:lnTo>
                <a:lnTo>
                  <a:pt x="12827943" y="5342967"/>
                </a:lnTo>
                <a:lnTo>
                  <a:pt x="12818512" y="5299276"/>
                </a:lnTo>
                <a:lnTo>
                  <a:pt x="12807824" y="5255818"/>
                </a:lnTo>
                <a:lnTo>
                  <a:pt x="12795878" y="5212620"/>
                </a:lnTo>
                <a:lnTo>
                  <a:pt x="12782674" y="5169711"/>
                </a:lnTo>
                <a:lnTo>
                  <a:pt x="12768212" y="5127120"/>
                </a:lnTo>
                <a:lnTo>
                  <a:pt x="12752493" y="5084877"/>
                </a:lnTo>
                <a:lnTo>
                  <a:pt x="12735516" y="5043010"/>
                </a:lnTo>
                <a:lnTo>
                  <a:pt x="12717281" y="5001548"/>
                </a:lnTo>
                <a:lnTo>
                  <a:pt x="12697789" y="4960521"/>
                </a:lnTo>
                <a:lnTo>
                  <a:pt x="12677039" y="4919956"/>
                </a:lnTo>
                <a:lnTo>
                  <a:pt x="12655031" y="4879883"/>
                </a:lnTo>
                <a:lnTo>
                  <a:pt x="12631766" y="4840331"/>
                </a:lnTo>
                <a:lnTo>
                  <a:pt x="12607243" y="4801330"/>
                </a:lnTo>
                <a:lnTo>
                  <a:pt x="12581462" y="4762906"/>
                </a:lnTo>
                <a:lnTo>
                  <a:pt x="12554423" y="4725091"/>
                </a:lnTo>
                <a:lnTo>
                  <a:pt x="12526127" y="4687913"/>
                </a:lnTo>
                <a:lnTo>
                  <a:pt x="12496573" y="4651400"/>
                </a:lnTo>
                <a:lnTo>
                  <a:pt x="12465762" y="4615581"/>
                </a:lnTo>
                <a:lnTo>
                  <a:pt x="12433692" y="4580486"/>
                </a:lnTo>
                <a:lnTo>
                  <a:pt x="12400365" y="4546144"/>
                </a:lnTo>
                <a:lnTo>
                  <a:pt x="7854409" y="0"/>
                </a:lnTo>
                <a:close/>
              </a:path>
            </a:pathLst>
          </a:custGeom>
          <a:solidFill>
            <a:schemeClr val="bg1">
              <a:alpha val="10000"/>
            </a:schemeClr>
          </a:solidFill>
        </p:spPr>
        <p:txBody>
          <a:bodyPr wrap="square" lIns="0" tIns="0" rIns="0" bIns="0" rtlCol="0"/>
          <a:lstStyle/>
          <a:p>
            <a:endParaRPr sz="662" dirty="0"/>
          </a:p>
        </p:txBody>
      </p:sp>
      <p:sp>
        <p:nvSpPr>
          <p:cNvPr id="2" name="Title Placeholder 1">
            <a:extLst>
              <a:ext uri="{FF2B5EF4-FFF2-40B4-BE49-F238E27FC236}">
                <a16:creationId xmlns:a16="http://schemas.microsoft.com/office/drawing/2014/main" id="{F335869A-5450-4E4B-9386-FDDC2C60BC7B}"/>
              </a:ext>
            </a:extLst>
          </p:cNvPr>
          <p:cNvSpPr>
            <a:spLocks noGrp="1"/>
          </p:cNvSpPr>
          <p:nvPr>
            <p:ph type="title"/>
          </p:nvPr>
        </p:nvSpPr>
        <p:spPr>
          <a:xfrm>
            <a:off x="839545" y="2581111"/>
            <a:ext cx="5297685" cy="1228724"/>
          </a:xfrm>
          <a:prstGeom prst="rect">
            <a:avLst/>
          </a:prstGeom>
        </p:spPr>
        <p:txBody>
          <a:bodyPr vert="horz" lIns="0" tIns="0" rIns="0" bIns="0" rtlCol="0" anchor="t">
            <a:normAutofit/>
          </a:bodyPr>
          <a:lstStyle/>
          <a:p>
            <a:r>
              <a:rPr lang="en-US" dirty="0"/>
              <a:t>Click to edit Master title style</a:t>
            </a:r>
            <a:endParaRPr lang="en-AU" dirty="0"/>
          </a:p>
        </p:txBody>
      </p:sp>
      <p:sp>
        <p:nvSpPr>
          <p:cNvPr id="4" name="Date Placeholder 3">
            <a:extLst>
              <a:ext uri="{FF2B5EF4-FFF2-40B4-BE49-F238E27FC236}">
                <a16:creationId xmlns:a16="http://schemas.microsoft.com/office/drawing/2014/main" id="{8D424098-2204-479D-9BF7-4E57F1B455C2}"/>
              </a:ext>
            </a:extLst>
          </p:cNvPr>
          <p:cNvSpPr>
            <a:spLocks noGrp="1"/>
          </p:cNvSpPr>
          <p:nvPr>
            <p:ph type="dt" sz="half" idx="2"/>
          </p:nvPr>
        </p:nvSpPr>
        <p:spPr>
          <a:xfrm>
            <a:off x="6162344" y="6873703"/>
            <a:ext cx="2743200" cy="365125"/>
          </a:xfrm>
          <a:prstGeom prst="rect">
            <a:avLst/>
          </a:prstGeom>
        </p:spPr>
        <p:txBody>
          <a:bodyPr vert="horz" lIns="0" tIns="0" rIns="0" bIns="0" rtlCol="0" anchor="ctr"/>
          <a:lstStyle>
            <a:lvl1pPr algn="ctr">
              <a:defRPr sz="1200" cap="all" baseline="0">
                <a:solidFill>
                  <a:schemeClr val="bg1"/>
                </a:solidFill>
              </a:defRPr>
            </a:lvl1pPr>
          </a:lstStyle>
          <a:p>
            <a:fld id="{2667488F-7C4F-4032-90A5-E39A20B3BC76}" type="datetime4">
              <a:rPr lang="en-AU" smtClean="0"/>
              <a:t>23 October 2024</a:t>
            </a:fld>
            <a:endParaRPr lang="en-AU" dirty="0"/>
          </a:p>
        </p:txBody>
      </p:sp>
      <p:sp>
        <p:nvSpPr>
          <p:cNvPr id="5" name="Footer Placeholder 4">
            <a:extLst>
              <a:ext uri="{FF2B5EF4-FFF2-40B4-BE49-F238E27FC236}">
                <a16:creationId xmlns:a16="http://schemas.microsoft.com/office/drawing/2014/main" id="{F921E08B-D798-4960-A9B1-5A2F55FC0886}"/>
              </a:ext>
            </a:extLst>
          </p:cNvPr>
          <p:cNvSpPr>
            <a:spLocks noGrp="1"/>
          </p:cNvSpPr>
          <p:nvPr>
            <p:ph type="ftr" sz="quarter" idx="3"/>
          </p:nvPr>
        </p:nvSpPr>
        <p:spPr>
          <a:xfrm>
            <a:off x="838200" y="6295198"/>
            <a:ext cx="5346118" cy="365125"/>
          </a:xfrm>
          <a:prstGeom prst="rect">
            <a:avLst/>
          </a:prstGeom>
        </p:spPr>
        <p:txBody>
          <a:bodyPr vert="horz" lIns="0" tIns="0" rIns="0" bIns="0" rtlCol="0" anchor="ctr"/>
          <a:lstStyle>
            <a:lvl1pPr marL="144000" indent="-144000" algn="l">
              <a:buSzPct val="105000"/>
              <a:buFontTx/>
              <a:buBlip>
                <a:blip r:embed="rId7"/>
              </a:buBlip>
              <a:defRPr lang="en-AU" sz="1400" kern="1200" cap="all" spc="18" baseline="0" dirty="0" smtClean="0">
                <a:solidFill>
                  <a:srgbClr val="FFFFFF"/>
                </a:solidFill>
                <a:latin typeface="+mn-lt"/>
                <a:ea typeface="+mn-ea"/>
                <a:cs typeface="+mn-cs"/>
              </a:defRPr>
            </a:lvl1pPr>
          </a:lstStyle>
          <a:p>
            <a:endParaRPr lang="en-AU" dirty="0"/>
          </a:p>
        </p:txBody>
      </p:sp>
      <p:sp>
        <p:nvSpPr>
          <p:cNvPr id="6" name="Slide Number Placeholder 5">
            <a:extLst>
              <a:ext uri="{FF2B5EF4-FFF2-40B4-BE49-F238E27FC236}">
                <a16:creationId xmlns:a16="http://schemas.microsoft.com/office/drawing/2014/main" id="{354BFFD3-239F-4D58-A56C-93D588CBBE8E}"/>
              </a:ext>
            </a:extLst>
          </p:cNvPr>
          <p:cNvSpPr>
            <a:spLocks noGrp="1"/>
          </p:cNvSpPr>
          <p:nvPr>
            <p:ph type="sldNum" sz="quarter" idx="4"/>
          </p:nvPr>
        </p:nvSpPr>
        <p:spPr>
          <a:xfrm>
            <a:off x="8905544" y="6295196"/>
            <a:ext cx="2481543" cy="365125"/>
          </a:xfrm>
          <a:prstGeom prst="rect">
            <a:avLst/>
          </a:prstGeom>
        </p:spPr>
        <p:txBody>
          <a:bodyPr vert="horz" lIns="91440" tIns="45720" rIns="91440" bIns="45720" rtlCol="0" anchor="ctr"/>
          <a:lstStyle>
            <a:lvl1pPr algn="r">
              <a:defRPr sz="1200">
                <a:solidFill>
                  <a:schemeClr val="bg1"/>
                </a:solidFill>
              </a:defRPr>
            </a:lvl1pPr>
          </a:lstStyle>
          <a:p>
            <a:fld id="{35E8911E-9DE7-463F-981B-F1795CC06C30}" type="slidenum">
              <a:rPr lang="en-AU" smtClean="0"/>
              <a:pPr/>
              <a:t>‹#›</a:t>
            </a:fld>
            <a:endParaRPr lang="en-AU" dirty="0"/>
          </a:p>
        </p:txBody>
      </p:sp>
      <p:sp>
        <p:nvSpPr>
          <p:cNvPr id="22" name="Text Placeholder 21">
            <a:extLst>
              <a:ext uri="{FF2B5EF4-FFF2-40B4-BE49-F238E27FC236}">
                <a16:creationId xmlns:a16="http://schemas.microsoft.com/office/drawing/2014/main" id="{EC725283-9927-407F-8276-E7FCF3986CA7}"/>
              </a:ext>
            </a:extLst>
          </p:cNvPr>
          <p:cNvSpPr>
            <a:spLocks noGrp="1"/>
          </p:cNvSpPr>
          <p:nvPr>
            <p:ph type="body" idx="1"/>
          </p:nvPr>
        </p:nvSpPr>
        <p:spPr>
          <a:xfrm>
            <a:off x="838200" y="4030073"/>
            <a:ext cx="5346118" cy="2132946"/>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15" name="!!Signifier">
            <a:extLst>
              <a:ext uri="{FF2B5EF4-FFF2-40B4-BE49-F238E27FC236}">
                <a16:creationId xmlns:a16="http://schemas.microsoft.com/office/drawing/2014/main" id="{964A838B-8496-436B-8941-F62DFE3F8179}"/>
              </a:ext>
            </a:extLst>
          </p:cNvPr>
          <p:cNvSpPr/>
          <p:nvPr userDrawn="1"/>
        </p:nvSpPr>
        <p:spPr>
          <a:xfrm>
            <a:off x="0" y="2145394"/>
            <a:ext cx="608830" cy="1297374"/>
          </a:xfrm>
          <a:custGeom>
            <a:avLst/>
            <a:gdLst/>
            <a:ahLst/>
            <a:cxnLst/>
            <a:rect l="l" t="t" r="r" b="b"/>
            <a:pathLst>
              <a:path w="1003935" h="2139315">
                <a:moveTo>
                  <a:pt x="0" y="0"/>
                </a:moveTo>
                <a:lnTo>
                  <a:pt x="0" y="780744"/>
                </a:lnTo>
                <a:lnTo>
                  <a:pt x="288929" y="1069693"/>
                </a:lnTo>
                <a:lnTo>
                  <a:pt x="0" y="1358622"/>
                </a:lnTo>
                <a:lnTo>
                  <a:pt x="0" y="2139213"/>
                </a:lnTo>
                <a:lnTo>
                  <a:pt x="959631" y="1179700"/>
                </a:lnTo>
                <a:lnTo>
                  <a:pt x="988797" y="1139322"/>
                </a:lnTo>
                <a:lnTo>
                  <a:pt x="1003381" y="1093506"/>
                </a:lnTo>
                <a:lnTo>
                  <a:pt x="1003382" y="1045877"/>
                </a:lnTo>
                <a:lnTo>
                  <a:pt x="988802" y="1000059"/>
                </a:lnTo>
                <a:lnTo>
                  <a:pt x="959641" y="959675"/>
                </a:lnTo>
                <a:lnTo>
                  <a:pt x="0" y="0"/>
                </a:lnTo>
                <a:close/>
              </a:path>
            </a:pathLst>
          </a:custGeom>
          <a:solidFill>
            <a:schemeClr val="bg1">
              <a:alpha val="40000"/>
            </a:schemeClr>
          </a:solidFill>
        </p:spPr>
        <p:txBody>
          <a:bodyPr wrap="square" lIns="0" tIns="0" rIns="0" bIns="0" rtlCol="0"/>
          <a:lstStyle/>
          <a:p>
            <a:endParaRPr sz="662" dirty="0"/>
          </a:p>
        </p:txBody>
      </p:sp>
    </p:spTree>
    <p:extLst>
      <p:ext uri="{BB962C8B-B14F-4D97-AF65-F5344CB8AC3E}">
        <p14:creationId xmlns:p14="http://schemas.microsoft.com/office/powerpoint/2010/main" val="216380305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5" r:id="rId4"/>
    <p:sldLayoutId id="2147483694" r:id="rId5"/>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withEffect">
                                  <p:stCondLst>
                                    <p:cond delay="9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42" presetClass="path" presetSubtype="0" accel="19000" decel="67000" fill="hold" grpId="0" nodeType="withEffect">
                                  <p:stCondLst>
                                    <p:cond delay="800"/>
                                  </p:stCondLst>
                                  <p:childTnLst>
                                    <p:animMotion origin="layout" path="M -0.04049 0.00023 L 3.46945E-18 2.59259E-6 " pathEditMode="relative" rAng="0" ptsTypes="AA">
                                      <p:cBhvr>
                                        <p:cTn id="9" dur="2500" fill="hold"/>
                                        <p:tgtEl>
                                          <p:spTgt spid="15"/>
                                        </p:tgtEl>
                                        <p:attrNameLst>
                                          <p:attrName>ppt_x</p:attrName>
                                          <p:attrName>ppt_y</p:attrName>
                                        </p:attrNameLst>
                                      </p:cBhvr>
                                      <p:rCtr x="2018" y="-23"/>
                                    </p:animMotion>
                                  </p:childTnLst>
                                </p:cTn>
                              </p:par>
                              <p:par>
                                <p:cTn id="10" presetID="42" presetClass="path" presetSubtype="0" accel="19000" decel="67000" fill="hold" grpId="0" nodeType="withEffect">
                                  <p:stCondLst>
                                    <p:cond delay="200"/>
                                  </p:stCondLst>
                                  <p:childTnLst>
                                    <p:animMotion origin="layout" path="M 1.25E-6 0 L 0.02916 0 " pathEditMode="relative" rAng="0" ptsTypes="AA">
                                      <p:cBhvr>
                                        <p:cTn id="11" dur="2000" fill="hold"/>
                                        <p:tgtEl>
                                          <p:spTgt spid="101"/>
                                        </p:tgtEl>
                                        <p:attrNameLst>
                                          <p:attrName>ppt_x</p:attrName>
                                          <p:attrName>ppt_y</p:attrName>
                                        </p:attrNameLst>
                                      </p:cBhvr>
                                      <p:rCtr x="139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5" grpId="0" animBg="1"/>
      <p:bldP spid="15" grpId="1" animBg="1"/>
    </p:bldLst>
  </p:timing>
  <p:hf hdr="0"/>
  <p:txStyles>
    <p:titleStyle>
      <a:lvl1pPr algn="l" defTabSz="914400" rtl="0" eaLnBrk="1" latinLnBrk="0" hangingPunct="1">
        <a:lnSpc>
          <a:spcPct val="90000"/>
        </a:lnSpc>
        <a:spcBef>
          <a:spcPct val="0"/>
        </a:spcBef>
        <a:buNone/>
        <a:defRPr lang="en-US" sz="3600" kern="1200" spc="-24" dirty="0" smtClean="0">
          <a:solidFill>
            <a:schemeClr val="bg1"/>
          </a:solidFill>
          <a:latin typeface="+mj-lt"/>
          <a:ea typeface="Roboto" panose="02000000000000000000" pitchFamily="2" charset="0"/>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lang="en-US" sz="2100" kern="1200" cap="none" spc="30" baseline="0" dirty="0">
          <a:solidFill>
            <a:srgbClr val="FFFFFF"/>
          </a:solidFill>
          <a:latin typeface="+mn-lt"/>
          <a:ea typeface="+mn-ea"/>
          <a:cs typeface="+mn-cs"/>
        </a:defRPr>
      </a:lvl1pPr>
      <a:lvl2pPr marL="0" indent="0" algn="l" defTabSz="914400" rtl="0" eaLnBrk="1" latinLnBrk="0" hangingPunct="1">
        <a:lnSpc>
          <a:spcPct val="100000"/>
        </a:lnSpc>
        <a:spcBef>
          <a:spcPts val="0"/>
        </a:spcBef>
        <a:buFont typeface="Arial" panose="020B0604020202020204" pitchFamily="34" charset="0"/>
        <a:buNone/>
        <a:defRPr lang="en-US" sz="1400" kern="1200" spc="-24" dirty="0">
          <a:solidFill>
            <a:srgbClr val="FFFFFF"/>
          </a:solidFill>
          <a:latin typeface="Roboto"/>
          <a:ea typeface="+mn-ea"/>
          <a:cs typeface="+mn-cs"/>
        </a:defRPr>
      </a:lvl2pPr>
      <a:lvl3pPr marL="0" indent="0" algn="l" defTabSz="914400" rtl="0" eaLnBrk="1" latinLnBrk="0" hangingPunct="1">
        <a:lnSpc>
          <a:spcPct val="100000"/>
        </a:lnSpc>
        <a:spcBef>
          <a:spcPts val="500"/>
        </a:spcBef>
        <a:buFont typeface="Arial" panose="020B0604020202020204" pitchFamily="34" charset="0"/>
        <a:buNone/>
        <a:defRPr lang="en-US" sz="1400" b="1" kern="1200" spc="-24" dirty="0">
          <a:solidFill>
            <a:schemeClr val="bg1"/>
          </a:solidFill>
          <a:latin typeface="+mn-lt"/>
          <a:ea typeface="+mn-ea"/>
          <a:cs typeface="+mn-cs"/>
        </a:defRPr>
      </a:lvl3pPr>
      <a:lvl4pPr marL="0" indent="0" algn="l" defTabSz="914400" rtl="0" eaLnBrk="1" latinLnBrk="0" hangingPunct="1">
        <a:lnSpc>
          <a:spcPct val="100000"/>
        </a:lnSpc>
        <a:spcBef>
          <a:spcPts val="600"/>
        </a:spcBef>
        <a:buFont typeface="Arial" panose="020B0604020202020204" pitchFamily="34" charset="0"/>
        <a:buNone/>
        <a:defRPr lang="en-US" sz="1000" b="0" kern="1200" dirty="0">
          <a:solidFill>
            <a:schemeClr val="bg1"/>
          </a:solidFill>
          <a:latin typeface="+mn-lt"/>
          <a:ea typeface="+mn-ea"/>
          <a:cs typeface="+mn-cs"/>
        </a:defRPr>
      </a:lvl4pPr>
      <a:lvl5pPr marL="0" indent="0" algn="l" defTabSz="914400" rtl="0" eaLnBrk="1" latinLnBrk="0" hangingPunct="1">
        <a:lnSpc>
          <a:spcPct val="100000"/>
        </a:lnSpc>
        <a:spcBef>
          <a:spcPts val="500"/>
        </a:spcBef>
        <a:buFont typeface="Arial" panose="020B0604020202020204" pitchFamily="34" charset="0"/>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guide id="2" pos="575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75000"/>
          </a:schemeClr>
        </a:solidFill>
        <a:effectLst/>
      </p:bgPr>
    </p:bg>
    <p:spTree>
      <p:nvGrpSpPr>
        <p:cNvPr id="1" name=""/>
        <p:cNvGrpSpPr/>
        <p:nvPr/>
      </p:nvGrpSpPr>
      <p:grpSpPr>
        <a:xfrm>
          <a:off x="0" y="0"/>
          <a:ext cx="0" cy="0"/>
          <a:chOff x="0" y="0"/>
          <a:chExt cx="0" cy="0"/>
        </a:xfrm>
      </p:grpSpPr>
      <p:sp>
        <p:nvSpPr>
          <p:cNvPr id="101" name="object 3">
            <a:extLst>
              <a:ext uri="{FF2B5EF4-FFF2-40B4-BE49-F238E27FC236}">
                <a16:creationId xmlns:a16="http://schemas.microsoft.com/office/drawing/2014/main" id="{D190392B-057D-4333-AFCB-541C7A1C17F4}"/>
              </a:ext>
            </a:extLst>
          </p:cNvPr>
          <p:cNvSpPr/>
          <p:nvPr userDrawn="1"/>
        </p:nvSpPr>
        <p:spPr>
          <a:xfrm>
            <a:off x="1334324" y="446"/>
            <a:ext cx="7798105" cy="6856941"/>
          </a:xfrm>
          <a:custGeom>
            <a:avLst/>
            <a:gdLst/>
            <a:ahLst/>
            <a:cxnLst/>
            <a:rect l="l" t="t" r="r" b="b"/>
            <a:pathLst>
              <a:path w="12858750" h="11306810">
                <a:moveTo>
                  <a:pt x="7854409" y="0"/>
                </a:moveTo>
                <a:lnTo>
                  <a:pt x="928" y="0"/>
                </a:lnTo>
                <a:lnTo>
                  <a:pt x="5653419" y="5652875"/>
                </a:lnTo>
                <a:lnTo>
                  <a:pt x="0" y="11306294"/>
                </a:lnTo>
                <a:lnTo>
                  <a:pt x="7852946" y="11306294"/>
                </a:lnTo>
                <a:lnTo>
                  <a:pt x="12400282" y="6759522"/>
                </a:lnTo>
                <a:lnTo>
                  <a:pt x="12433611" y="6725181"/>
                </a:lnTo>
                <a:lnTo>
                  <a:pt x="12465683" y="6690089"/>
                </a:lnTo>
                <a:lnTo>
                  <a:pt x="12496497" y="6654272"/>
                </a:lnTo>
                <a:lnTo>
                  <a:pt x="12526053" y="6617762"/>
                </a:lnTo>
                <a:lnTo>
                  <a:pt x="12554352" y="6580585"/>
                </a:lnTo>
                <a:lnTo>
                  <a:pt x="12581394" y="6542771"/>
                </a:lnTo>
                <a:lnTo>
                  <a:pt x="12607177" y="6504350"/>
                </a:lnTo>
                <a:lnTo>
                  <a:pt x="12631703" y="6465350"/>
                </a:lnTo>
                <a:lnTo>
                  <a:pt x="12654972" y="6425800"/>
                </a:lnTo>
                <a:lnTo>
                  <a:pt x="12676982" y="6385728"/>
                </a:lnTo>
                <a:lnTo>
                  <a:pt x="12697735" y="6345165"/>
                </a:lnTo>
                <a:lnTo>
                  <a:pt x="12717231" y="6304139"/>
                </a:lnTo>
                <a:lnTo>
                  <a:pt x="12735469" y="6262678"/>
                </a:lnTo>
                <a:lnTo>
                  <a:pt x="12752449" y="6220812"/>
                </a:lnTo>
                <a:lnTo>
                  <a:pt x="12768171" y="6178570"/>
                </a:lnTo>
                <a:lnTo>
                  <a:pt x="12782636" y="6135981"/>
                </a:lnTo>
                <a:lnTo>
                  <a:pt x="12795843" y="6093073"/>
                </a:lnTo>
                <a:lnTo>
                  <a:pt x="12807793" y="6049876"/>
                </a:lnTo>
                <a:lnTo>
                  <a:pt x="12818485" y="6006418"/>
                </a:lnTo>
                <a:lnTo>
                  <a:pt x="12827919" y="5962728"/>
                </a:lnTo>
                <a:lnTo>
                  <a:pt x="12836096" y="5918836"/>
                </a:lnTo>
                <a:lnTo>
                  <a:pt x="12843014" y="5874770"/>
                </a:lnTo>
                <a:lnTo>
                  <a:pt x="12848676" y="5830560"/>
                </a:lnTo>
                <a:lnTo>
                  <a:pt x="12853079" y="5786233"/>
                </a:lnTo>
                <a:lnTo>
                  <a:pt x="12856225" y="5741820"/>
                </a:lnTo>
                <a:lnTo>
                  <a:pt x="12858113" y="5697349"/>
                </a:lnTo>
                <a:lnTo>
                  <a:pt x="12858744" y="5652848"/>
                </a:lnTo>
                <a:lnTo>
                  <a:pt x="12858117" y="5608348"/>
                </a:lnTo>
                <a:lnTo>
                  <a:pt x="12856232" y="5563877"/>
                </a:lnTo>
                <a:lnTo>
                  <a:pt x="12853090" y="5519463"/>
                </a:lnTo>
                <a:lnTo>
                  <a:pt x="12848690" y="5475137"/>
                </a:lnTo>
                <a:lnTo>
                  <a:pt x="12843032" y="5430926"/>
                </a:lnTo>
                <a:lnTo>
                  <a:pt x="12836116" y="5386859"/>
                </a:lnTo>
                <a:lnTo>
                  <a:pt x="12827943" y="5342967"/>
                </a:lnTo>
                <a:lnTo>
                  <a:pt x="12818512" y="5299276"/>
                </a:lnTo>
                <a:lnTo>
                  <a:pt x="12807824" y="5255818"/>
                </a:lnTo>
                <a:lnTo>
                  <a:pt x="12795878" y="5212620"/>
                </a:lnTo>
                <a:lnTo>
                  <a:pt x="12782674" y="5169711"/>
                </a:lnTo>
                <a:lnTo>
                  <a:pt x="12768212" y="5127120"/>
                </a:lnTo>
                <a:lnTo>
                  <a:pt x="12752493" y="5084877"/>
                </a:lnTo>
                <a:lnTo>
                  <a:pt x="12735516" y="5043010"/>
                </a:lnTo>
                <a:lnTo>
                  <a:pt x="12717281" y="5001548"/>
                </a:lnTo>
                <a:lnTo>
                  <a:pt x="12697789" y="4960521"/>
                </a:lnTo>
                <a:lnTo>
                  <a:pt x="12677039" y="4919956"/>
                </a:lnTo>
                <a:lnTo>
                  <a:pt x="12655031" y="4879883"/>
                </a:lnTo>
                <a:lnTo>
                  <a:pt x="12631766" y="4840331"/>
                </a:lnTo>
                <a:lnTo>
                  <a:pt x="12607243" y="4801330"/>
                </a:lnTo>
                <a:lnTo>
                  <a:pt x="12581462" y="4762906"/>
                </a:lnTo>
                <a:lnTo>
                  <a:pt x="12554423" y="4725091"/>
                </a:lnTo>
                <a:lnTo>
                  <a:pt x="12526127" y="4687913"/>
                </a:lnTo>
                <a:lnTo>
                  <a:pt x="12496573" y="4651400"/>
                </a:lnTo>
                <a:lnTo>
                  <a:pt x="12465762" y="4615581"/>
                </a:lnTo>
                <a:lnTo>
                  <a:pt x="12433692" y="4580486"/>
                </a:lnTo>
                <a:lnTo>
                  <a:pt x="12400365" y="4546144"/>
                </a:lnTo>
                <a:lnTo>
                  <a:pt x="7854409" y="0"/>
                </a:lnTo>
                <a:close/>
              </a:path>
            </a:pathLst>
          </a:custGeom>
          <a:solidFill>
            <a:schemeClr val="bg1">
              <a:alpha val="10000"/>
            </a:schemeClr>
          </a:solidFill>
        </p:spPr>
        <p:txBody>
          <a:bodyPr wrap="square" lIns="0" tIns="0" rIns="0" bIns="0" rtlCol="0"/>
          <a:lstStyle/>
          <a:p>
            <a:endParaRPr sz="662" dirty="0"/>
          </a:p>
        </p:txBody>
      </p:sp>
      <p:sp>
        <p:nvSpPr>
          <p:cNvPr id="2" name="Title Placeholder 1">
            <a:extLst>
              <a:ext uri="{FF2B5EF4-FFF2-40B4-BE49-F238E27FC236}">
                <a16:creationId xmlns:a16="http://schemas.microsoft.com/office/drawing/2014/main" id="{F335869A-5450-4E4B-9386-FDDC2C60BC7B}"/>
              </a:ext>
            </a:extLst>
          </p:cNvPr>
          <p:cNvSpPr>
            <a:spLocks noGrp="1"/>
          </p:cNvSpPr>
          <p:nvPr>
            <p:ph type="title"/>
          </p:nvPr>
        </p:nvSpPr>
        <p:spPr>
          <a:xfrm>
            <a:off x="839545" y="2581111"/>
            <a:ext cx="5297685" cy="1228724"/>
          </a:xfrm>
          <a:prstGeom prst="rect">
            <a:avLst/>
          </a:prstGeom>
        </p:spPr>
        <p:txBody>
          <a:bodyPr vert="horz" lIns="0" tIns="0" rIns="0" bIns="0" rtlCol="0" anchor="t">
            <a:normAutofit/>
          </a:bodyPr>
          <a:lstStyle/>
          <a:p>
            <a:r>
              <a:rPr lang="en-US" dirty="0"/>
              <a:t>Click to edit Master title style</a:t>
            </a:r>
            <a:endParaRPr lang="en-AU" dirty="0"/>
          </a:p>
        </p:txBody>
      </p:sp>
      <p:sp>
        <p:nvSpPr>
          <p:cNvPr id="4" name="Date Placeholder 3">
            <a:extLst>
              <a:ext uri="{FF2B5EF4-FFF2-40B4-BE49-F238E27FC236}">
                <a16:creationId xmlns:a16="http://schemas.microsoft.com/office/drawing/2014/main" id="{8D424098-2204-479D-9BF7-4E57F1B455C2}"/>
              </a:ext>
            </a:extLst>
          </p:cNvPr>
          <p:cNvSpPr>
            <a:spLocks noGrp="1"/>
          </p:cNvSpPr>
          <p:nvPr>
            <p:ph type="dt" sz="half" idx="2"/>
          </p:nvPr>
        </p:nvSpPr>
        <p:spPr>
          <a:xfrm>
            <a:off x="6162344" y="6873703"/>
            <a:ext cx="2743200" cy="365125"/>
          </a:xfrm>
          <a:prstGeom prst="rect">
            <a:avLst/>
          </a:prstGeom>
        </p:spPr>
        <p:txBody>
          <a:bodyPr vert="horz" lIns="0" tIns="0" rIns="0" bIns="0" rtlCol="0" anchor="ctr"/>
          <a:lstStyle>
            <a:lvl1pPr algn="ctr">
              <a:defRPr sz="1200" cap="all" baseline="0">
                <a:solidFill>
                  <a:schemeClr val="bg1"/>
                </a:solidFill>
              </a:defRPr>
            </a:lvl1pPr>
          </a:lstStyle>
          <a:p>
            <a:fld id="{2667488F-7C4F-4032-90A5-E39A20B3BC76}" type="datetime4">
              <a:rPr lang="en-AU" smtClean="0"/>
              <a:t>23 October 2024</a:t>
            </a:fld>
            <a:endParaRPr lang="en-AU" dirty="0"/>
          </a:p>
        </p:txBody>
      </p:sp>
      <p:sp>
        <p:nvSpPr>
          <p:cNvPr id="5" name="Footer Placeholder 4">
            <a:extLst>
              <a:ext uri="{FF2B5EF4-FFF2-40B4-BE49-F238E27FC236}">
                <a16:creationId xmlns:a16="http://schemas.microsoft.com/office/drawing/2014/main" id="{F921E08B-D798-4960-A9B1-5A2F55FC0886}"/>
              </a:ext>
            </a:extLst>
          </p:cNvPr>
          <p:cNvSpPr>
            <a:spLocks noGrp="1"/>
          </p:cNvSpPr>
          <p:nvPr>
            <p:ph type="ftr" sz="quarter" idx="3"/>
          </p:nvPr>
        </p:nvSpPr>
        <p:spPr>
          <a:xfrm>
            <a:off x="838200" y="6295198"/>
            <a:ext cx="5346118" cy="365125"/>
          </a:xfrm>
          <a:prstGeom prst="rect">
            <a:avLst/>
          </a:prstGeom>
        </p:spPr>
        <p:txBody>
          <a:bodyPr vert="horz" lIns="0" tIns="0" rIns="0" bIns="0" rtlCol="0" anchor="ctr"/>
          <a:lstStyle>
            <a:lvl1pPr marL="144000" indent="-144000" algn="l">
              <a:buSzPct val="105000"/>
              <a:buFontTx/>
              <a:buBlip>
                <a:blip r:embed="rId4"/>
              </a:buBlip>
              <a:defRPr lang="en-AU" sz="1400" kern="1200" cap="all" spc="18" baseline="0" dirty="0" smtClean="0">
                <a:solidFill>
                  <a:schemeClr val="tx1"/>
                </a:solidFill>
                <a:latin typeface="+mn-lt"/>
                <a:ea typeface="+mn-ea"/>
                <a:cs typeface="+mn-cs"/>
              </a:defRPr>
            </a:lvl1pPr>
          </a:lstStyle>
          <a:p>
            <a:endParaRPr lang="en-AU" dirty="0"/>
          </a:p>
        </p:txBody>
      </p:sp>
      <p:sp>
        <p:nvSpPr>
          <p:cNvPr id="6" name="Slide Number Placeholder 5">
            <a:extLst>
              <a:ext uri="{FF2B5EF4-FFF2-40B4-BE49-F238E27FC236}">
                <a16:creationId xmlns:a16="http://schemas.microsoft.com/office/drawing/2014/main" id="{354BFFD3-239F-4D58-A56C-93D588CBBE8E}"/>
              </a:ext>
            </a:extLst>
          </p:cNvPr>
          <p:cNvSpPr>
            <a:spLocks noGrp="1"/>
          </p:cNvSpPr>
          <p:nvPr>
            <p:ph type="sldNum" sz="quarter" idx="4"/>
          </p:nvPr>
        </p:nvSpPr>
        <p:spPr>
          <a:xfrm>
            <a:off x="8905544" y="6295196"/>
            <a:ext cx="2481543" cy="365125"/>
          </a:xfrm>
          <a:prstGeom prst="rect">
            <a:avLst/>
          </a:prstGeom>
        </p:spPr>
        <p:txBody>
          <a:bodyPr vert="horz" lIns="91440" tIns="45720" rIns="91440" bIns="45720" rtlCol="0" anchor="ctr"/>
          <a:lstStyle>
            <a:lvl1pPr algn="r">
              <a:defRPr sz="1200">
                <a:solidFill>
                  <a:schemeClr val="tx1"/>
                </a:solidFill>
              </a:defRPr>
            </a:lvl1pPr>
          </a:lstStyle>
          <a:p>
            <a:fld id="{35E8911E-9DE7-463F-981B-F1795CC06C30}" type="slidenum">
              <a:rPr lang="en-AU" smtClean="0"/>
              <a:pPr/>
              <a:t>‹#›</a:t>
            </a:fld>
            <a:endParaRPr lang="en-AU" dirty="0"/>
          </a:p>
        </p:txBody>
      </p:sp>
      <p:sp>
        <p:nvSpPr>
          <p:cNvPr id="22" name="Text Placeholder 21">
            <a:extLst>
              <a:ext uri="{FF2B5EF4-FFF2-40B4-BE49-F238E27FC236}">
                <a16:creationId xmlns:a16="http://schemas.microsoft.com/office/drawing/2014/main" id="{EC725283-9927-407F-8276-E7FCF3986CA7}"/>
              </a:ext>
            </a:extLst>
          </p:cNvPr>
          <p:cNvSpPr>
            <a:spLocks noGrp="1"/>
          </p:cNvSpPr>
          <p:nvPr>
            <p:ph type="body" idx="1"/>
          </p:nvPr>
        </p:nvSpPr>
        <p:spPr>
          <a:xfrm>
            <a:off x="838200" y="4030073"/>
            <a:ext cx="5346118" cy="2132946"/>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15" name="Signifier">
            <a:extLst>
              <a:ext uri="{FF2B5EF4-FFF2-40B4-BE49-F238E27FC236}">
                <a16:creationId xmlns:a16="http://schemas.microsoft.com/office/drawing/2014/main" id="{964A838B-8496-436B-8941-F62DFE3F8179}"/>
              </a:ext>
            </a:extLst>
          </p:cNvPr>
          <p:cNvSpPr/>
          <p:nvPr userDrawn="1"/>
        </p:nvSpPr>
        <p:spPr>
          <a:xfrm>
            <a:off x="0" y="2145394"/>
            <a:ext cx="608830" cy="1297374"/>
          </a:xfrm>
          <a:custGeom>
            <a:avLst/>
            <a:gdLst/>
            <a:ahLst/>
            <a:cxnLst/>
            <a:rect l="l" t="t" r="r" b="b"/>
            <a:pathLst>
              <a:path w="1003935" h="2139315">
                <a:moveTo>
                  <a:pt x="0" y="0"/>
                </a:moveTo>
                <a:lnTo>
                  <a:pt x="0" y="780744"/>
                </a:lnTo>
                <a:lnTo>
                  <a:pt x="288929" y="1069693"/>
                </a:lnTo>
                <a:lnTo>
                  <a:pt x="0" y="1358622"/>
                </a:lnTo>
                <a:lnTo>
                  <a:pt x="0" y="2139213"/>
                </a:lnTo>
                <a:lnTo>
                  <a:pt x="959631" y="1179700"/>
                </a:lnTo>
                <a:lnTo>
                  <a:pt x="988797" y="1139322"/>
                </a:lnTo>
                <a:lnTo>
                  <a:pt x="1003381" y="1093506"/>
                </a:lnTo>
                <a:lnTo>
                  <a:pt x="1003382" y="1045877"/>
                </a:lnTo>
                <a:lnTo>
                  <a:pt x="988802" y="1000059"/>
                </a:lnTo>
                <a:lnTo>
                  <a:pt x="959641" y="959675"/>
                </a:lnTo>
                <a:lnTo>
                  <a:pt x="0" y="0"/>
                </a:lnTo>
                <a:close/>
              </a:path>
            </a:pathLst>
          </a:custGeom>
          <a:solidFill>
            <a:schemeClr val="bg1">
              <a:alpha val="40000"/>
            </a:schemeClr>
          </a:solidFill>
        </p:spPr>
        <p:txBody>
          <a:bodyPr wrap="square" lIns="0" tIns="0" rIns="0" bIns="0" rtlCol="0"/>
          <a:lstStyle/>
          <a:p>
            <a:endParaRPr sz="662" dirty="0"/>
          </a:p>
        </p:txBody>
      </p:sp>
    </p:spTree>
    <p:extLst>
      <p:ext uri="{BB962C8B-B14F-4D97-AF65-F5344CB8AC3E}">
        <p14:creationId xmlns:p14="http://schemas.microsoft.com/office/powerpoint/2010/main" val="132958877"/>
      </p:ext>
    </p:extLst>
  </p:cSld>
  <p:clrMap bg1="lt1" tx1="dk1" bg2="lt2" tx2="dk2" accent1="accent1" accent2="accent2" accent3="accent3" accent4="accent4" accent5="accent5" accent6="accent6" hlink="hlink" folHlink="folHlink"/>
  <p:sldLayoutIdLst>
    <p:sldLayoutId id="2147483728" r:id="rId1"/>
    <p:sldLayoutId id="2147483729"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withEffect">
                                  <p:stCondLst>
                                    <p:cond delay="9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42" presetClass="path" presetSubtype="0" accel="19000" decel="67000" fill="hold" grpId="0" nodeType="withEffect">
                                  <p:stCondLst>
                                    <p:cond delay="800"/>
                                  </p:stCondLst>
                                  <p:childTnLst>
                                    <p:animMotion origin="layout" path="M -0.04049 0.00023 L 3.46945E-18 2.59259E-6 " pathEditMode="relative" rAng="0" ptsTypes="AA">
                                      <p:cBhvr>
                                        <p:cTn id="9" dur="2500" fill="hold"/>
                                        <p:tgtEl>
                                          <p:spTgt spid="15"/>
                                        </p:tgtEl>
                                        <p:attrNameLst>
                                          <p:attrName>ppt_x</p:attrName>
                                          <p:attrName>ppt_y</p:attrName>
                                        </p:attrNameLst>
                                      </p:cBhvr>
                                      <p:rCtr x="2018" y="-23"/>
                                    </p:animMotion>
                                  </p:childTnLst>
                                </p:cTn>
                              </p:par>
                              <p:par>
                                <p:cTn id="10" presetID="42" presetClass="path" presetSubtype="0" accel="19000" decel="67000" fill="hold" grpId="0" nodeType="withEffect">
                                  <p:stCondLst>
                                    <p:cond delay="200"/>
                                  </p:stCondLst>
                                  <p:childTnLst>
                                    <p:animMotion origin="layout" path="M 1.25E-6 0 L 0.02916 0 " pathEditMode="relative" rAng="0" ptsTypes="AA">
                                      <p:cBhvr>
                                        <p:cTn id="11" dur="2000" fill="hold"/>
                                        <p:tgtEl>
                                          <p:spTgt spid="101"/>
                                        </p:tgtEl>
                                        <p:attrNameLst>
                                          <p:attrName>ppt_x</p:attrName>
                                          <p:attrName>ppt_y</p:attrName>
                                        </p:attrNameLst>
                                      </p:cBhvr>
                                      <p:rCtr x="139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5" grpId="0" animBg="1"/>
      <p:bldP spid="15" grpId="1" animBg="1"/>
    </p:bldLst>
  </p:timing>
  <p:hf hdr="0"/>
  <p:txStyles>
    <p:titleStyle>
      <a:lvl1pPr algn="l" defTabSz="914400" rtl="0" eaLnBrk="1" latinLnBrk="0" hangingPunct="1">
        <a:lnSpc>
          <a:spcPct val="90000"/>
        </a:lnSpc>
        <a:spcBef>
          <a:spcPct val="0"/>
        </a:spcBef>
        <a:buNone/>
        <a:defRPr lang="en-US" sz="3600" kern="1200" spc="-24" dirty="0" smtClean="0">
          <a:solidFill>
            <a:schemeClr val="tx1"/>
          </a:solidFill>
          <a:latin typeface="+mj-lt"/>
          <a:ea typeface="Roboto" panose="02000000000000000000" pitchFamily="2" charset="0"/>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lang="en-US" sz="2100" kern="1200" cap="none" spc="30" baseline="0" dirty="0">
          <a:solidFill>
            <a:schemeClr val="tx1"/>
          </a:solidFill>
          <a:latin typeface="+mn-lt"/>
          <a:ea typeface="+mn-ea"/>
          <a:cs typeface="+mn-cs"/>
        </a:defRPr>
      </a:lvl1pPr>
      <a:lvl2pPr marL="0" indent="0" algn="l" defTabSz="914400" rtl="0" eaLnBrk="1" latinLnBrk="0" hangingPunct="1">
        <a:lnSpc>
          <a:spcPct val="100000"/>
        </a:lnSpc>
        <a:spcBef>
          <a:spcPts val="0"/>
        </a:spcBef>
        <a:buFont typeface="Arial" panose="020B0604020202020204" pitchFamily="34" charset="0"/>
        <a:buNone/>
        <a:defRPr lang="en-US" sz="1400" kern="1200" spc="-24" dirty="0">
          <a:solidFill>
            <a:schemeClr val="tx1"/>
          </a:solidFill>
          <a:latin typeface="Roboto"/>
          <a:ea typeface="+mn-ea"/>
          <a:cs typeface="+mn-cs"/>
        </a:defRPr>
      </a:lvl2pPr>
      <a:lvl3pPr marL="0" indent="0" algn="l" defTabSz="914400" rtl="0" eaLnBrk="1" latinLnBrk="0" hangingPunct="1">
        <a:lnSpc>
          <a:spcPct val="100000"/>
        </a:lnSpc>
        <a:spcBef>
          <a:spcPts val="500"/>
        </a:spcBef>
        <a:buFont typeface="Arial" panose="020B0604020202020204" pitchFamily="34" charset="0"/>
        <a:buNone/>
        <a:defRPr lang="en-US" sz="1400" b="1" kern="1200" spc="-24" dirty="0">
          <a:solidFill>
            <a:schemeClr val="tx1"/>
          </a:solidFill>
          <a:latin typeface="+mn-lt"/>
          <a:ea typeface="+mn-ea"/>
          <a:cs typeface="+mn-cs"/>
        </a:defRPr>
      </a:lvl3pPr>
      <a:lvl4pPr marL="0" indent="0" algn="l" defTabSz="914400" rtl="0" eaLnBrk="1" latinLnBrk="0" hangingPunct="1">
        <a:lnSpc>
          <a:spcPct val="100000"/>
        </a:lnSpc>
        <a:spcBef>
          <a:spcPts val="600"/>
        </a:spcBef>
        <a:buFont typeface="Arial" panose="020B0604020202020204" pitchFamily="34" charset="0"/>
        <a:buNone/>
        <a:defRPr lang="en-US" sz="1000" b="0" kern="1200" dirty="0">
          <a:solidFill>
            <a:schemeClr val="tx1"/>
          </a:solidFill>
          <a:latin typeface="+mn-lt"/>
          <a:ea typeface="+mn-ea"/>
          <a:cs typeface="+mn-cs"/>
        </a:defRPr>
      </a:lvl4pPr>
      <a:lvl5pPr marL="0" indent="0" algn="l" defTabSz="914400" rtl="0" eaLnBrk="1" latinLnBrk="0" hangingPunct="1">
        <a:lnSpc>
          <a:spcPct val="10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guide id="2" pos="575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5869A-5450-4E4B-9386-FDDC2C60BC7B}"/>
              </a:ext>
            </a:extLst>
          </p:cNvPr>
          <p:cNvSpPr>
            <a:spLocks noGrp="1"/>
          </p:cNvSpPr>
          <p:nvPr>
            <p:ph type="title"/>
          </p:nvPr>
        </p:nvSpPr>
        <p:spPr>
          <a:xfrm>
            <a:off x="839545" y="958193"/>
            <a:ext cx="10539784" cy="744971"/>
          </a:xfrm>
          <a:prstGeom prst="rect">
            <a:avLst/>
          </a:prstGeom>
        </p:spPr>
        <p:txBody>
          <a:bodyPr vert="horz" lIns="0" tIns="0" rIns="0" bIns="0" rtlCol="0" anchor="t">
            <a:normAutofit/>
          </a:bodyPr>
          <a:lstStyle/>
          <a:p>
            <a:r>
              <a:rPr lang="en-US" dirty="0"/>
              <a:t>Click to edit Master title style</a:t>
            </a:r>
            <a:endParaRPr lang="en-AU" dirty="0"/>
          </a:p>
        </p:txBody>
      </p:sp>
      <p:sp>
        <p:nvSpPr>
          <p:cNvPr id="4" name="Date Placeholder 3">
            <a:extLst>
              <a:ext uri="{FF2B5EF4-FFF2-40B4-BE49-F238E27FC236}">
                <a16:creationId xmlns:a16="http://schemas.microsoft.com/office/drawing/2014/main" id="{8D424098-2204-479D-9BF7-4E57F1B455C2}"/>
              </a:ext>
            </a:extLst>
          </p:cNvPr>
          <p:cNvSpPr>
            <a:spLocks noGrp="1"/>
          </p:cNvSpPr>
          <p:nvPr>
            <p:ph type="dt" sz="half" idx="2"/>
          </p:nvPr>
        </p:nvSpPr>
        <p:spPr>
          <a:xfrm>
            <a:off x="6165795" y="6318250"/>
            <a:ext cx="2743200" cy="365125"/>
          </a:xfrm>
          <a:prstGeom prst="rect">
            <a:avLst/>
          </a:prstGeom>
        </p:spPr>
        <p:txBody>
          <a:bodyPr vert="horz" lIns="0" tIns="0" rIns="0" bIns="0" rtlCol="0" anchor="ctr"/>
          <a:lstStyle>
            <a:lvl1pPr algn="l">
              <a:defRPr sz="1400" cap="all" baseline="0">
                <a:solidFill>
                  <a:schemeClr val="tx1"/>
                </a:solidFill>
              </a:defRPr>
            </a:lvl1pPr>
          </a:lstStyle>
          <a:p>
            <a:fld id="{19341987-5956-434F-9ECA-00A7D19F1953}" type="datetime4">
              <a:rPr lang="en-AU" smtClean="0"/>
              <a:pPr/>
              <a:t>23 October 2024</a:t>
            </a:fld>
            <a:endParaRPr lang="en-AU" dirty="0"/>
          </a:p>
        </p:txBody>
      </p:sp>
      <p:sp>
        <p:nvSpPr>
          <p:cNvPr id="5" name="Footer Placeholder 4">
            <a:extLst>
              <a:ext uri="{FF2B5EF4-FFF2-40B4-BE49-F238E27FC236}">
                <a16:creationId xmlns:a16="http://schemas.microsoft.com/office/drawing/2014/main" id="{F921E08B-D798-4960-A9B1-5A2F55FC0886}"/>
              </a:ext>
            </a:extLst>
          </p:cNvPr>
          <p:cNvSpPr>
            <a:spLocks noGrp="1"/>
          </p:cNvSpPr>
          <p:nvPr>
            <p:ph type="ftr" sz="quarter" idx="3"/>
          </p:nvPr>
        </p:nvSpPr>
        <p:spPr>
          <a:xfrm>
            <a:off x="839788" y="6318250"/>
            <a:ext cx="5326007" cy="365125"/>
          </a:xfrm>
          <a:prstGeom prst="rect">
            <a:avLst/>
          </a:prstGeom>
        </p:spPr>
        <p:txBody>
          <a:bodyPr vert="horz" lIns="0" tIns="0" rIns="0" bIns="0" rtlCol="0" anchor="ctr"/>
          <a:lstStyle>
            <a:lvl1pPr marL="0" indent="-144000" algn="l">
              <a:buSzPct val="105000"/>
              <a:buFontTx/>
              <a:buBlip>
                <a:blip r:embed="rId13"/>
              </a:buBlip>
              <a:defRPr sz="1400" cap="all" baseline="0">
                <a:solidFill>
                  <a:schemeClr val="tx1"/>
                </a:solidFill>
              </a:defRPr>
            </a:lvl1pPr>
          </a:lstStyle>
          <a:p>
            <a:endParaRPr lang="en-AU" dirty="0"/>
          </a:p>
        </p:txBody>
      </p:sp>
      <p:sp>
        <p:nvSpPr>
          <p:cNvPr id="6" name="Slide Number Placeholder 5">
            <a:extLst>
              <a:ext uri="{FF2B5EF4-FFF2-40B4-BE49-F238E27FC236}">
                <a16:creationId xmlns:a16="http://schemas.microsoft.com/office/drawing/2014/main" id="{354BFFD3-239F-4D58-A56C-93D588CBBE8E}"/>
              </a:ext>
            </a:extLst>
          </p:cNvPr>
          <p:cNvSpPr>
            <a:spLocks noGrp="1"/>
          </p:cNvSpPr>
          <p:nvPr>
            <p:ph type="sldNum" sz="quarter" idx="4"/>
          </p:nvPr>
        </p:nvSpPr>
        <p:spPr>
          <a:xfrm>
            <a:off x="10434917" y="6318250"/>
            <a:ext cx="947779" cy="365125"/>
          </a:xfrm>
          <a:prstGeom prst="rect">
            <a:avLst/>
          </a:prstGeom>
        </p:spPr>
        <p:txBody>
          <a:bodyPr vert="horz" lIns="0" tIns="0" rIns="0" bIns="0" rtlCol="0" anchor="ctr"/>
          <a:lstStyle>
            <a:lvl1pPr algn="r">
              <a:defRPr sz="1400">
                <a:solidFill>
                  <a:schemeClr val="tx1"/>
                </a:solidFill>
              </a:defRPr>
            </a:lvl1pPr>
          </a:lstStyle>
          <a:p>
            <a:fld id="{35E8911E-9DE7-463F-981B-F1795CC06C30}" type="slidenum">
              <a:rPr lang="en-AU" smtClean="0"/>
              <a:pPr/>
              <a:t>‹#›</a:t>
            </a:fld>
            <a:endParaRPr lang="en-AU" dirty="0"/>
          </a:p>
        </p:txBody>
      </p:sp>
      <p:sp>
        <p:nvSpPr>
          <p:cNvPr id="22" name="Text Placeholder 21">
            <a:extLst>
              <a:ext uri="{FF2B5EF4-FFF2-40B4-BE49-F238E27FC236}">
                <a16:creationId xmlns:a16="http://schemas.microsoft.com/office/drawing/2014/main" id="{EC725283-9927-407F-8276-E7FCF3986CA7}"/>
              </a:ext>
            </a:extLst>
          </p:cNvPr>
          <p:cNvSpPr>
            <a:spLocks noGrp="1"/>
          </p:cNvSpPr>
          <p:nvPr>
            <p:ph type="body" idx="1"/>
          </p:nvPr>
        </p:nvSpPr>
        <p:spPr>
          <a:xfrm>
            <a:off x="838200" y="1715436"/>
            <a:ext cx="10539784" cy="3938210"/>
          </a:xfrm>
          <a:prstGeom prst="rect">
            <a:avLst/>
          </a:prstGeom>
        </p:spPr>
        <p:txBody>
          <a:bodyPr vert="horz" lIns="0" tIns="0" rIns="0" bIns="0" rtlCol="0">
            <a:normAutofit/>
          </a:bodyPr>
          <a:lstStyle/>
          <a:p>
            <a:pPr lvl="0"/>
            <a:r>
              <a:rPr lang="en-US" dirty="0"/>
              <a:t>Subheading 1</a:t>
            </a:r>
          </a:p>
          <a:p>
            <a:pPr lvl="1"/>
            <a:r>
              <a:rPr lang="en-US" dirty="0"/>
              <a:t>Subheading 2</a:t>
            </a:r>
          </a:p>
          <a:p>
            <a:pPr lvl="2"/>
            <a:r>
              <a:rPr lang="en-US" dirty="0"/>
              <a:t>Body</a:t>
            </a:r>
          </a:p>
          <a:p>
            <a:pPr lvl="3"/>
            <a:r>
              <a:rPr lang="en-US" dirty="0"/>
              <a:t>Bullets</a:t>
            </a:r>
          </a:p>
          <a:p>
            <a:pPr lvl="4"/>
            <a:r>
              <a:rPr lang="en-US" dirty="0"/>
              <a:t>Callout</a:t>
            </a:r>
          </a:p>
          <a:p>
            <a:pPr lvl="5"/>
            <a:r>
              <a:rPr lang="en-AU" dirty="0"/>
              <a:t>Caption/Footnotes</a:t>
            </a:r>
          </a:p>
        </p:txBody>
      </p:sp>
      <p:grpSp>
        <p:nvGrpSpPr>
          <p:cNvPr id="7" name="Group 6">
            <a:extLst>
              <a:ext uri="{FF2B5EF4-FFF2-40B4-BE49-F238E27FC236}">
                <a16:creationId xmlns:a16="http://schemas.microsoft.com/office/drawing/2014/main" id="{9A11CAD1-EFBE-4BBE-AA9E-1D75935A9961}"/>
              </a:ext>
            </a:extLst>
          </p:cNvPr>
          <p:cNvGrpSpPr/>
          <p:nvPr userDrawn="1"/>
        </p:nvGrpSpPr>
        <p:grpSpPr>
          <a:xfrm>
            <a:off x="0" y="538702"/>
            <a:ext cx="11379329" cy="5715817"/>
            <a:chOff x="0" y="538702"/>
            <a:chExt cx="11379329" cy="5715817"/>
          </a:xfrm>
        </p:grpSpPr>
        <p:sp>
          <p:nvSpPr>
            <p:cNvPr id="15" name="Signifier">
              <a:extLst>
                <a:ext uri="{FF2B5EF4-FFF2-40B4-BE49-F238E27FC236}">
                  <a16:creationId xmlns:a16="http://schemas.microsoft.com/office/drawing/2014/main" id="{964A838B-8496-436B-8941-F62DFE3F8179}"/>
                </a:ext>
              </a:extLst>
            </p:cNvPr>
            <p:cNvSpPr/>
            <p:nvPr userDrawn="1"/>
          </p:nvSpPr>
          <p:spPr>
            <a:xfrm>
              <a:off x="0" y="538702"/>
              <a:ext cx="608830" cy="1297374"/>
            </a:xfrm>
            <a:custGeom>
              <a:avLst/>
              <a:gdLst/>
              <a:ahLst/>
              <a:cxnLst/>
              <a:rect l="l" t="t" r="r" b="b"/>
              <a:pathLst>
                <a:path w="1003935" h="2139315">
                  <a:moveTo>
                    <a:pt x="0" y="0"/>
                  </a:moveTo>
                  <a:lnTo>
                    <a:pt x="0" y="780744"/>
                  </a:lnTo>
                  <a:lnTo>
                    <a:pt x="288929" y="1069693"/>
                  </a:lnTo>
                  <a:lnTo>
                    <a:pt x="0" y="1358622"/>
                  </a:lnTo>
                  <a:lnTo>
                    <a:pt x="0" y="2139213"/>
                  </a:lnTo>
                  <a:lnTo>
                    <a:pt x="959631" y="1179700"/>
                  </a:lnTo>
                  <a:lnTo>
                    <a:pt x="988797" y="1139322"/>
                  </a:lnTo>
                  <a:lnTo>
                    <a:pt x="1003381" y="1093506"/>
                  </a:lnTo>
                  <a:lnTo>
                    <a:pt x="1003382" y="1045877"/>
                  </a:lnTo>
                  <a:lnTo>
                    <a:pt x="988802" y="1000059"/>
                  </a:lnTo>
                  <a:lnTo>
                    <a:pt x="959641" y="959675"/>
                  </a:lnTo>
                  <a:lnTo>
                    <a:pt x="0" y="0"/>
                  </a:lnTo>
                  <a:close/>
                </a:path>
              </a:pathLst>
            </a:custGeom>
            <a:solidFill>
              <a:srgbClr val="FF8774"/>
            </a:solidFill>
          </p:spPr>
          <p:txBody>
            <a:bodyPr wrap="square" lIns="0" tIns="0" rIns="0" bIns="0" rtlCol="0"/>
            <a:lstStyle/>
            <a:p>
              <a:endParaRPr sz="662" dirty="0"/>
            </a:p>
          </p:txBody>
        </p:sp>
        <p:sp>
          <p:nvSpPr>
            <p:cNvPr id="120" name="object 23">
              <a:extLst>
                <a:ext uri="{FF2B5EF4-FFF2-40B4-BE49-F238E27FC236}">
                  <a16:creationId xmlns:a16="http://schemas.microsoft.com/office/drawing/2014/main" id="{FE7F134A-67FF-4AD2-B6CD-DD646BEDCCA4}"/>
                </a:ext>
              </a:extLst>
            </p:cNvPr>
            <p:cNvSpPr/>
            <p:nvPr/>
          </p:nvSpPr>
          <p:spPr>
            <a:xfrm>
              <a:off x="812801" y="603010"/>
              <a:ext cx="10566528" cy="12708"/>
            </a:xfrm>
            <a:custGeom>
              <a:avLst/>
              <a:gdLst/>
              <a:ahLst/>
              <a:cxnLst/>
              <a:rect l="l" t="t" r="r" b="b"/>
              <a:pathLst>
                <a:path w="17423765" h="20955">
                  <a:moveTo>
                    <a:pt x="0" y="20941"/>
                  </a:moveTo>
                  <a:lnTo>
                    <a:pt x="17423553" y="20941"/>
                  </a:lnTo>
                  <a:lnTo>
                    <a:pt x="17423553" y="0"/>
                  </a:lnTo>
                  <a:lnTo>
                    <a:pt x="0" y="0"/>
                  </a:lnTo>
                  <a:lnTo>
                    <a:pt x="0" y="20941"/>
                  </a:lnTo>
                  <a:close/>
                </a:path>
              </a:pathLst>
            </a:custGeom>
            <a:solidFill>
              <a:srgbClr val="FF8774"/>
            </a:solidFill>
          </p:spPr>
          <p:txBody>
            <a:bodyPr wrap="square" lIns="0" tIns="0" rIns="0" bIns="0" rtlCol="0"/>
            <a:lstStyle/>
            <a:p>
              <a:endParaRPr sz="662" dirty="0"/>
            </a:p>
          </p:txBody>
        </p:sp>
        <p:sp>
          <p:nvSpPr>
            <p:cNvPr id="123" name="object 26">
              <a:extLst>
                <a:ext uri="{FF2B5EF4-FFF2-40B4-BE49-F238E27FC236}">
                  <a16:creationId xmlns:a16="http://schemas.microsoft.com/office/drawing/2014/main" id="{ABC9B7F1-86F4-4876-9F5E-02716C977564}"/>
                </a:ext>
              </a:extLst>
            </p:cNvPr>
            <p:cNvSpPr/>
            <p:nvPr/>
          </p:nvSpPr>
          <p:spPr>
            <a:xfrm>
              <a:off x="812801" y="6241811"/>
              <a:ext cx="10566528" cy="12708"/>
            </a:xfrm>
            <a:custGeom>
              <a:avLst/>
              <a:gdLst/>
              <a:ahLst/>
              <a:cxnLst/>
              <a:rect l="l" t="t" r="r" b="b"/>
              <a:pathLst>
                <a:path w="17423765" h="20954">
                  <a:moveTo>
                    <a:pt x="0" y="20941"/>
                  </a:moveTo>
                  <a:lnTo>
                    <a:pt x="17423553" y="20941"/>
                  </a:lnTo>
                  <a:lnTo>
                    <a:pt x="17423553" y="0"/>
                  </a:lnTo>
                  <a:lnTo>
                    <a:pt x="0" y="0"/>
                  </a:lnTo>
                  <a:lnTo>
                    <a:pt x="0" y="20941"/>
                  </a:lnTo>
                  <a:close/>
                </a:path>
              </a:pathLst>
            </a:custGeom>
            <a:solidFill>
              <a:srgbClr val="FF8774"/>
            </a:solidFill>
          </p:spPr>
          <p:txBody>
            <a:bodyPr wrap="square" lIns="0" tIns="0" rIns="0" bIns="0" rtlCol="0"/>
            <a:lstStyle/>
            <a:p>
              <a:endParaRPr sz="662" dirty="0"/>
            </a:p>
          </p:txBody>
        </p:sp>
      </p:grpSp>
    </p:spTree>
    <p:extLst>
      <p:ext uri="{BB962C8B-B14F-4D97-AF65-F5344CB8AC3E}">
        <p14:creationId xmlns:p14="http://schemas.microsoft.com/office/powerpoint/2010/main" val="2660673101"/>
      </p:ext>
    </p:extLst>
  </p:cSld>
  <p:clrMap bg1="lt1" tx1="dk1" bg2="lt2" tx2="dk2" accent1="accent1" accent2="accent2" accent3="accent3" accent4="accent4" accent5="accent5" accent6="accent6" hlink="hlink" folHlink="folHlink"/>
  <p:sldLayoutIdLst>
    <p:sldLayoutId id="2147483713" r:id="rId1"/>
    <p:sldLayoutId id="2147483719" r:id="rId2"/>
    <p:sldLayoutId id="2147483715" r:id="rId3"/>
    <p:sldLayoutId id="2147483720" r:id="rId4"/>
    <p:sldLayoutId id="2147483717" r:id="rId5"/>
    <p:sldLayoutId id="2147483730" r:id="rId6"/>
    <p:sldLayoutId id="2147483718" r:id="rId7"/>
    <p:sldLayoutId id="2147483714" r:id="rId8"/>
    <p:sldLayoutId id="2147483817" r:id="rId9"/>
    <p:sldLayoutId id="2147483721" r:id="rId10"/>
    <p:sldLayoutId id="2147483838" r:id="rId11"/>
  </p:sldLayoutIdLst>
  <p:hf hdr="0"/>
  <p:txStyles>
    <p:titleStyle>
      <a:lvl1pPr algn="l" defTabSz="914400" rtl="0" eaLnBrk="1" latinLnBrk="0" hangingPunct="1">
        <a:lnSpc>
          <a:spcPct val="90000"/>
        </a:lnSpc>
        <a:spcBef>
          <a:spcPct val="0"/>
        </a:spcBef>
        <a:buNone/>
        <a:defRPr lang="en-US" sz="3600" kern="1200" spc="-24" dirty="0" smtClean="0">
          <a:solidFill>
            <a:schemeClr val="tx1"/>
          </a:solidFill>
          <a:latin typeface="+mj-lt"/>
          <a:ea typeface="Roboto" panose="02000000000000000000" pitchFamily="2" charset="0"/>
          <a:cs typeface="+mj-cs"/>
        </a:defRPr>
      </a:lvl1pPr>
    </p:titleStyle>
    <p:bodyStyle>
      <a:lvl1pPr marL="144000" indent="-144000" algn="l" defTabSz="914400" rtl="0" eaLnBrk="1" latinLnBrk="0" hangingPunct="1">
        <a:lnSpc>
          <a:spcPts val="1800"/>
        </a:lnSpc>
        <a:spcBef>
          <a:spcPts val="675"/>
        </a:spcBef>
        <a:spcAft>
          <a:spcPts val="675"/>
        </a:spcAft>
        <a:buSzPct val="105000"/>
        <a:buFontTx/>
        <a:buBlip>
          <a:blip r:embed="rId13"/>
        </a:buBlip>
        <a:defRPr lang="en-US" sz="1400" b="1" kern="1200" cap="none" spc="9" baseline="0" dirty="0">
          <a:solidFill>
            <a:schemeClr val="tx1"/>
          </a:solidFill>
          <a:latin typeface="+mj-lt"/>
          <a:ea typeface="+mn-ea"/>
          <a:cs typeface="+mn-cs"/>
        </a:defRPr>
      </a:lvl1pPr>
      <a:lvl2pPr marL="0" indent="0" algn="l" defTabSz="914400" rtl="0" eaLnBrk="1" latinLnBrk="0" hangingPunct="1">
        <a:lnSpc>
          <a:spcPts val="1500"/>
        </a:lnSpc>
        <a:spcBef>
          <a:spcPts val="450"/>
        </a:spcBef>
        <a:spcAft>
          <a:spcPts val="450"/>
        </a:spcAft>
        <a:buFont typeface="Arial" panose="020B0604020202020204" pitchFamily="34" charset="0"/>
        <a:buNone/>
        <a:defRPr lang="en-US" sz="1150" b="1" kern="1200" spc="30" dirty="0" smtClean="0">
          <a:solidFill>
            <a:schemeClr val="tx1"/>
          </a:solidFill>
          <a:latin typeface="+mj-lt"/>
          <a:ea typeface="+mn-ea"/>
          <a:cs typeface="+mn-cs"/>
        </a:defRPr>
      </a:lvl2pPr>
      <a:lvl3pPr marL="0" indent="0" algn="l" defTabSz="914400" rtl="0" eaLnBrk="1" latinLnBrk="0" hangingPunct="1">
        <a:lnSpc>
          <a:spcPts val="1500"/>
        </a:lnSpc>
        <a:spcBef>
          <a:spcPts val="750"/>
        </a:spcBef>
        <a:spcAft>
          <a:spcPts val="750"/>
        </a:spcAft>
        <a:buFont typeface="Arial" panose="020B0604020202020204" pitchFamily="34" charset="0"/>
        <a:buNone/>
        <a:defRPr lang="en-US" sz="1150" kern="1200" spc="-24" dirty="0" smtClean="0">
          <a:solidFill>
            <a:schemeClr val="tx1"/>
          </a:solidFill>
          <a:latin typeface="Roboto"/>
          <a:ea typeface="+mn-ea"/>
          <a:cs typeface="+mn-cs"/>
        </a:defRPr>
      </a:lvl3pPr>
      <a:lvl4pPr marL="144000" indent="-144000" algn="l" defTabSz="914400" rtl="0" eaLnBrk="1" latinLnBrk="0" hangingPunct="1">
        <a:lnSpc>
          <a:spcPts val="1500"/>
        </a:lnSpc>
        <a:spcBef>
          <a:spcPts val="300"/>
        </a:spcBef>
        <a:spcAft>
          <a:spcPts val="750"/>
        </a:spcAft>
        <a:buFont typeface="Arial" panose="020B0604020202020204" pitchFamily="34" charset="0"/>
        <a:buChar char="•"/>
        <a:defRPr sz="1150" b="0" kern="1200" baseline="0">
          <a:solidFill>
            <a:schemeClr val="tx1"/>
          </a:solidFill>
          <a:latin typeface="+mn-lt"/>
          <a:ea typeface="+mn-ea"/>
          <a:cs typeface="+mn-cs"/>
        </a:defRPr>
      </a:lvl4pPr>
      <a:lvl5pPr marL="0" indent="0" algn="l" defTabSz="914400" rtl="0" eaLnBrk="1" latinLnBrk="0" hangingPunct="1">
        <a:lnSpc>
          <a:spcPts val="1800"/>
        </a:lnSpc>
        <a:spcBef>
          <a:spcPts val="675"/>
        </a:spcBef>
        <a:spcAft>
          <a:spcPts val="675"/>
        </a:spcAft>
        <a:buFont typeface="Arial" panose="020B0604020202020204" pitchFamily="34" charset="0"/>
        <a:buNone/>
        <a:defRPr sz="1400" b="0" kern="1200">
          <a:solidFill>
            <a:schemeClr val="tx1"/>
          </a:solidFill>
          <a:latin typeface="+mn-lt"/>
          <a:ea typeface="+mn-ea"/>
          <a:cs typeface="+mn-cs"/>
        </a:defRPr>
      </a:lvl5pPr>
      <a:lvl6pPr marL="0" indent="0" algn="l" defTabSz="914400" rtl="0" eaLnBrk="1" latinLnBrk="0" hangingPunct="1">
        <a:lnSpc>
          <a:spcPts val="1200"/>
        </a:lnSpc>
        <a:spcBef>
          <a:spcPts val="0"/>
        </a:spcBef>
        <a:spcAft>
          <a:spcPts val="0"/>
        </a:spcAft>
        <a:buFont typeface="Arial" panose="020B0604020202020204" pitchFamily="34" charset="0"/>
        <a:buNone/>
        <a:defRPr sz="900" kern="1200" baseline="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5869A-5450-4E4B-9386-FDDC2C60BC7B}"/>
              </a:ext>
            </a:extLst>
          </p:cNvPr>
          <p:cNvSpPr>
            <a:spLocks noGrp="1"/>
          </p:cNvSpPr>
          <p:nvPr>
            <p:ph type="title"/>
          </p:nvPr>
        </p:nvSpPr>
        <p:spPr>
          <a:xfrm>
            <a:off x="839545" y="958193"/>
            <a:ext cx="10539784" cy="744971"/>
          </a:xfrm>
          <a:prstGeom prst="rect">
            <a:avLst/>
          </a:prstGeom>
        </p:spPr>
        <p:txBody>
          <a:bodyPr vert="horz" lIns="0" tIns="0" rIns="0" bIns="0" rtlCol="0" anchor="t">
            <a:normAutofit/>
          </a:bodyPr>
          <a:lstStyle/>
          <a:p>
            <a:r>
              <a:rPr lang="en-US" dirty="0"/>
              <a:t>Click to edit Master title style</a:t>
            </a:r>
            <a:endParaRPr lang="en-AU" dirty="0"/>
          </a:p>
        </p:txBody>
      </p:sp>
      <p:sp>
        <p:nvSpPr>
          <p:cNvPr id="4" name="Date Placeholder 3">
            <a:extLst>
              <a:ext uri="{FF2B5EF4-FFF2-40B4-BE49-F238E27FC236}">
                <a16:creationId xmlns:a16="http://schemas.microsoft.com/office/drawing/2014/main" id="{8D424098-2204-479D-9BF7-4E57F1B455C2}"/>
              </a:ext>
            </a:extLst>
          </p:cNvPr>
          <p:cNvSpPr>
            <a:spLocks noGrp="1"/>
          </p:cNvSpPr>
          <p:nvPr>
            <p:ph type="dt" sz="half" idx="2"/>
          </p:nvPr>
        </p:nvSpPr>
        <p:spPr>
          <a:xfrm>
            <a:off x="6165795" y="6318250"/>
            <a:ext cx="2743200" cy="365125"/>
          </a:xfrm>
          <a:prstGeom prst="rect">
            <a:avLst/>
          </a:prstGeom>
        </p:spPr>
        <p:txBody>
          <a:bodyPr vert="horz" lIns="0" tIns="0" rIns="0" bIns="0" rtlCol="0" anchor="ctr"/>
          <a:lstStyle>
            <a:lvl1pPr algn="l">
              <a:defRPr sz="1400" cap="all" baseline="0">
                <a:solidFill>
                  <a:schemeClr val="tx1"/>
                </a:solidFill>
              </a:defRPr>
            </a:lvl1pPr>
          </a:lstStyle>
          <a:p>
            <a:fld id="{19341987-5956-434F-9ECA-00A7D19F1953}" type="datetime4">
              <a:rPr lang="en-AU" smtClean="0"/>
              <a:pPr/>
              <a:t>23 October 2024</a:t>
            </a:fld>
            <a:endParaRPr lang="en-AU" dirty="0"/>
          </a:p>
        </p:txBody>
      </p:sp>
      <p:sp>
        <p:nvSpPr>
          <p:cNvPr id="5" name="Footer Placeholder 4">
            <a:extLst>
              <a:ext uri="{FF2B5EF4-FFF2-40B4-BE49-F238E27FC236}">
                <a16:creationId xmlns:a16="http://schemas.microsoft.com/office/drawing/2014/main" id="{F921E08B-D798-4960-A9B1-5A2F55FC0886}"/>
              </a:ext>
            </a:extLst>
          </p:cNvPr>
          <p:cNvSpPr>
            <a:spLocks noGrp="1"/>
          </p:cNvSpPr>
          <p:nvPr>
            <p:ph type="ftr" sz="quarter" idx="3"/>
          </p:nvPr>
        </p:nvSpPr>
        <p:spPr>
          <a:xfrm>
            <a:off x="839788" y="6318250"/>
            <a:ext cx="5326007" cy="365125"/>
          </a:xfrm>
          <a:prstGeom prst="rect">
            <a:avLst/>
          </a:prstGeom>
        </p:spPr>
        <p:txBody>
          <a:bodyPr vert="horz" lIns="0" tIns="0" rIns="0" bIns="0" rtlCol="0" anchor="ctr"/>
          <a:lstStyle>
            <a:lvl1pPr marL="0" indent="-144000" algn="l">
              <a:buSzPct val="105000"/>
              <a:buFontTx/>
              <a:buBlip>
                <a:blip r:embed="rId12"/>
              </a:buBlip>
              <a:defRPr sz="1400" cap="all" baseline="0">
                <a:solidFill>
                  <a:schemeClr val="tx1"/>
                </a:solidFill>
              </a:defRPr>
            </a:lvl1pPr>
          </a:lstStyle>
          <a:p>
            <a:endParaRPr lang="en-AU" dirty="0"/>
          </a:p>
        </p:txBody>
      </p:sp>
      <p:sp>
        <p:nvSpPr>
          <p:cNvPr id="6" name="Slide Number Placeholder 5">
            <a:extLst>
              <a:ext uri="{FF2B5EF4-FFF2-40B4-BE49-F238E27FC236}">
                <a16:creationId xmlns:a16="http://schemas.microsoft.com/office/drawing/2014/main" id="{354BFFD3-239F-4D58-A56C-93D588CBBE8E}"/>
              </a:ext>
            </a:extLst>
          </p:cNvPr>
          <p:cNvSpPr>
            <a:spLocks noGrp="1"/>
          </p:cNvSpPr>
          <p:nvPr>
            <p:ph type="sldNum" sz="quarter" idx="4"/>
          </p:nvPr>
        </p:nvSpPr>
        <p:spPr>
          <a:xfrm>
            <a:off x="10434917" y="6318250"/>
            <a:ext cx="947779" cy="365125"/>
          </a:xfrm>
          <a:prstGeom prst="rect">
            <a:avLst/>
          </a:prstGeom>
        </p:spPr>
        <p:txBody>
          <a:bodyPr vert="horz" lIns="0" tIns="0" rIns="0" bIns="0" rtlCol="0" anchor="ctr"/>
          <a:lstStyle>
            <a:lvl1pPr algn="r">
              <a:defRPr sz="1400">
                <a:solidFill>
                  <a:schemeClr val="tx1"/>
                </a:solidFill>
              </a:defRPr>
            </a:lvl1pPr>
          </a:lstStyle>
          <a:p>
            <a:fld id="{35E8911E-9DE7-463F-981B-F1795CC06C30}" type="slidenum">
              <a:rPr lang="en-AU" smtClean="0"/>
              <a:pPr/>
              <a:t>‹#›</a:t>
            </a:fld>
            <a:endParaRPr lang="en-AU" dirty="0"/>
          </a:p>
        </p:txBody>
      </p:sp>
      <p:sp>
        <p:nvSpPr>
          <p:cNvPr id="22" name="Text Placeholder 21">
            <a:extLst>
              <a:ext uri="{FF2B5EF4-FFF2-40B4-BE49-F238E27FC236}">
                <a16:creationId xmlns:a16="http://schemas.microsoft.com/office/drawing/2014/main" id="{EC725283-9927-407F-8276-E7FCF3986CA7}"/>
              </a:ext>
            </a:extLst>
          </p:cNvPr>
          <p:cNvSpPr>
            <a:spLocks noGrp="1"/>
          </p:cNvSpPr>
          <p:nvPr>
            <p:ph type="body" idx="1"/>
          </p:nvPr>
        </p:nvSpPr>
        <p:spPr>
          <a:xfrm>
            <a:off x="838200" y="1715436"/>
            <a:ext cx="10539784" cy="3938210"/>
          </a:xfrm>
          <a:prstGeom prst="rect">
            <a:avLst/>
          </a:prstGeom>
        </p:spPr>
        <p:txBody>
          <a:bodyPr vert="horz" lIns="0" tIns="0" rIns="0" bIns="0" rtlCol="0">
            <a:normAutofit/>
          </a:bodyPr>
          <a:lstStyle/>
          <a:p>
            <a:pPr lvl="0"/>
            <a:r>
              <a:rPr lang="en-US" dirty="0"/>
              <a:t>Subheading 1</a:t>
            </a:r>
          </a:p>
          <a:p>
            <a:pPr lvl="1"/>
            <a:r>
              <a:rPr lang="en-US" dirty="0"/>
              <a:t>Subheading 2</a:t>
            </a:r>
          </a:p>
          <a:p>
            <a:pPr lvl="2"/>
            <a:r>
              <a:rPr lang="en-US" dirty="0"/>
              <a:t>Body</a:t>
            </a:r>
          </a:p>
          <a:p>
            <a:pPr lvl="3"/>
            <a:r>
              <a:rPr lang="en-US" dirty="0"/>
              <a:t>Bullets</a:t>
            </a:r>
          </a:p>
          <a:p>
            <a:pPr lvl="4"/>
            <a:r>
              <a:rPr lang="en-US" dirty="0"/>
              <a:t>Callout</a:t>
            </a:r>
          </a:p>
          <a:p>
            <a:pPr lvl="5"/>
            <a:r>
              <a:rPr lang="en-AU" dirty="0"/>
              <a:t>Caption/Footnotes</a:t>
            </a:r>
          </a:p>
        </p:txBody>
      </p:sp>
      <p:grpSp>
        <p:nvGrpSpPr>
          <p:cNvPr id="7" name="Group 6">
            <a:extLst>
              <a:ext uri="{FF2B5EF4-FFF2-40B4-BE49-F238E27FC236}">
                <a16:creationId xmlns:a16="http://schemas.microsoft.com/office/drawing/2014/main" id="{9A11CAD1-EFBE-4BBE-AA9E-1D75935A9961}"/>
              </a:ext>
            </a:extLst>
          </p:cNvPr>
          <p:cNvGrpSpPr/>
          <p:nvPr userDrawn="1"/>
        </p:nvGrpSpPr>
        <p:grpSpPr>
          <a:xfrm>
            <a:off x="0" y="538702"/>
            <a:ext cx="11379329" cy="5715817"/>
            <a:chOff x="0" y="538702"/>
            <a:chExt cx="11379329" cy="5715817"/>
          </a:xfrm>
          <a:solidFill>
            <a:schemeClr val="tx2"/>
          </a:solidFill>
        </p:grpSpPr>
        <p:sp>
          <p:nvSpPr>
            <p:cNvPr id="15" name="Signifier">
              <a:extLst>
                <a:ext uri="{FF2B5EF4-FFF2-40B4-BE49-F238E27FC236}">
                  <a16:creationId xmlns:a16="http://schemas.microsoft.com/office/drawing/2014/main" id="{964A838B-8496-436B-8941-F62DFE3F8179}"/>
                </a:ext>
              </a:extLst>
            </p:cNvPr>
            <p:cNvSpPr/>
            <p:nvPr userDrawn="1"/>
          </p:nvSpPr>
          <p:spPr>
            <a:xfrm>
              <a:off x="0" y="538702"/>
              <a:ext cx="608830" cy="1297374"/>
            </a:xfrm>
            <a:custGeom>
              <a:avLst/>
              <a:gdLst/>
              <a:ahLst/>
              <a:cxnLst/>
              <a:rect l="l" t="t" r="r" b="b"/>
              <a:pathLst>
                <a:path w="1003935" h="2139315">
                  <a:moveTo>
                    <a:pt x="0" y="0"/>
                  </a:moveTo>
                  <a:lnTo>
                    <a:pt x="0" y="780744"/>
                  </a:lnTo>
                  <a:lnTo>
                    <a:pt x="288929" y="1069693"/>
                  </a:lnTo>
                  <a:lnTo>
                    <a:pt x="0" y="1358622"/>
                  </a:lnTo>
                  <a:lnTo>
                    <a:pt x="0" y="2139213"/>
                  </a:lnTo>
                  <a:lnTo>
                    <a:pt x="959631" y="1179700"/>
                  </a:lnTo>
                  <a:lnTo>
                    <a:pt x="988797" y="1139322"/>
                  </a:lnTo>
                  <a:lnTo>
                    <a:pt x="1003381" y="1093506"/>
                  </a:lnTo>
                  <a:lnTo>
                    <a:pt x="1003382" y="1045877"/>
                  </a:lnTo>
                  <a:lnTo>
                    <a:pt x="988802" y="1000059"/>
                  </a:lnTo>
                  <a:lnTo>
                    <a:pt x="959641" y="959675"/>
                  </a:lnTo>
                  <a:lnTo>
                    <a:pt x="0" y="0"/>
                  </a:lnTo>
                  <a:close/>
                </a:path>
              </a:pathLst>
            </a:custGeom>
            <a:grpFill/>
          </p:spPr>
          <p:txBody>
            <a:bodyPr wrap="square" lIns="0" tIns="0" rIns="0" bIns="0" rtlCol="0"/>
            <a:lstStyle/>
            <a:p>
              <a:endParaRPr sz="662" dirty="0"/>
            </a:p>
          </p:txBody>
        </p:sp>
        <p:sp>
          <p:nvSpPr>
            <p:cNvPr id="120" name="object 23">
              <a:extLst>
                <a:ext uri="{FF2B5EF4-FFF2-40B4-BE49-F238E27FC236}">
                  <a16:creationId xmlns:a16="http://schemas.microsoft.com/office/drawing/2014/main" id="{FE7F134A-67FF-4AD2-B6CD-DD646BEDCCA4}"/>
                </a:ext>
              </a:extLst>
            </p:cNvPr>
            <p:cNvSpPr/>
            <p:nvPr/>
          </p:nvSpPr>
          <p:spPr>
            <a:xfrm>
              <a:off x="812801" y="603010"/>
              <a:ext cx="10566528" cy="12708"/>
            </a:xfrm>
            <a:custGeom>
              <a:avLst/>
              <a:gdLst/>
              <a:ahLst/>
              <a:cxnLst/>
              <a:rect l="l" t="t" r="r" b="b"/>
              <a:pathLst>
                <a:path w="17423765" h="20955">
                  <a:moveTo>
                    <a:pt x="0" y="20941"/>
                  </a:moveTo>
                  <a:lnTo>
                    <a:pt x="17423553" y="20941"/>
                  </a:lnTo>
                  <a:lnTo>
                    <a:pt x="17423553" y="0"/>
                  </a:lnTo>
                  <a:lnTo>
                    <a:pt x="0" y="0"/>
                  </a:lnTo>
                  <a:lnTo>
                    <a:pt x="0" y="20941"/>
                  </a:lnTo>
                  <a:close/>
                </a:path>
              </a:pathLst>
            </a:custGeom>
            <a:grpFill/>
          </p:spPr>
          <p:txBody>
            <a:bodyPr wrap="square" lIns="0" tIns="0" rIns="0" bIns="0" rtlCol="0"/>
            <a:lstStyle/>
            <a:p>
              <a:endParaRPr sz="662" dirty="0"/>
            </a:p>
          </p:txBody>
        </p:sp>
        <p:sp>
          <p:nvSpPr>
            <p:cNvPr id="122" name="object 25">
              <a:extLst>
                <a:ext uri="{FF2B5EF4-FFF2-40B4-BE49-F238E27FC236}">
                  <a16:creationId xmlns:a16="http://schemas.microsoft.com/office/drawing/2014/main" id="{25849A51-5EAE-40A8-8376-75F142417933}"/>
                </a:ext>
              </a:extLst>
            </p:cNvPr>
            <p:cNvSpPr/>
            <p:nvPr/>
          </p:nvSpPr>
          <p:spPr>
            <a:xfrm>
              <a:off x="812801" y="6241811"/>
              <a:ext cx="10566528" cy="12708"/>
            </a:xfrm>
            <a:custGeom>
              <a:avLst/>
              <a:gdLst/>
              <a:ahLst/>
              <a:cxnLst/>
              <a:rect l="l" t="t" r="r" b="b"/>
              <a:pathLst>
                <a:path w="17423765" h="20954">
                  <a:moveTo>
                    <a:pt x="0" y="20941"/>
                  </a:moveTo>
                  <a:lnTo>
                    <a:pt x="17423553" y="20941"/>
                  </a:lnTo>
                  <a:lnTo>
                    <a:pt x="17423553" y="0"/>
                  </a:lnTo>
                  <a:lnTo>
                    <a:pt x="0" y="0"/>
                  </a:lnTo>
                  <a:lnTo>
                    <a:pt x="0" y="20941"/>
                  </a:lnTo>
                  <a:close/>
                </a:path>
              </a:pathLst>
            </a:custGeom>
            <a:grpFill/>
          </p:spPr>
          <p:txBody>
            <a:bodyPr wrap="square" lIns="0" tIns="0" rIns="0" bIns="0" rtlCol="0"/>
            <a:lstStyle/>
            <a:p>
              <a:endParaRPr sz="662" dirty="0"/>
            </a:p>
          </p:txBody>
        </p:sp>
      </p:grpSp>
    </p:spTree>
    <p:extLst>
      <p:ext uri="{BB962C8B-B14F-4D97-AF65-F5344CB8AC3E}">
        <p14:creationId xmlns:p14="http://schemas.microsoft.com/office/powerpoint/2010/main" val="2437778879"/>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7" r:id="rId5"/>
    <p:sldLayoutId id="2147483738" r:id="rId6"/>
    <p:sldLayoutId id="2147483739" r:id="rId7"/>
    <p:sldLayoutId id="2147483740" r:id="rId8"/>
    <p:sldLayoutId id="2147483816" r:id="rId9"/>
    <p:sldLayoutId id="2147483741" r:id="rId10"/>
  </p:sldLayoutIdLst>
  <p:hf hdr="0"/>
  <p:txStyles>
    <p:titleStyle>
      <a:lvl1pPr algn="l" defTabSz="914400" rtl="0" eaLnBrk="1" latinLnBrk="0" hangingPunct="1">
        <a:lnSpc>
          <a:spcPct val="90000"/>
        </a:lnSpc>
        <a:spcBef>
          <a:spcPct val="0"/>
        </a:spcBef>
        <a:buNone/>
        <a:defRPr lang="en-US" sz="3600" kern="1200" spc="-24" dirty="0" smtClean="0">
          <a:solidFill>
            <a:schemeClr val="tx1"/>
          </a:solidFill>
          <a:latin typeface="+mj-lt"/>
          <a:ea typeface="Roboto" panose="02000000000000000000" pitchFamily="2" charset="0"/>
          <a:cs typeface="+mj-cs"/>
        </a:defRPr>
      </a:lvl1pPr>
    </p:titleStyle>
    <p:bodyStyle>
      <a:lvl1pPr marL="144000" indent="-144000" algn="l" defTabSz="914400" rtl="0" eaLnBrk="1" latinLnBrk="0" hangingPunct="1">
        <a:lnSpc>
          <a:spcPts val="1800"/>
        </a:lnSpc>
        <a:spcBef>
          <a:spcPts val="675"/>
        </a:spcBef>
        <a:spcAft>
          <a:spcPts val="675"/>
        </a:spcAft>
        <a:buSzPct val="105000"/>
        <a:buFontTx/>
        <a:buBlip>
          <a:blip r:embed="rId12"/>
        </a:buBlip>
        <a:defRPr lang="en-US" sz="1400" b="1" kern="1200" cap="none" spc="9" baseline="0" dirty="0">
          <a:solidFill>
            <a:schemeClr val="tx1"/>
          </a:solidFill>
          <a:latin typeface="+mj-lt"/>
          <a:ea typeface="+mn-ea"/>
          <a:cs typeface="+mn-cs"/>
        </a:defRPr>
      </a:lvl1pPr>
      <a:lvl2pPr marL="0" indent="0" algn="l" defTabSz="914400" rtl="0" eaLnBrk="1" latinLnBrk="0" hangingPunct="1">
        <a:lnSpc>
          <a:spcPts val="1500"/>
        </a:lnSpc>
        <a:spcBef>
          <a:spcPts val="450"/>
        </a:spcBef>
        <a:spcAft>
          <a:spcPts val="450"/>
        </a:spcAft>
        <a:buFont typeface="Arial" panose="020B0604020202020204" pitchFamily="34" charset="0"/>
        <a:buNone/>
        <a:defRPr lang="en-US" sz="1150" b="1" kern="1200" spc="30" dirty="0" smtClean="0">
          <a:solidFill>
            <a:schemeClr val="tx1"/>
          </a:solidFill>
          <a:latin typeface="+mj-lt"/>
          <a:ea typeface="+mn-ea"/>
          <a:cs typeface="+mn-cs"/>
        </a:defRPr>
      </a:lvl2pPr>
      <a:lvl3pPr marL="0" indent="0" algn="l" defTabSz="914400" rtl="0" eaLnBrk="1" latinLnBrk="0" hangingPunct="1">
        <a:lnSpc>
          <a:spcPts val="1500"/>
        </a:lnSpc>
        <a:spcBef>
          <a:spcPts val="750"/>
        </a:spcBef>
        <a:spcAft>
          <a:spcPts val="750"/>
        </a:spcAft>
        <a:buFont typeface="Arial" panose="020B0604020202020204" pitchFamily="34" charset="0"/>
        <a:buNone/>
        <a:defRPr lang="en-US" sz="1150" kern="1200" spc="-24" dirty="0" smtClean="0">
          <a:solidFill>
            <a:schemeClr val="tx1"/>
          </a:solidFill>
          <a:latin typeface="Roboto"/>
          <a:ea typeface="+mn-ea"/>
          <a:cs typeface="+mn-cs"/>
        </a:defRPr>
      </a:lvl3pPr>
      <a:lvl4pPr marL="144000" indent="-144000" algn="l" defTabSz="914400" rtl="0" eaLnBrk="1" latinLnBrk="0" hangingPunct="1">
        <a:lnSpc>
          <a:spcPts val="1500"/>
        </a:lnSpc>
        <a:spcBef>
          <a:spcPts val="300"/>
        </a:spcBef>
        <a:spcAft>
          <a:spcPts val="750"/>
        </a:spcAft>
        <a:buFont typeface="Arial" panose="020B0604020202020204" pitchFamily="34" charset="0"/>
        <a:buChar char="•"/>
        <a:defRPr sz="1150" b="0" kern="1200" baseline="0">
          <a:solidFill>
            <a:schemeClr val="tx1"/>
          </a:solidFill>
          <a:latin typeface="+mn-lt"/>
          <a:ea typeface="+mn-ea"/>
          <a:cs typeface="+mn-cs"/>
        </a:defRPr>
      </a:lvl4pPr>
      <a:lvl5pPr marL="0" indent="0" algn="l" defTabSz="914400" rtl="0" eaLnBrk="1" latinLnBrk="0" hangingPunct="1">
        <a:lnSpc>
          <a:spcPts val="1800"/>
        </a:lnSpc>
        <a:spcBef>
          <a:spcPts val="675"/>
        </a:spcBef>
        <a:spcAft>
          <a:spcPts val="675"/>
        </a:spcAft>
        <a:buFont typeface="Arial" panose="020B0604020202020204" pitchFamily="34" charset="0"/>
        <a:buNone/>
        <a:defRPr sz="1400" b="0" kern="1200">
          <a:solidFill>
            <a:schemeClr val="tx1"/>
          </a:solidFill>
          <a:latin typeface="+mn-lt"/>
          <a:ea typeface="+mn-ea"/>
          <a:cs typeface="+mn-cs"/>
        </a:defRPr>
      </a:lvl5pPr>
      <a:lvl6pPr marL="0" indent="0" algn="l" defTabSz="914400" rtl="0" eaLnBrk="1" latinLnBrk="0" hangingPunct="1">
        <a:lnSpc>
          <a:spcPts val="1200"/>
        </a:lnSpc>
        <a:spcBef>
          <a:spcPts val="0"/>
        </a:spcBef>
        <a:spcAft>
          <a:spcPts val="0"/>
        </a:spcAft>
        <a:buFont typeface="Arial" panose="020B0604020202020204" pitchFamily="34" charset="0"/>
        <a:buNone/>
        <a:defRPr sz="900" kern="1200" baseline="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5869A-5450-4E4B-9386-FDDC2C60BC7B}"/>
              </a:ext>
            </a:extLst>
          </p:cNvPr>
          <p:cNvSpPr>
            <a:spLocks noGrp="1"/>
          </p:cNvSpPr>
          <p:nvPr>
            <p:ph type="title"/>
          </p:nvPr>
        </p:nvSpPr>
        <p:spPr>
          <a:xfrm>
            <a:off x="839545" y="958193"/>
            <a:ext cx="10539784" cy="744971"/>
          </a:xfrm>
          <a:prstGeom prst="rect">
            <a:avLst/>
          </a:prstGeom>
        </p:spPr>
        <p:txBody>
          <a:bodyPr vert="horz" lIns="0" tIns="0" rIns="0" bIns="0" rtlCol="0" anchor="t">
            <a:normAutofit/>
          </a:bodyPr>
          <a:lstStyle/>
          <a:p>
            <a:r>
              <a:rPr lang="en-US" dirty="0"/>
              <a:t>Click to edit Master title style</a:t>
            </a:r>
            <a:endParaRPr lang="en-AU" dirty="0"/>
          </a:p>
        </p:txBody>
      </p:sp>
      <p:sp>
        <p:nvSpPr>
          <p:cNvPr id="4" name="Date Placeholder 3">
            <a:extLst>
              <a:ext uri="{FF2B5EF4-FFF2-40B4-BE49-F238E27FC236}">
                <a16:creationId xmlns:a16="http://schemas.microsoft.com/office/drawing/2014/main" id="{8D424098-2204-479D-9BF7-4E57F1B455C2}"/>
              </a:ext>
            </a:extLst>
          </p:cNvPr>
          <p:cNvSpPr>
            <a:spLocks noGrp="1"/>
          </p:cNvSpPr>
          <p:nvPr>
            <p:ph type="dt" sz="half" idx="2"/>
          </p:nvPr>
        </p:nvSpPr>
        <p:spPr>
          <a:xfrm>
            <a:off x="6165795" y="6318250"/>
            <a:ext cx="2743200" cy="365125"/>
          </a:xfrm>
          <a:prstGeom prst="rect">
            <a:avLst/>
          </a:prstGeom>
        </p:spPr>
        <p:txBody>
          <a:bodyPr vert="horz" lIns="0" tIns="0" rIns="0" bIns="0" rtlCol="0" anchor="ctr"/>
          <a:lstStyle>
            <a:lvl1pPr algn="l">
              <a:defRPr sz="1400" cap="all" baseline="0">
                <a:solidFill>
                  <a:schemeClr val="tx1"/>
                </a:solidFill>
              </a:defRPr>
            </a:lvl1pPr>
          </a:lstStyle>
          <a:p>
            <a:fld id="{19341987-5956-434F-9ECA-00A7D19F1953}" type="datetime4">
              <a:rPr lang="en-AU" smtClean="0"/>
              <a:pPr/>
              <a:t>23 October 2024</a:t>
            </a:fld>
            <a:endParaRPr lang="en-AU" dirty="0"/>
          </a:p>
        </p:txBody>
      </p:sp>
      <p:sp>
        <p:nvSpPr>
          <p:cNvPr id="5" name="Footer Placeholder 4">
            <a:extLst>
              <a:ext uri="{FF2B5EF4-FFF2-40B4-BE49-F238E27FC236}">
                <a16:creationId xmlns:a16="http://schemas.microsoft.com/office/drawing/2014/main" id="{F921E08B-D798-4960-A9B1-5A2F55FC0886}"/>
              </a:ext>
            </a:extLst>
          </p:cNvPr>
          <p:cNvSpPr>
            <a:spLocks noGrp="1"/>
          </p:cNvSpPr>
          <p:nvPr>
            <p:ph type="ftr" sz="quarter" idx="3"/>
          </p:nvPr>
        </p:nvSpPr>
        <p:spPr>
          <a:xfrm>
            <a:off x="839788" y="6318250"/>
            <a:ext cx="5326007" cy="365125"/>
          </a:xfrm>
          <a:prstGeom prst="rect">
            <a:avLst/>
          </a:prstGeom>
        </p:spPr>
        <p:txBody>
          <a:bodyPr vert="horz" lIns="0" tIns="0" rIns="0" bIns="0" rtlCol="0" anchor="ctr"/>
          <a:lstStyle>
            <a:lvl1pPr marL="0" indent="-144000" algn="l">
              <a:buSzPct val="105000"/>
              <a:buFontTx/>
              <a:buBlip>
                <a:blip r:embed="rId12"/>
              </a:buBlip>
              <a:defRPr sz="1400" cap="all" baseline="0">
                <a:solidFill>
                  <a:schemeClr val="tx1"/>
                </a:solidFill>
              </a:defRPr>
            </a:lvl1pPr>
          </a:lstStyle>
          <a:p>
            <a:endParaRPr lang="en-AU" dirty="0"/>
          </a:p>
        </p:txBody>
      </p:sp>
      <p:sp>
        <p:nvSpPr>
          <p:cNvPr id="6" name="Slide Number Placeholder 5">
            <a:extLst>
              <a:ext uri="{FF2B5EF4-FFF2-40B4-BE49-F238E27FC236}">
                <a16:creationId xmlns:a16="http://schemas.microsoft.com/office/drawing/2014/main" id="{354BFFD3-239F-4D58-A56C-93D588CBBE8E}"/>
              </a:ext>
            </a:extLst>
          </p:cNvPr>
          <p:cNvSpPr>
            <a:spLocks noGrp="1"/>
          </p:cNvSpPr>
          <p:nvPr>
            <p:ph type="sldNum" sz="quarter" idx="4"/>
          </p:nvPr>
        </p:nvSpPr>
        <p:spPr>
          <a:xfrm>
            <a:off x="10434917" y="6318250"/>
            <a:ext cx="947779" cy="365125"/>
          </a:xfrm>
          <a:prstGeom prst="rect">
            <a:avLst/>
          </a:prstGeom>
        </p:spPr>
        <p:txBody>
          <a:bodyPr vert="horz" lIns="0" tIns="0" rIns="0" bIns="0" rtlCol="0" anchor="ctr"/>
          <a:lstStyle>
            <a:lvl1pPr algn="r">
              <a:defRPr sz="1400">
                <a:solidFill>
                  <a:schemeClr val="tx1"/>
                </a:solidFill>
              </a:defRPr>
            </a:lvl1pPr>
          </a:lstStyle>
          <a:p>
            <a:fld id="{35E8911E-9DE7-463F-981B-F1795CC06C30}" type="slidenum">
              <a:rPr lang="en-AU" smtClean="0"/>
              <a:pPr/>
              <a:t>‹#›</a:t>
            </a:fld>
            <a:endParaRPr lang="en-AU" dirty="0"/>
          </a:p>
        </p:txBody>
      </p:sp>
      <p:sp>
        <p:nvSpPr>
          <p:cNvPr id="22" name="Text Placeholder 21">
            <a:extLst>
              <a:ext uri="{FF2B5EF4-FFF2-40B4-BE49-F238E27FC236}">
                <a16:creationId xmlns:a16="http://schemas.microsoft.com/office/drawing/2014/main" id="{EC725283-9927-407F-8276-E7FCF3986CA7}"/>
              </a:ext>
            </a:extLst>
          </p:cNvPr>
          <p:cNvSpPr>
            <a:spLocks noGrp="1"/>
          </p:cNvSpPr>
          <p:nvPr>
            <p:ph type="body" idx="1"/>
          </p:nvPr>
        </p:nvSpPr>
        <p:spPr>
          <a:xfrm>
            <a:off x="838200" y="1715436"/>
            <a:ext cx="10539784" cy="3938210"/>
          </a:xfrm>
          <a:prstGeom prst="rect">
            <a:avLst/>
          </a:prstGeom>
        </p:spPr>
        <p:txBody>
          <a:bodyPr vert="horz" lIns="0" tIns="0" rIns="0" bIns="0" rtlCol="0">
            <a:normAutofit/>
          </a:bodyPr>
          <a:lstStyle/>
          <a:p>
            <a:pPr lvl="0"/>
            <a:r>
              <a:rPr lang="en-US" dirty="0"/>
              <a:t>Subheading 1</a:t>
            </a:r>
          </a:p>
          <a:p>
            <a:pPr lvl="1"/>
            <a:r>
              <a:rPr lang="en-US" dirty="0"/>
              <a:t>Subheading 2</a:t>
            </a:r>
          </a:p>
          <a:p>
            <a:pPr lvl="2"/>
            <a:r>
              <a:rPr lang="en-US" dirty="0"/>
              <a:t>Body</a:t>
            </a:r>
          </a:p>
          <a:p>
            <a:pPr lvl="3"/>
            <a:r>
              <a:rPr lang="en-US" dirty="0"/>
              <a:t>Bullets</a:t>
            </a:r>
          </a:p>
          <a:p>
            <a:pPr lvl="4"/>
            <a:r>
              <a:rPr lang="en-US" dirty="0"/>
              <a:t>Callout</a:t>
            </a:r>
          </a:p>
          <a:p>
            <a:pPr lvl="5"/>
            <a:r>
              <a:rPr lang="en-AU" dirty="0"/>
              <a:t>Caption/Footnotes</a:t>
            </a:r>
          </a:p>
        </p:txBody>
      </p:sp>
      <p:grpSp>
        <p:nvGrpSpPr>
          <p:cNvPr id="7" name="Group 6">
            <a:extLst>
              <a:ext uri="{FF2B5EF4-FFF2-40B4-BE49-F238E27FC236}">
                <a16:creationId xmlns:a16="http://schemas.microsoft.com/office/drawing/2014/main" id="{9A11CAD1-EFBE-4BBE-AA9E-1D75935A9961}"/>
              </a:ext>
            </a:extLst>
          </p:cNvPr>
          <p:cNvGrpSpPr/>
          <p:nvPr userDrawn="1"/>
        </p:nvGrpSpPr>
        <p:grpSpPr>
          <a:xfrm>
            <a:off x="0" y="538702"/>
            <a:ext cx="11379329" cy="5715817"/>
            <a:chOff x="0" y="538702"/>
            <a:chExt cx="11379329" cy="5715817"/>
          </a:xfrm>
          <a:solidFill>
            <a:schemeClr val="accent6"/>
          </a:solidFill>
        </p:grpSpPr>
        <p:sp>
          <p:nvSpPr>
            <p:cNvPr id="15" name="Signifier">
              <a:extLst>
                <a:ext uri="{FF2B5EF4-FFF2-40B4-BE49-F238E27FC236}">
                  <a16:creationId xmlns:a16="http://schemas.microsoft.com/office/drawing/2014/main" id="{964A838B-8496-436B-8941-F62DFE3F8179}"/>
                </a:ext>
              </a:extLst>
            </p:cNvPr>
            <p:cNvSpPr/>
            <p:nvPr userDrawn="1"/>
          </p:nvSpPr>
          <p:spPr>
            <a:xfrm>
              <a:off x="0" y="538702"/>
              <a:ext cx="608830" cy="1297374"/>
            </a:xfrm>
            <a:custGeom>
              <a:avLst/>
              <a:gdLst/>
              <a:ahLst/>
              <a:cxnLst/>
              <a:rect l="l" t="t" r="r" b="b"/>
              <a:pathLst>
                <a:path w="1003935" h="2139315">
                  <a:moveTo>
                    <a:pt x="0" y="0"/>
                  </a:moveTo>
                  <a:lnTo>
                    <a:pt x="0" y="780744"/>
                  </a:lnTo>
                  <a:lnTo>
                    <a:pt x="288929" y="1069693"/>
                  </a:lnTo>
                  <a:lnTo>
                    <a:pt x="0" y="1358622"/>
                  </a:lnTo>
                  <a:lnTo>
                    <a:pt x="0" y="2139213"/>
                  </a:lnTo>
                  <a:lnTo>
                    <a:pt x="959631" y="1179700"/>
                  </a:lnTo>
                  <a:lnTo>
                    <a:pt x="988797" y="1139322"/>
                  </a:lnTo>
                  <a:lnTo>
                    <a:pt x="1003381" y="1093506"/>
                  </a:lnTo>
                  <a:lnTo>
                    <a:pt x="1003382" y="1045877"/>
                  </a:lnTo>
                  <a:lnTo>
                    <a:pt x="988802" y="1000059"/>
                  </a:lnTo>
                  <a:lnTo>
                    <a:pt x="959641" y="959675"/>
                  </a:lnTo>
                  <a:lnTo>
                    <a:pt x="0" y="0"/>
                  </a:lnTo>
                  <a:close/>
                </a:path>
              </a:pathLst>
            </a:custGeom>
            <a:grpFill/>
          </p:spPr>
          <p:txBody>
            <a:bodyPr wrap="square" lIns="0" tIns="0" rIns="0" bIns="0" rtlCol="0"/>
            <a:lstStyle/>
            <a:p>
              <a:endParaRPr sz="662" dirty="0"/>
            </a:p>
          </p:txBody>
        </p:sp>
        <p:sp>
          <p:nvSpPr>
            <p:cNvPr id="119" name="object 22">
              <a:extLst>
                <a:ext uri="{FF2B5EF4-FFF2-40B4-BE49-F238E27FC236}">
                  <a16:creationId xmlns:a16="http://schemas.microsoft.com/office/drawing/2014/main" id="{C4D09EC0-CD5B-4B59-AD12-8E270B2CFEBD}"/>
                </a:ext>
              </a:extLst>
            </p:cNvPr>
            <p:cNvSpPr/>
            <p:nvPr/>
          </p:nvSpPr>
          <p:spPr>
            <a:xfrm>
              <a:off x="812801" y="603010"/>
              <a:ext cx="10566528" cy="12708"/>
            </a:xfrm>
            <a:custGeom>
              <a:avLst/>
              <a:gdLst/>
              <a:ahLst/>
              <a:cxnLst/>
              <a:rect l="l" t="t" r="r" b="b"/>
              <a:pathLst>
                <a:path w="17423765" h="20955">
                  <a:moveTo>
                    <a:pt x="0" y="20941"/>
                  </a:moveTo>
                  <a:lnTo>
                    <a:pt x="17423553" y="20941"/>
                  </a:lnTo>
                  <a:lnTo>
                    <a:pt x="17423553" y="0"/>
                  </a:lnTo>
                  <a:lnTo>
                    <a:pt x="0" y="0"/>
                  </a:lnTo>
                  <a:lnTo>
                    <a:pt x="0" y="20941"/>
                  </a:lnTo>
                  <a:close/>
                </a:path>
              </a:pathLst>
            </a:custGeom>
            <a:grpFill/>
          </p:spPr>
          <p:txBody>
            <a:bodyPr wrap="square" lIns="0" tIns="0" rIns="0" bIns="0" rtlCol="0"/>
            <a:lstStyle/>
            <a:p>
              <a:endParaRPr sz="662" dirty="0"/>
            </a:p>
          </p:txBody>
        </p:sp>
        <p:sp>
          <p:nvSpPr>
            <p:cNvPr id="122" name="object 25">
              <a:extLst>
                <a:ext uri="{FF2B5EF4-FFF2-40B4-BE49-F238E27FC236}">
                  <a16:creationId xmlns:a16="http://schemas.microsoft.com/office/drawing/2014/main" id="{25849A51-5EAE-40A8-8376-75F142417933}"/>
                </a:ext>
              </a:extLst>
            </p:cNvPr>
            <p:cNvSpPr/>
            <p:nvPr/>
          </p:nvSpPr>
          <p:spPr>
            <a:xfrm>
              <a:off x="812801" y="6241811"/>
              <a:ext cx="10566528" cy="12708"/>
            </a:xfrm>
            <a:custGeom>
              <a:avLst/>
              <a:gdLst/>
              <a:ahLst/>
              <a:cxnLst/>
              <a:rect l="l" t="t" r="r" b="b"/>
              <a:pathLst>
                <a:path w="17423765" h="20954">
                  <a:moveTo>
                    <a:pt x="0" y="20941"/>
                  </a:moveTo>
                  <a:lnTo>
                    <a:pt x="17423553" y="20941"/>
                  </a:lnTo>
                  <a:lnTo>
                    <a:pt x="17423553" y="0"/>
                  </a:lnTo>
                  <a:lnTo>
                    <a:pt x="0" y="0"/>
                  </a:lnTo>
                  <a:lnTo>
                    <a:pt x="0" y="20941"/>
                  </a:lnTo>
                  <a:close/>
                </a:path>
              </a:pathLst>
            </a:custGeom>
            <a:grpFill/>
          </p:spPr>
          <p:txBody>
            <a:bodyPr wrap="square" lIns="0" tIns="0" rIns="0" bIns="0" rtlCol="0"/>
            <a:lstStyle/>
            <a:p>
              <a:endParaRPr sz="662" dirty="0"/>
            </a:p>
          </p:txBody>
        </p:sp>
      </p:grpSp>
    </p:spTree>
    <p:extLst>
      <p:ext uri="{BB962C8B-B14F-4D97-AF65-F5344CB8AC3E}">
        <p14:creationId xmlns:p14="http://schemas.microsoft.com/office/powerpoint/2010/main" val="2393603961"/>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5" r:id="rId9"/>
    <p:sldLayoutId id="2147483810" r:id="rId10"/>
  </p:sldLayoutIdLst>
  <p:hf hdr="0"/>
  <p:txStyles>
    <p:titleStyle>
      <a:lvl1pPr algn="l" defTabSz="914400" rtl="0" eaLnBrk="1" latinLnBrk="0" hangingPunct="1">
        <a:lnSpc>
          <a:spcPct val="90000"/>
        </a:lnSpc>
        <a:spcBef>
          <a:spcPct val="0"/>
        </a:spcBef>
        <a:buNone/>
        <a:defRPr lang="en-US" sz="3600" kern="1200" spc="-24" dirty="0" smtClean="0">
          <a:solidFill>
            <a:schemeClr val="tx1"/>
          </a:solidFill>
          <a:latin typeface="+mj-lt"/>
          <a:ea typeface="Roboto" panose="02000000000000000000" pitchFamily="2" charset="0"/>
          <a:cs typeface="+mj-cs"/>
        </a:defRPr>
      </a:lvl1pPr>
    </p:titleStyle>
    <p:bodyStyle>
      <a:lvl1pPr marL="144000" indent="-144000" algn="l" defTabSz="914400" rtl="0" eaLnBrk="1" latinLnBrk="0" hangingPunct="1">
        <a:lnSpc>
          <a:spcPts val="1800"/>
        </a:lnSpc>
        <a:spcBef>
          <a:spcPts val="675"/>
        </a:spcBef>
        <a:spcAft>
          <a:spcPts val="675"/>
        </a:spcAft>
        <a:buSzPct val="105000"/>
        <a:buFontTx/>
        <a:buBlip>
          <a:blip r:embed="rId12"/>
        </a:buBlip>
        <a:defRPr lang="en-US" sz="1400" b="1" kern="1200" cap="none" spc="9" baseline="0" dirty="0">
          <a:solidFill>
            <a:schemeClr val="tx1"/>
          </a:solidFill>
          <a:latin typeface="+mj-lt"/>
          <a:ea typeface="+mn-ea"/>
          <a:cs typeface="+mn-cs"/>
        </a:defRPr>
      </a:lvl1pPr>
      <a:lvl2pPr marL="0" indent="0" algn="l" defTabSz="914400" rtl="0" eaLnBrk="1" latinLnBrk="0" hangingPunct="1">
        <a:lnSpc>
          <a:spcPts val="1500"/>
        </a:lnSpc>
        <a:spcBef>
          <a:spcPts val="450"/>
        </a:spcBef>
        <a:spcAft>
          <a:spcPts val="450"/>
        </a:spcAft>
        <a:buFont typeface="Arial" panose="020B0604020202020204" pitchFamily="34" charset="0"/>
        <a:buNone/>
        <a:defRPr lang="en-US" sz="1150" b="1" kern="1200" spc="30" dirty="0" smtClean="0">
          <a:solidFill>
            <a:schemeClr val="tx1"/>
          </a:solidFill>
          <a:latin typeface="+mj-lt"/>
          <a:ea typeface="+mn-ea"/>
          <a:cs typeface="+mn-cs"/>
        </a:defRPr>
      </a:lvl2pPr>
      <a:lvl3pPr marL="0" indent="0" algn="l" defTabSz="914400" rtl="0" eaLnBrk="1" latinLnBrk="0" hangingPunct="1">
        <a:lnSpc>
          <a:spcPts val="1500"/>
        </a:lnSpc>
        <a:spcBef>
          <a:spcPts val="750"/>
        </a:spcBef>
        <a:spcAft>
          <a:spcPts val="750"/>
        </a:spcAft>
        <a:buFont typeface="Arial" panose="020B0604020202020204" pitchFamily="34" charset="0"/>
        <a:buNone/>
        <a:defRPr lang="en-US" sz="1150" kern="1200" spc="-24" dirty="0" smtClean="0">
          <a:solidFill>
            <a:schemeClr val="tx1"/>
          </a:solidFill>
          <a:latin typeface="Roboto"/>
          <a:ea typeface="+mn-ea"/>
          <a:cs typeface="+mn-cs"/>
        </a:defRPr>
      </a:lvl3pPr>
      <a:lvl4pPr marL="144000" indent="-144000" algn="l" defTabSz="914400" rtl="0" eaLnBrk="1" latinLnBrk="0" hangingPunct="1">
        <a:lnSpc>
          <a:spcPts val="1500"/>
        </a:lnSpc>
        <a:spcBef>
          <a:spcPts val="300"/>
        </a:spcBef>
        <a:spcAft>
          <a:spcPts val="750"/>
        </a:spcAft>
        <a:buFont typeface="Arial" panose="020B0604020202020204" pitchFamily="34" charset="0"/>
        <a:buChar char="•"/>
        <a:defRPr sz="1150" b="0" kern="1200" baseline="0">
          <a:solidFill>
            <a:schemeClr val="tx1"/>
          </a:solidFill>
          <a:latin typeface="+mn-lt"/>
          <a:ea typeface="+mn-ea"/>
          <a:cs typeface="+mn-cs"/>
        </a:defRPr>
      </a:lvl4pPr>
      <a:lvl5pPr marL="0" indent="0" algn="l" defTabSz="914400" rtl="0" eaLnBrk="1" latinLnBrk="0" hangingPunct="1">
        <a:lnSpc>
          <a:spcPts val="1800"/>
        </a:lnSpc>
        <a:spcBef>
          <a:spcPts val="675"/>
        </a:spcBef>
        <a:spcAft>
          <a:spcPts val="675"/>
        </a:spcAft>
        <a:buFont typeface="Arial" panose="020B0604020202020204" pitchFamily="34" charset="0"/>
        <a:buNone/>
        <a:defRPr sz="1400" b="0" kern="1200">
          <a:solidFill>
            <a:schemeClr val="tx1"/>
          </a:solidFill>
          <a:latin typeface="+mn-lt"/>
          <a:ea typeface="+mn-ea"/>
          <a:cs typeface="+mn-cs"/>
        </a:defRPr>
      </a:lvl5pPr>
      <a:lvl6pPr marL="0" indent="0" algn="l" defTabSz="914400" rtl="0" eaLnBrk="1" latinLnBrk="0" hangingPunct="1">
        <a:lnSpc>
          <a:spcPts val="1200"/>
        </a:lnSpc>
        <a:spcBef>
          <a:spcPts val="0"/>
        </a:spcBef>
        <a:spcAft>
          <a:spcPts val="0"/>
        </a:spcAft>
        <a:buFont typeface="Arial" panose="020B0604020202020204" pitchFamily="34" charset="0"/>
        <a:buNone/>
        <a:defRPr sz="900" kern="1200" baseline="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5869A-5450-4E4B-9386-FDDC2C60BC7B}"/>
              </a:ext>
            </a:extLst>
          </p:cNvPr>
          <p:cNvSpPr>
            <a:spLocks noGrp="1"/>
          </p:cNvSpPr>
          <p:nvPr>
            <p:ph type="title"/>
          </p:nvPr>
        </p:nvSpPr>
        <p:spPr>
          <a:xfrm>
            <a:off x="839545" y="958193"/>
            <a:ext cx="10539784" cy="744971"/>
          </a:xfrm>
          <a:prstGeom prst="rect">
            <a:avLst/>
          </a:prstGeom>
        </p:spPr>
        <p:txBody>
          <a:bodyPr vert="horz" lIns="0" tIns="0" rIns="0" bIns="0" rtlCol="0" anchor="t">
            <a:normAutofit/>
          </a:bodyPr>
          <a:lstStyle/>
          <a:p>
            <a:r>
              <a:rPr lang="en-US" dirty="0"/>
              <a:t>Click to edit Master title style</a:t>
            </a:r>
            <a:endParaRPr lang="en-AU" dirty="0"/>
          </a:p>
        </p:txBody>
      </p:sp>
      <p:sp>
        <p:nvSpPr>
          <p:cNvPr id="4" name="Date Placeholder 3">
            <a:extLst>
              <a:ext uri="{FF2B5EF4-FFF2-40B4-BE49-F238E27FC236}">
                <a16:creationId xmlns:a16="http://schemas.microsoft.com/office/drawing/2014/main" id="{8D424098-2204-479D-9BF7-4E57F1B455C2}"/>
              </a:ext>
            </a:extLst>
          </p:cNvPr>
          <p:cNvSpPr>
            <a:spLocks noGrp="1"/>
          </p:cNvSpPr>
          <p:nvPr>
            <p:ph type="dt" sz="half" idx="2"/>
          </p:nvPr>
        </p:nvSpPr>
        <p:spPr>
          <a:xfrm>
            <a:off x="6165795" y="6318250"/>
            <a:ext cx="2743200" cy="365125"/>
          </a:xfrm>
          <a:prstGeom prst="rect">
            <a:avLst/>
          </a:prstGeom>
        </p:spPr>
        <p:txBody>
          <a:bodyPr vert="horz" lIns="0" tIns="0" rIns="0" bIns="0" rtlCol="0" anchor="ctr"/>
          <a:lstStyle>
            <a:lvl1pPr algn="l">
              <a:defRPr sz="1400" cap="all" baseline="0">
                <a:solidFill>
                  <a:schemeClr val="tx1"/>
                </a:solidFill>
              </a:defRPr>
            </a:lvl1pPr>
          </a:lstStyle>
          <a:p>
            <a:fld id="{19341987-5956-434F-9ECA-00A7D19F1953}" type="datetime4">
              <a:rPr lang="en-AU" smtClean="0"/>
              <a:pPr/>
              <a:t>23 October 2024</a:t>
            </a:fld>
            <a:endParaRPr lang="en-AU" dirty="0"/>
          </a:p>
        </p:txBody>
      </p:sp>
      <p:sp>
        <p:nvSpPr>
          <p:cNvPr id="5" name="Footer Placeholder 4">
            <a:extLst>
              <a:ext uri="{FF2B5EF4-FFF2-40B4-BE49-F238E27FC236}">
                <a16:creationId xmlns:a16="http://schemas.microsoft.com/office/drawing/2014/main" id="{F921E08B-D798-4960-A9B1-5A2F55FC0886}"/>
              </a:ext>
            </a:extLst>
          </p:cNvPr>
          <p:cNvSpPr>
            <a:spLocks noGrp="1"/>
          </p:cNvSpPr>
          <p:nvPr>
            <p:ph type="ftr" sz="quarter" idx="3"/>
          </p:nvPr>
        </p:nvSpPr>
        <p:spPr>
          <a:xfrm>
            <a:off x="839788" y="6318250"/>
            <a:ext cx="5326007" cy="365125"/>
          </a:xfrm>
          <a:prstGeom prst="rect">
            <a:avLst/>
          </a:prstGeom>
        </p:spPr>
        <p:txBody>
          <a:bodyPr vert="horz" lIns="0" tIns="0" rIns="0" bIns="0" rtlCol="0" anchor="ctr"/>
          <a:lstStyle>
            <a:lvl1pPr marL="0" indent="-144000" algn="l">
              <a:buSzPct val="105000"/>
              <a:buFontTx/>
              <a:buBlip>
                <a:blip r:embed="rId12"/>
              </a:buBlip>
              <a:defRPr lang="en-AU" sz="1400" kern="1200" cap="all" spc="18" baseline="0" dirty="0">
                <a:solidFill>
                  <a:schemeClr val="tx1"/>
                </a:solidFill>
                <a:latin typeface="+mn-lt"/>
                <a:ea typeface="+mn-ea"/>
                <a:cs typeface="+mn-cs"/>
              </a:defRPr>
            </a:lvl1pPr>
          </a:lstStyle>
          <a:p>
            <a:endParaRPr lang="en-AU" dirty="0"/>
          </a:p>
        </p:txBody>
      </p:sp>
      <p:sp>
        <p:nvSpPr>
          <p:cNvPr id="6" name="Slide Number Placeholder 5">
            <a:extLst>
              <a:ext uri="{FF2B5EF4-FFF2-40B4-BE49-F238E27FC236}">
                <a16:creationId xmlns:a16="http://schemas.microsoft.com/office/drawing/2014/main" id="{354BFFD3-239F-4D58-A56C-93D588CBBE8E}"/>
              </a:ext>
            </a:extLst>
          </p:cNvPr>
          <p:cNvSpPr>
            <a:spLocks noGrp="1"/>
          </p:cNvSpPr>
          <p:nvPr>
            <p:ph type="sldNum" sz="quarter" idx="4"/>
          </p:nvPr>
        </p:nvSpPr>
        <p:spPr>
          <a:xfrm>
            <a:off x="10434917" y="6318250"/>
            <a:ext cx="947779" cy="365125"/>
          </a:xfrm>
          <a:prstGeom prst="rect">
            <a:avLst/>
          </a:prstGeom>
        </p:spPr>
        <p:txBody>
          <a:bodyPr vert="horz" lIns="0" tIns="0" rIns="0" bIns="0" rtlCol="0" anchor="ctr"/>
          <a:lstStyle>
            <a:lvl1pPr algn="r">
              <a:defRPr sz="1400">
                <a:solidFill>
                  <a:schemeClr val="tx1"/>
                </a:solidFill>
              </a:defRPr>
            </a:lvl1pPr>
          </a:lstStyle>
          <a:p>
            <a:fld id="{35E8911E-9DE7-463F-981B-F1795CC06C30}" type="slidenum">
              <a:rPr lang="en-AU" smtClean="0"/>
              <a:pPr/>
              <a:t>‹#›</a:t>
            </a:fld>
            <a:endParaRPr lang="en-AU" dirty="0"/>
          </a:p>
        </p:txBody>
      </p:sp>
      <p:sp>
        <p:nvSpPr>
          <p:cNvPr id="22" name="Text Placeholder 21">
            <a:extLst>
              <a:ext uri="{FF2B5EF4-FFF2-40B4-BE49-F238E27FC236}">
                <a16:creationId xmlns:a16="http://schemas.microsoft.com/office/drawing/2014/main" id="{EC725283-9927-407F-8276-E7FCF3986CA7}"/>
              </a:ext>
            </a:extLst>
          </p:cNvPr>
          <p:cNvSpPr>
            <a:spLocks noGrp="1"/>
          </p:cNvSpPr>
          <p:nvPr>
            <p:ph type="body" idx="1"/>
          </p:nvPr>
        </p:nvSpPr>
        <p:spPr>
          <a:xfrm>
            <a:off x="838200" y="1715436"/>
            <a:ext cx="10539784" cy="3938210"/>
          </a:xfrm>
          <a:prstGeom prst="rect">
            <a:avLst/>
          </a:prstGeom>
        </p:spPr>
        <p:txBody>
          <a:bodyPr vert="horz" lIns="0" tIns="0" rIns="0" bIns="0" rtlCol="0">
            <a:normAutofit/>
          </a:bodyPr>
          <a:lstStyle/>
          <a:p>
            <a:pPr lvl="0"/>
            <a:r>
              <a:rPr lang="en-US" dirty="0"/>
              <a:t>Subheading 1</a:t>
            </a:r>
          </a:p>
          <a:p>
            <a:pPr lvl="1"/>
            <a:r>
              <a:rPr lang="en-US" dirty="0"/>
              <a:t>Subheading 2</a:t>
            </a:r>
          </a:p>
          <a:p>
            <a:pPr lvl="2"/>
            <a:r>
              <a:rPr lang="en-US" dirty="0"/>
              <a:t>Body</a:t>
            </a:r>
          </a:p>
          <a:p>
            <a:pPr lvl="3"/>
            <a:r>
              <a:rPr lang="en-US" dirty="0"/>
              <a:t>Bullets</a:t>
            </a:r>
          </a:p>
          <a:p>
            <a:pPr lvl="4"/>
            <a:r>
              <a:rPr lang="en-US" dirty="0"/>
              <a:t>Callout</a:t>
            </a:r>
          </a:p>
          <a:p>
            <a:pPr lvl="5"/>
            <a:r>
              <a:rPr lang="en-AU" dirty="0"/>
              <a:t>Caption/Footnotes</a:t>
            </a:r>
          </a:p>
        </p:txBody>
      </p:sp>
      <p:grpSp>
        <p:nvGrpSpPr>
          <p:cNvPr id="7" name="Group 6">
            <a:extLst>
              <a:ext uri="{FF2B5EF4-FFF2-40B4-BE49-F238E27FC236}">
                <a16:creationId xmlns:a16="http://schemas.microsoft.com/office/drawing/2014/main" id="{9A11CAD1-EFBE-4BBE-AA9E-1D75935A9961}"/>
              </a:ext>
            </a:extLst>
          </p:cNvPr>
          <p:cNvGrpSpPr/>
          <p:nvPr userDrawn="1"/>
        </p:nvGrpSpPr>
        <p:grpSpPr>
          <a:xfrm>
            <a:off x="0" y="538702"/>
            <a:ext cx="11379329" cy="5715817"/>
            <a:chOff x="0" y="538702"/>
            <a:chExt cx="11379329" cy="5715817"/>
          </a:xfrm>
        </p:grpSpPr>
        <p:sp>
          <p:nvSpPr>
            <p:cNvPr id="15" name="Signifier">
              <a:extLst>
                <a:ext uri="{FF2B5EF4-FFF2-40B4-BE49-F238E27FC236}">
                  <a16:creationId xmlns:a16="http://schemas.microsoft.com/office/drawing/2014/main" id="{964A838B-8496-436B-8941-F62DFE3F8179}"/>
                </a:ext>
              </a:extLst>
            </p:cNvPr>
            <p:cNvSpPr/>
            <p:nvPr userDrawn="1"/>
          </p:nvSpPr>
          <p:spPr>
            <a:xfrm>
              <a:off x="0" y="538702"/>
              <a:ext cx="608830" cy="1297374"/>
            </a:xfrm>
            <a:custGeom>
              <a:avLst/>
              <a:gdLst/>
              <a:ahLst/>
              <a:cxnLst/>
              <a:rect l="l" t="t" r="r" b="b"/>
              <a:pathLst>
                <a:path w="1003935" h="2139315">
                  <a:moveTo>
                    <a:pt x="0" y="0"/>
                  </a:moveTo>
                  <a:lnTo>
                    <a:pt x="0" y="780744"/>
                  </a:lnTo>
                  <a:lnTo>
                    <a:pt x="288929" y="1069693"/>
                  </a:lnTo>
                  <a:lnTo>
                    <a:pt x="0" y="1358622"/>
                  </a:lnTo>
                  <a:lnTo>
                    <a:pt x="0" y="2139213"/>
                  </a:lnTo>
                  <a:lnTo>
                    <a:pt x="959631" y="1179700"/>
                  </a:lnTo>
                  <a:lnTo>
                    <a:pt x="988797" y="1139322"/>
                  </a:lnTo>
                  <a:lnTo>
                    <a:pt x="1003381" y="1093506"/>
                  </a:lnTo>
                  <a:lnTo>
                    <a:pt x="1003382" y="1045877"/>
                  </a:lnTo>
                  <a:lnTo>
                    <a:pt x="988802" y="1000059"/>
                  </a:lnTo>
                  <a:lnTo>
                    <a:pt x="959641" y="959675"/>
                  </a:lnTo>
                  <a:lnTo>
                    <a:pt x="0" y="0"/>
                  </a:lnTo>
                  <a:close/>
                </a:path>
              </a:pathLst>
            </a:custGeom>
            <a:solidFill>
              <a:schemeClr val="accent5"/>
            </a:solidFill>
          </p:spPr>
          <p:txBody>
            <a:bodyPr wrap="square" lIns="0" tIns="0" rIns="0" bIns="0" rtlCol="0"/>
            <a:lstStyle/>
            <a:p>
              <a:endParaRPr sz="662" dirty="0"/>
            </a:p>
          </p:txBody>
        </p:sp>
        <p:sp>
          <p:nvSpPr>
            <p:cNvPr id="120" name="object 23">
              <a:extLst>
                <a:ext uri="{FF2B5EF4-FFF2-40B4-BE49-F238E27FC236}">
                  <a16:creationId xmlns:a16="http://schemas.microsoft.com/office/drawing/2014/main" id="{FE7F134A-67FF-4AD2-B6CD-DD646BEDCCA4}"/>
                </a:ext>
              </a:extLst>
            </p:cNvPr>
            <p:cNvSpPr/>
            <p:nvPr/>
          </p:nvSpPr>
          <p:spPr>
            <a:xfrm>
              <a:off x="812801" y="603010"/>
              <a:ext cx="10566528" cy="12708"/>
            </a:xfrm>
            <a:custGeom>
              <a:avLst/>
              <a:gdLst/>
              <a:ahLst/>
              <a:cxnLst/>
              <a:rect l="l" t="t" r="r" b="b"/>
              <a:pathLst>
                <a:path w="17423765" h="20955">
                  <a:moveTo>
                    <a:pt x="0" y="20941"/>
                  </a:moveTo>
                  <a:lnTo>
                    <a:pt x="17423553" y="20941"/>
                  </a:lnTo>
                  <a:lnTo>
                    <a:pt x="17423553" y="0"/>
                  </a:lnTo>
                  <a:lnTo>
                    <a:pt x="0" y="0"/>
                  </a:lnTo>
                  <a:lnTo>
                    <a:pt x="0" y="20941"/>
                  </a:lnTo>
                  <a:close/>
                </a:path>
              </a:pathLst>
            </a:custGeom>
            <a:solidFill>
              <a:schemeClr val="accent5"/>
            </a:solidFill>
          </p:spPr>
          <p:txBody>
            <a:bodyPr wrap="square" lIns="0" tIns="0" rIns="0" bIns="0" rtlCol="0"/>
            <a:lstStyle/>
            <a:p>
              <a:endParaRPr sz="662" dirty="0"/>
            </a:p>
          </p:txBody>
        </p:sp>
        <p:sp>
          <p:nvSpPr>
            <p:cNvPr id="123" name="object 26">
              <a:extLst>
                <a:ext uri="{FF2B5EF4-FFF2-40B4-BE49-F238E27FC236}">
                  <a16:creationId xmlns:a16="http://schemas.microsoft.com/office/drawing/2014/main" id="{ABC9B7F1-86F4-4876-9F5E-02716C977564}"/>
                </a:ext>
              </a:extLst>
            </p:cNvPr>
            <p:cNvSpPr/>
            <p:nvPr/>
          </p:nvSpPr>
          <p:spPr>
            <a:xfrm>
              <a:off x="812801" y="6241811"/>
              <a:ext cx="10566528" cy="12708"/>
            </a:xfrm>
            <a:custGeom>
              <a:avLst/>
              <a:gdLst/>
              <a:ahLst/>
              <a:cxnLst/>
              <a:rect l="l" t="t" r="r" b="b"/>
              <a:pathLst>
                <a:path w="17423765" h="20954">
                  <a:moveTo>
                    <a:pt x="0" y="20941"/>
                  </a:moveTo>
                  <a:lnTo>
                    <a:pt x="17423553" y="20941"/>
                  </a:lnTo>
                  <a:lnTo>
                    <a:pt x="17423553" y="0"/>
                  </a:lnTo>
                  <a:lnTo>
                    <a:pt x="0" y="0"/>
                  </a:lnTo>
                  <a:lnTo>
                    <a:pt x="0" y="20941"/>
                  </a:lnTo>
                  <a:close/>
                </a:path>
              </a:pathLst>
            </a:custGeom>
            <a:solidFill>
              <a:schemeClr val="accent5"/>
            </a:solidFill>
          </p:spPr>
          <p:txBody>
            <a:bodyPr wrap="square" lIns="0" tIns="0" rIns="0" bIns="0" rtlCol="0"/>
            <a:lstStyle/>
            <a:p>
              <a:endParaRPr sz="662" dirty="0"/>
            </a:p>
          </p:txBody>
        </p:sp>
      </p:grpSp>
    </p:spTree>
    <p:extLst>
      <p:ext uri="{BB962C8B-B14F-4D97-AF65-F5344CB8AC3E}">
        <p14:creationId xmlns:p14="http://schemas.microsoft.com/office/powerpoint/2010/main" val="3226038004"/>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14" r:id="rId9"/>
    <p:sldLayoutId id="2147483800" r:id="rId10"/>
  </p:sldLayoutIdLst>
  <p:hf hdr="0"/>
  <p:txStyles>
    <p:titleStyle>
      <a:lvl1pPr algn="l" defTabSz="914400" rtl="0" eaLnBrk="1" latinLnBrk="0" hangingPunct="1">
        <a:lnSpc>
          <a:spcPct val="90000"/>
        </a:lnSpc>
        <a:spcBef>
          <a:spcPct val="0"/>
        </a:spcBef>
        <a:buNone/>
        <a:defRPr lang="en-US" sz="3600" kern="1200" spc="-24" dirty="0" smtClean="0">
          <a:solidFill>
            <a:schemeClr val="tx1"/>
          </a:solidFill>
          <a:latin typeface="+mj-lt"/>
          <a:ea typeface="Roboto" panose="02000000000000000000" pitchFamily="2" charset="0"/>
          <a:cs typeface="+mj-cs"/>
        </a:defRPr>
      </a:lvl1pPr>
    </p:titleStyle>
    <p:bodyStyle>
      <a:lvl1pPr marL="144000" indent="-144000" algn="l" defTabSz="914400" rtl="0" eaLnBrk="1" latinLnBrk="0" hangingPunct="1">
        <a:lnSpc>
          <a:spcPts val="1800"/>
        </a:lnSpc>
        <a:spcBef>
          <a:spcPts val="675"/>
        </a:spcBef>
        <a:spcAft>
          <a:spcPts val="675"/>
        </a:spcAft>
        <a:buSzPct val="105000"/>
        <a:buFontTx/>
        <a:buBlip>
          <a:blip r:embed="rId12"/>
        </a:buBlip>
        <a:defRPr lang="en-US" sz="1400" b="1" kern="1200" cap="none" spc="9" baseline="0" dirty="0">
          <a:solidFill>
            <a:schemeClr val="tx1"/>
          </a:solidFill>
          <a:latin typeface="+mj-lt"/>
          <a:ea typeface="+mn-ea"/>
          <a:cs typeface="+mn-cs"/>
        </a:defRPr>
      </a:lvl1pPr>
      <a:lvl2pPr marL="0" indent="0" algn="l" defTabSz="914400" rtl="0" eaLnBrk="1" latinLnBrk="0" hangingPunct="1">
        <a:lnSpc>
          <a:spcPts val="1500"/>
        </a:lnSpc>
        <a:spcBef>
          <a:spcPts val="450"/>
        </a:spcBef>
        <a:spcAft>
          <a:spcPts val="450"/>
        </a:spcAft>
        <a:buFont typeface="Arial" panose="020B0604020202020204" pitchFamily="34" charset="0"/>
        <a:buNone/>
        <a:defRPr lang="en-US" sz="1150" b="1" kern="1200" spc="30" dirty="0" smtClean="0">
          <a:solidFill>
            <a:schemeClr val="tx1"/>
          </a:solidFill>
          <a:latin typeface="+mj-lt"/>
          <a:ea typeface="+mn-ea"/>
          <a:cs typeface="+mn-cs"/>
        </a:defRPr>
      </a:lvl2pPr>
      <a:lvl3pPr marL="0" indent="0" algn="l" defTabSz="914400" rtl="0" eaLnBrk="1" latinLnBrk="0" hangingPunct="1">
        <a:lnSpc>
          <a:spcPts val="1500"/>
        </a:lnSpc>
        <a:spcBef>
          <a:spcPts val="750"/>
        </a:spcBef>
        <a:spcAft>
          <a:spcPts val="750"/>
        </a:spcAft>
        <a:buFont typeface="Arial" panose="020B0604020202020204" pitchFamily="34" charset="0"/>
        <a:buNone/>
        <a:defRPr lang="en-US" sz="1150" kern="1200" spc="-24" dirty="0" smtClean="0">
          <a:solidFill>
            <a:schemeClr val="tx1"/>
          </a:solidFill>
          <a:latin typeface="Roboto"/>
          <a:ea typeface="+mn-ea"/>
          <a:cs typeface="+mn-cs"/>
        </a:defRPr>
      </a:lvl3pPr>
      <a:lvl4pPr marL="144000" indent="-144000" algn="l" defTabSz="914400" rtl="0" eaLnBrk="1" latinLnBrk="0" hangingPunct="1">
        <a:lnSpc>
          <a:spcPts val="1500"/>
        </a:lnSpc>
        <a:spcBef>
          <a:spcPts val="300"/>
        </a:spcBef>
        <a:spcAft>
          <a:spcPts val="750"/>
        </a:spcAft>
        <a:buFont typeface="Arial" panose="020B0604020202020204" pitchFamily="34" charset="0"/>
        <a:buChar char="•"/>
        <a:defRPr sz="1150" b="0" kern="1200" baseline="0">
          <a:solidFill>
            <a:schemeClr val="tx1"/>
          </a:solidFill>
          <a:latin typeface="+mn-lt"/>
          <a:ea typeface="+mn-ea"/>
          <a:cs typeface="+mn-cs"/>
        </a:defRPr>
      </a:lvl4pPr>
      <a:lvl5pPr marL="0" indent="0" algn="l" defTabSz="914400" rtl="0" eaLnBrk="1" latinLnBrk="0" hangingPunct="1">
        <a:lnSpc>
          <a:spcPts val="1800"/>
        </a:lnSpc>
        <a:spcBef>
          <a:spcPts val="675"/>
        </a:spcBef>
        <a:spcAft>
          <a:spcPts val="675"/>
        </a:spcAft>
        <a:buFont typeface="Arial" panose="020B0604020202020204" pitchFamily="34" charset="0"/>
        <a:buNone/>
        <a:defRPr sz="1400" b="0" kern="1200">
          <a:solidFill>
            <a:schemeClr val="tx1"/>
          </a:solidFill>
          <a:latin typeface="+mn-lt"/>
          <a:ea typeface="+mn-ea"/>
          <a:cs typeface="+mn-cs"/>
        </a:defRPr>
      </a:lvl5pPr>
      <a:lvl6pPr marL="0" indent="0" algn="l" defTabSz="914400" rtl="0" eaLnBrk="1" latinLnBrk="0" hangingPunct="1">
        <a:lnSpc>
          <a:spcPts val="1200"/>
        </a:lnSpc>
        <a:spcBef>
          <a:spcPts val="0"/>
        </a:spcBef>
        <a:spcAft>
          <a:spcPts val="0"/>
        </a:spcAft>
        <a:buFont typeface="Arial" panose="020B0604020202020204" pitchFamily="34" charset="0"/>
        <a:buNone/>
        <a:defRPr sz="900" kern="1200" baseline="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5869A-5450-4E4B-9386-FDDC2C60BC7B}"/>
              </a:ext>
            </a:extLst>
          </p:cNvPr>
          <p:cNvSpPr>
            <a:spLocks noGrp="1"/>
          </p:cNvSpPr>
          <p:nvPr>
            <p:ph type="title"/>
          </p:nvPr>
        </p:nvSpPr>
        <p:spPr>
          <a:xfrm>
            <a:off x="839545" y="958193"/>
            <a:ext cx="10539784" cy="744971"/>
          </a:xfrm>
          <a:prstGeom prst="rect">
            <a:avLst/>
          </a:prstGeom>
        </p:spPr>
        <p:txBody>
          <a:bodyPr vert="horz" lIns="0" tIns="0" rIns="0" bIns="0" rtlCol="0" anchor="t">
            <a:normAutofit/>
          </a:bodyPr>
          <a:lstStyle/>
          <a:p>
            <a:r>
              <a:rPr lang="en-US" dirty="0"/>
              <a:t>Click to edit Master title style</a:t>
            </a:r>
            <a:endParaRPr lang="en-AU" dirty="0"/>
          </a:p>
        </p:txBody>
      </p:sp>
      <p:sp>
        <p:nvSpPr>
          <p:cNvPr id="4" name="Date Placeholder 3">
            <a:extLst>
              <a:ext uri="{FF2B5EF4-FFF2-40B4-BE49-F238E27FC236}">
                <a16:creationId xmlns:a16="http://schemas.microsoft.com/office/drawing/2014/main" id="{8D424098-2204-479D-9BF7-4E57F1B455C2}"/>
              </a:ext>
            </a:extLst>
          </p:cNvPr>
          <p:cNvSpPr>
            <a:spLocks noGrp="1"/>
          </p:cNvSpPr>
          <p:nvPr>
            <p:ph type="dt" sz="half" idx="2"/>
          </p:nvPr>
        </p:nvSpPr>
        <p:spPr>
          <a:xfrm>
            <a:off x="6165795" y="6318250"/>
            <a:ext cx="2743200" cy="365125"/>
          </a:xfrm>
          <a:prstGeom prst="rect">
            <a:avLst/>
          </a:prstGeom>
        </p:spPr>
        <p:txBody>
          <a:bodyPr vert="horz" lIns="0" tIns="0" rIns="0" bIns="0" rtlCol="0" anchor="ctr"/>
          <a:lstStyle>
            <a:lvl1pPr algn="l">
              <a:defRPr sz="1400" cap="all" baseline="0">
                <a:solidFill>
                  <a:schemeClr val="tx1"/>
                </a:solidFill>
              </a:defRPr>
            </a:lvl1pPr>
          </a:lstStyle>
          <a:p>
            <a:fld id="{19341987-5956-434F-9ECA-00A7D19F1953}" type="datetime4">
              <a:rPr lang="en-AU" smtClean="0"/>
              <a:pPr/>
              <a:t>23 October 2024</a:t>
            </a:fld>
            <a:endParaRPr lang="en-AU" dirty="0"/>
          </a:p>
        </p:txBody>
      </p:sp>
      <p:sp>
        <p:nvSpPr>
          <p:cNvPr id="5" name="Footer Placeholder 4">
            <a:extLst>
              <a:ext uri="{FF2B5EF4-FFF2-40B4-BE49-F238E27FC236}">
                <a16:creationId xmlns:a16="http://schemas.microsoft.com/office/drawing/2014/main" id="{F921E08B-D798-4960-A9B1-5A2F55FC0886}"/>
              </a:ext>
            </a:extLst>
          </p:cNvPr>
          <p:cNvSpPr>
            <a:spLocks noGrp="1"/>
          </p:cNvSpPr>
          <p:nvPr>
            <p:ph type="ftr" sz="quarter" idx="3"/>
          </p:nvPr>
        </p:nvSpPr>
        <p:spPr>
          <a:xfrm>
            <a:off x="839788" y="6318250"/>
            <a:ext cx="5326007" cy="365125"/>
          </a:xfrm>
          <a:prstGeom prst="rect">
            <a:avLst/>
          </a:prstGeom>
        </p:spPr>
        <p:txBody>
          <a:bodyPr vert="horz" lIns="0" tIns="0" rIns="0" bIns="0" rtlCol="0" anchor="ctr"/>
          <a:lstStyle>
            <a:lvl1pPr marL="0" indent="-144000" algn="l">
              <a:buSzPct val="105000"/>
              <a:buFontTx/>
              <a:buBlip>
                <a:blip r:embed="rId12"/>
              </a:buBlip>
              <a:defRPr lang="en-AU" sz="1400" kern="1200" cap="all" spc="18" baseline="0" dirty="0">
                <a:solidFill>
                  <a:schemeClr val="tx1"/>
                </a:solidFill>
                <a:latin typeface="+mn-lt"/>
                <a:ea typeface="+mn-ea"/>
                <a:cs typeface="+mn-cs"/>
              </a:defRPr>
            </a:lvl1pPr>
          </a:lstStyle>
          <a:p>
            <a:endParaRPr lang="en-AU" dirty="0"/>
          </a:p>
        </p:txBody>
      </p:sp>
      <p:sp>
        <p:nvSpPr>
          <p:cNvPr id="6" name="Slide Number Placeholder 5">
            <a:extLst>
              <a:ext uri="{FF2B5EF4-FFF2-40B4-BE49-F238E27FC236}">
                <a16:creationId xmlns:a16="http://schemas.microsoft.com/office/drawing/2014/main" id="{354BFFD3-239F-4D58-A56C-93D588CBBE8E}"/>
              </a:ext>
            </a:extLst>
          </p:cNvPr>
          <p:cNvSpPr>
            <a:spLocks noGrp="1"/>
          </p:cNvSpPr>
          <p:nvPr>
            <p:ph type="sldNum" sz="quarter" idx="4"/>
          </p:nvPr>
        </p:nvSpPr>
        <p:spPr>
          <a:xfrm>
            <a:off x="10434917" y="6318250"/>
            <a:ext cx="947779" cy="365125"/>
          </a:xfrm>
          <a:prstGeom prst="rect">
            <a:avLst/>
          </a:prstGeom>
        </p:spPr>
        <p:txBody>
          <a:bodyPr vert="horz" lIns="0" tIns="0" rIns="0" bIns="0" rtlCol="0" anchor="ctr"/>
          <a:lstStyle>
            <a:lvl1pPr algn="r">
              <a:defRPr sz="1400">
                <a:solidFill>
                  <a:schemeClr val="tx1"/>
                </a:solidFill>
              </a:defRPr>
            </a:lvl1pPr>
          </a:lstStyle>
          <a:p>
            <a:fld id="{35E8911E-9DE7-463F-981B-F1795CC06C30}" type="slidenum">
              <a:rPr lang="en-AU" smtClean="0"/>
              <a:pPr/>
              <a:t>‹#›</a:t>
            </a:fld>
            <a:endParaRPr lang="en-AU" dirty="0"/>
          </a:p>
        </p:txBody>
      </p:sp>
      <p:sp>
        <p:nvSpPr>
          <p:cNvPr id="22" name="Text Placeholder 21">
            <a:extLst>
              <a:ext uri="{FF2B5EF4-FFF2-40B4-BE49-F238E27FC236}">
                <a16:creationId xmlns:a16="http://schemas.microsoft.com/office/drawing/2014/main" id="{EC725283-9927-407F-8276-E7FCF3986CA7}"/>
              </a:ext>
            </a:extLst>
          </p:cNvPr>
          <p:cNvSpPr>
            <a:spLocks noGrp="1"/>
          </p:cNvSpPr>
          <p:nvPr>
            <p:ph type="body" idx="1"/>
          </p:nvPr>
        </p:nvSpPr>
        <p:spPr>
          <a:xfrm>
            <a:off x="838200" y="1715436"/>
            <a:ext cx="10539784" cy="3938210"/>
          </a:xfrm>
          <a:prstGeom prst="rect">
            <a:avLst/>
          </a:prstGeom>
        </p:spPr>
        <p:txBody>
          <a:bodyPr vert="horz" lIns="0" tIns="0" rIns="0" bIns="0" rtlCol="0">
            <a:normAutofit/>
          </a:bodyPr>
          <a:lstStyle/>
          <a:p>
            <a:pPr lvl="0"/>
            <a:r>
              <a:rPr lang="en-US" dirty="0"/>
              <a:t>Subheading 1</a:t>
            </a:r>
          </a:p>
          <a:p>
            <a:pPr lvl="1"/>
            <a:r>
              <a:rPr lang="en-US" dirty="0"/>
              <a:t>Subheading 2</a:t>
            </a:r>
          </a:p>
          <a:p>
            <a:pPr lvl="2"/>
            <a:r>
              <a:rPr lang="en-US" dirty="0"/>
              <a:t>Body</a:t>
            </a:r>
          </a:p>
          <a:p>
            <a:pPr lvl="3"/>
            <a:r>
              <a:rPr lang="en-US" dirty="0"/>
              <a:t>Bullets</a:t>
            </a:r>
          </a:p>
          <a:p>
            <a:pPr lvl="4"/>
            <a:r>
              <a:rPr lang="en-US" dirty="0"/>
              <a:t>Callout</a:t>
            </a:r>
          </a:p>
          <a:p>
            <a:pPr lvl="5"/>
            <a:r>
              <a:rPr lang="en-AU" dirty="0"/>
              <a:t>Caption/Footnotes</a:t>
            </a:r>
          </a:p>
        </p:txBody>
      </p:sp>
      <p:grpSp>
        <p:nvGrpSpPr>
          <p:cNvPr id="7" name="Group 6">
            <a:extLst>
              <a:ext uri="{FF2B5EF4-FFF2-40B4-BE49-F238E27FC236}">
                <a16:creationId xmlns:a16="http://schemas.microsoft.com/office/drawing/2014/main" id="{9A11CAD1-EFBE-4BBE-AA9E-1D75935A9961}"/>
              </a:ext>
            </a:extLst>
          </p:cNvPr>
          <p:cNvGrpSpPr/>
          <p:nvPr userDrawn="1"/>
        </p:nvGrpSpPr>
        <p:grpSpPr>
          <a:xfrm>
            <a:off x="0" y="538702"/>
            <a:ext cx="11379329" cy="5715817"/>
            <a:chOff x="0" y="538702"/>
            <a:chExt cx="11379329" cy="5715817"/>
          </a:xfrm>
        </p:grpSpPr>
        <p:sp>
          <p:nvSpPr>
            <p:cNvPr id="15" name="Signifier">
              <a:extLst>
                <a:ext uri="{FF2B5EF4-FFF2-40B4-BE49-F238E27FC236}">
                  <a16:creationId xmlns:a16="http://schemas.microsoft.com/office/drawing/2014/main" id="{964A838B-8496-436B-8941-F62DFE3F8179}"/>
                </a:ext>
              </a:extLst>
            </p:cNvPr>
            <p:cNvSpPr/>
            <p:nvPr userDrawn="1"/>
          </p:nvSpPr>
          <p:spPr>
            <a:xfrm>
              <a:off x="0" y="538702"/>
              <a:ext cx="608830" cy="1297374"/>
            </a:xfrm>
            <a:custGeom>
              <a:avLst/>
              <a:gdLst/>
              <a:ahLst/>
              <a:cxnLst/>
              <a:rect l="l" t="t" r="r" b="b"/>
              <a:pathLst>
                <a:path w="1003935" h="2139315">
                  <a:moveTo>
                    <a:pt x="0" y="0"/>
                  </a:moveTo>
                  <a:lnTo>
                    <a:pt x="0" y="780744"/>
                  </a:lnTo>
                  <a:lnTo>
                    <a:pt x="288929" y="1069693"/>
                  </a:lnTo>
                  <a:lnTo>
                    <a:pt x="0" y="1358622"/>
                  </a:lnTo>
                  <a:lnTo>
                    <a:pt x="0" y="2139213"/>
                  </a:lnTo>
                  <a:lnTo>
                    <a:pt x="959631" y="1179700"/>
                  </a:lnTo>
                  <a:lnTo>
                    <a:pt x="988797" y="1139322"/>
                  </a:lnTo>
                  <a:lnTo>
                    <a:pt x="1003381" y="1093506"/>
                  </a:lnTo>
                  <a:lnTo>
                    <a:pt x="1003382" y="1045877"/>
                  </a:lnTo>
                  <a:lnTo>
                    <a:pt x="988802" y="1000059"/>
                  </a:lnTo>
                  <a:lnTo>
                    <a:pt x="959641" y="959675"/>
                  </a:lnTo>
                  <a:lnTo>
                    <a:pt x="0" y="0"/>
                  </a:lnTo>
                  <a:close/>
                </a:path>
              </a:pathLst>
            </a:custGeom>
            <a:solidFill>
              <a:schemeClr val="accent4"/>
            </a:solidFill>
          </p:spPr>
          <p:txBody>
            <a:bodyPr wrap="square" lIns="0" tIns="0" rIns="0" bIns="0" rtlCol="0"/>
            <a:lstStyle/>
            <a:p>
              <a:endParaRPr sz="662" dirty="0"/>
            </a:p>
          </p:txBody>
        </p:sp>
        <p:sp>
          <p:nvSpPr>
            <p:cNvPr id="119" name="object 22">
              <a:extLst>
                <a:ext uri="{FF2B5EF4-FFF2-40B4-BE49-F238E27FC236}">
                  <a16:creationId xmlns:a16="http://schemas.microsoft.com/office/drawing/2014/main" id="{C4D09EC0-CD5B-4B59-AD12-8E270B2CFEBD}"/>
                </a:ext>
              </a:extLst>
            </p:cNvPr>
            <p:cNvSpPr/>
            <p:nvPr/>
          </p:nvSpPr>
          <p:spPr>
            <a:xfrm>
              <a:off x="812801" y="603010"/>
              <a:ext cx="10566528" cy="12708"/>
            </a:xfrm>
            <a:custGeom>
              <a:avLst/>
              <a:gdLst/>
              <a:ahLst/>
              <a:cxnLst/>
              <a:rect l="l" t="t" r="r" b="b"/>
              <a:pathLst>
                <a:path w="17423765" h="20955">
                  <a:moveTo>
                    <a:pt x="0" y="20941"/>
                  </a:moveTo>
                  <a:lnTo>
                    <a:pt x="17423553" y="20941"/>
                  </a:lnTo>
                  <a:lnTo>
                    <a:pt x="17423553" y="0"/>
                  </a:lnTo>
                  <a:lnTo>
                    <a:pt x="0" y="0"/>
                  </a:lnTo>
                  <a:lnTo>
                    <a:pt x="0" y="20941"/>
                  </a:lnTo>
                  <a:close/>
                </a:path>
              </a:pathLst>
            </a:custGeom>
            <a:solidFill>
              <a:schemeClr val="accent4"/>
            </a:solidFill>
            <a:ln>
              <a:noFill/>
            </a:ln>
          </p:spPr>
          <p:txBody>
            <a:bodyPr wrap="square" lIns="0" tIns="0" rIns="0" bIns="0" rtlCol="0"/>
            <a:lstStyle/>
            <a:p>
              <a:endParaRPr sz="662" dirty="0"/>
            </a:p>
          </p:txBody>
        </p:sp>
        <p:sp>
          <p:nvSpPr>
            <p:cNvPr id="122" name="object 25">
              <a:extLst>
                <a:ext uri="{FF2B5EF4-FFF2-40B4-BE49-F238E27FC236}">
                  <a16:creationId xmlns:a16="http://schemas.microsoft.com/office/drawing/2014/main" id="{25849A51-5EAE-40A8-8376-75F142417933}"/>
                </a:ext>
              </a:extLst>
            </p:cNvPr>
            <p:cNvSpPr/>
            <p:nvPr/>
          </p:nvSpPr>
          <p:spPr>
            <a:xfrm>
              <a:off x="812801" y="6241811"/>
              <a:ext cx="10566528" cy="12708"/>
            </a:xfrm>
            <a:custGeom>
              <a:avLst/>
              <a:gdLst/>
              <a:ahLst/>
              <a:cxnLst/>
              <a:rect l="l" t="t" r="r" b="b"/>
              <a:pathLst>
                <a:path w="17423765" h="20954">
                  <a:moveTo>
                    <a:pt x="0" y="20941"/>
                  </a:moveTo>
                  <a:lnTo>
                    <a:pt x="17423553" y="20941"/>
                  </a:lnTo>
                  <a:lnTo>
                    <a:pt x="17423553" y="0"/>
                  </a:lnTo>
                  <a:lnTo>
                    <a:pt x="0" y="0"/>
                  </a:lnTo>
                  <a:lnTo>
                    <a:pt x="0" y="20941"/>
                  </a:lnTo>
                  <a:close/>
                </a:path>
              </a:pathLst>
            </a:custGeom>
            <a:solidFill>
              <a:schemeClr val="accent4"/>
            </a:solidFill>
          </p:spPr>
          <p:txBody>
            <a:bodyPr wrap="square" lIns="0" tIns="0" rIns="0" bIns="0" rtlCol="0"/>
            <a:lstStyle/>
            <a:p>
              <a:endParaRPr sz="662" dirty="0"/>
            </a:p>
          </p:txBody>
        </p:sp>
      </p:grpSp>
    </p:spTree>
    <p:extLst>
      <p:ext uri="{BB962C8B-B14F-4D97-AF65-F5344CB8AC3E}">
        <p14:creationId xmlns:p14="http://schemas.microsoft.com/office/powerpoint/2010/main" val="3367215891"/>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813" r:id="rId9"/>
    <p:sldLayoutId id="2147483790" r:id="rId10"/>
  </p:sldLayoutIdLst>
  <p:hf hdr="0"/>
  <p:txStyles>
    <p:titleStyle>
      <a:lvl1pPr algn="l" defTabSz="914400" rtl="0" eaLnBrk="1" latinLnBrk="0" hangingPunct="1">
        <a:lnSpc>
          <a:spcPct val="90000"/>
        </a:lnSpc>
        <a:spcBef>
          <a:spcPct val="0"/>
        </a:spcBef>
        <a:buNone/>
        <a:defRPr lang="en-US" sz="3600" kern="1200" spc="-24" dirty="0" smtClean="0">
          <a:solidFill>
            <a:schemeClr val="tx1"/>
          </a:solidFill>
          <a:latin typeface="+mj-lt"/>
          <a:ea typeface="Roboto" panose="02000000000000000000" pitchFamily="2" charset="0"/>
          <a:cs typeface="+mj-cs"/>
        </a:defRPr>
      </a:lvl1pPr>
    </p:titleStyle>
    <p:bodyStyle>
      <a:lvl1pPr marL="144000" indent="-144000" algn="l" defTabSz="914400" rtl="0" eaLnBrk="1" latinLnBrk="0" hangingPunct="1">
        <a:lnSpc>
          <a:spcPts val="1800"/>
        </a:lnSpc>
        <a:spcBef>
          <a:spcPts val="675"/>
        </a:spcBef>
        <a:spcAft>
          <a:spcPts val="675"/>
        </a:spcAft>
        <a:buSzPct val="105000"/>
        <a:buFontTx/>
        <a:buBlip>
          <a:blip r:embed="rId12"/>
        </a:buBlip>
        <a:defRPr lang="en-US" sz="1400" b="1" kern="1200" cap="none" spc="9" baseline="0" dirty="0">
          <a:solidFill>
            <a:schemeClr val="tx1"/>
          </a:solidFill>
          <a:latin typeface="+mj-lt"/>
          <a:ea typeface="+mn-ea"/>
          <a:cs typeface="+mn-cs"/>
        </a:defRPr>
      </a:lvl1pPr>
      <a:lvl2pPr marL="0" indent="0" algn="l" defTabSz="914400" rtl="0" eaLnBrk="1" latinLnBrk="0" hangingPunct="1">
        <a:lnSpc>
          <a:spcPts val="1500"/>
        </a:lnSpc>
        <a:spcBef>
          <a:spcPts val="450"/>
        </a:spcBef>
        <a:spcAft>
          <a:spcPts val="450"/>
        </a:spcAft>
        <a:buFont typeface="Arial" panose="020B0604020202020204" pitchFamily="34" charset="0"/>
        <a:buNone/>
        <a:defRPr lang="en-US" sz="1150" b="1" kern="1200" spc="30" dirty="0" smtClean="0">
          <a:solidFill>
            <a:schemeClr val="tx1"/>
          </a:solidFill>
          <a:latin typeface="+mj-lt"/>
          <a:ea typeface="+mn-ea"/>
          <a:cs typeface="+mn-cs"/>
        </a:defRPr>
      </a:lvl2pPr>
      <a:lvl3pPr marL="0" indent="0" algn="l" defTabSz="914400" rtl="0" eaLnBrk="1" latinLnBrk="0" hangingPunct="1">
        <a:lnSpc>
          <a:spcPts val="1500"/>
        </a:lnSpc>
        <a:spcBef>
          <a:spcPts val="750"/>
        </a:spcBef>
        <a:spcAft>
          <a:spcPts val="750"/>
        </a:spcAft>
        <a:buFont typeface="Arial" panose="020B0604020202020204" pitchFamily="34" charset="0"/>
        <a:buNone/>
        <a:defRPr lang="en-US" sz="1150" kern="1200" spc="-24" dirty="0" smtClean="0">
          <a:solidFill>
            <a:schemeClr val="tx1"/>
          </a:solidFill>
          <a:latin typeface="Roboto"/>
          <a:ea typeface="+mn-ea"/>
          <a:cs typeface="+mn-cs"/>
        </a:defRPr>
      </a:lvl3pPr>
      <a:lvl4pPr marL="144000" indent="-144000" algn="l" defTabSz="914400" rtl="0" eaLnBrk="1" latinLnBrk="0" hangingPunct="1">
        <a:lnSpc>
          <a:spcPts val="1500"/>
        </a:lnSpc>
        <a:spcBef>
          <a:spcPts val="300"/>
        </a:spcBef>
        <a:spcAft>
          <a:spcPts val="750"/>
        </a:spcAft>
        <a:buFont typeface="Arial" panose="020B0604020202020204" pitchFamily="34" charset="0"/>
        <a:buChar char="•"/>
        <a:defRPr sz="1150" b="0" kern="1200" baseline="0">
          <a:solidFill>
            <a:schemeClr val="tx1"/>
          </a:solidFill>
          <a:latin typeface="+mn-lt"/>
          <a:ea typeface="+mn-ea"/>
          <a:cs typeface="+mn-cs"/>
        </a:defRPr>
      </a:lvl4pPr>
      <a:lvl5pPr marL="0" indent="0" algn="l" defTabSz="914400" rtl="0" eaLnBrk="1" latinLnBrk="0" hangingPunct="1">
        <a:lnSpc>
          <a:spcPts val="1800"/>
        </a:lnSpc>
        <a:spcBef>
          <a:spcPts val="675"/>
        </a:spcBef>
        <a:spcAft>
          <a:spcPts val="675"/>
        </a:spcAft>
        <a:buFont typeface="Arial" panose="020B0604020202020204" pitchFamily="34" charset="0"/>
        <a:buNone/>
        <a:defRPr sz="1400" b="0" kern="1200">
          <a:solidFill>
            <a:schemeClr val="tx1"/>
          </a:solidFill>
          <a:latin typeface="+mn-lt"/>
          <a:ea typeface="+mn-ea"/>
          <a:cs typeface="+mn-cs"/>
        </a:defRPr>
      </a:lvl5pPr>
      <a:lvl6pPr marL="0" indent="0" algn="l" defTabSz="914400" rtl="0" eaLnBrk="1" latinLnBrk="0" hangingPunct="1">
        <a:lnSpc>
          <a:spcPts val="1200"/>
        </a:lnSpc>
        <a:spcBef>
          <a:spcPts val="0"/>
        </a:spcBef>
        <a:spcAft>
          <a:spcPts val="0"/>
        </a:spcAft>
        <a:buFont typeface="Arial" panose="020B0604020202020204" pitchFamily="34" charset="0"/>
        <a:buNone/>
        <a:defRPr sz="900" kern="1200" baseline="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5869A-5450-4E4B-9386-FDDC2C60BC7B}"/>
              </a:ext>
            </a:extLst>
          </p:cNvPr>
          <p:cNvSpPr>
            <a:spLocks noGrp="1"/>
          </p:cNvSpPr>
          <p:nvPr>
            <p:ph type="title"/>
          </p:nvPr>
        </p:nvSpPr>
        <p:spPr>
          <a:xfrm>
            <a:off x="839545" y="958193"/>
            <a:ext cx="10539784" cy="744971"/>
          </a:xfrm>
          <a:prstGeom prst="rect">
            <a:avLst/>
          </a:prstGeom>
        </p:spPr>
        <p:txBody>
          <a:bodyPr vert="horz" lIns="0" tIns="0" rIns="0" bIns="0" rtlCol="0" anchor="t">
            <a:normAutofit/>
          </a:bodyPr>
          <a:lstStyle/>
          <a:p>
            <a:r>
              <a:rPr lang="en-US" dirty="0"/>
              <a:t>Click to edit Master title style</a:t>
            </a:r>
            <a:endParaRPr lang="en-AU" dirty="0"/>
          </a:p>
        </p:txBody>
      </p:sp>
      <p:sp>
        <p:nvSpPr>
          <p:cNvPr id="4" name="Date Placeholder 3">
            <a:extLst>
              <a:ext uri="{FF2B5EF4-FFF2-40B4-BE49-F238E27FC236}">
                <a16:creationId xmlns:a16="http://schemas.microsoft.com/office/drawing/2014/main" id="{8D424098-2204-479D-9BF7-4E57F1B455C2}"/>
              </a:ext>
            </a:extLst>
          </p:cNvPr>
          <p:cNvSpPr>
            <a:spLocks noGrp="1"/>
          </p:cNvSpPr>
          <p:nvPr>
            <p:ph type="dt" sz="half" idx="2"/>
          </p:nvPr>
        </p:nvSpPr>
        <p:spPr>
          <a:xfrm>
            <a:off x="6165795" y="6318250"/>
            <a:ext cx="2743200" cy="365125"/>
          </a:xfrm>
          <a:prstGeom prst="rect">
            <a:avLst/>
          </a:prstGeom>
        </p:spPr>
        <p:txBody>
          <a:bodyPr vert="horz" lIns="0" tIns="0" rIns="0" bIns="0" rtlCol="0" anchor="ctr"/>
          <a:lstStyle>
            <a:lvl1pPr algn="l">
              <a:defRPr sz="1400" cap="all" baseline="0">
                <a:solidFill>
                  <a:schemeClr val="tx1"/>
                </a:solidFill>
              </a:defRPr>
            </a:lvl1pPr>
          </a:lstStyle>
          <a:p>
            <a:fld id="{19341987-5956-434F-9ECA-00A7D19F1953}" type="datetime4">
              <a:rPr lang="en-AU" smtClean="0"/>
              <a:pPr/>
              <a:t>23 October 2024</a:t>
            </a:fld>
            <a:endParaRPr lang="en-AU" dirty="0"/>
          </a:p>
        </p:txBody>
      </p:sp>
      <p:sp>
        <p:nvSpPr>
          <p:cNvPr id="5" name="Footer Placeholder 4">
            <a:extLst>
              <a:ext uri="{FF2B5EF4-FFF2-40B4-BE49-F238E27FC236}">
                <a16:creationId xmlns:a16="http://schemas.microsoft.com/office/drawing/2014/main" id="{F921E08B-D798-4960-A9B1-5A2F55FC0886}"/>
              </a:ext>
            </a:extLst>
          </p:cNvPr>
          <p:cNvSpPr>
            <a:spLocks noGrp="1"/>
          </p:cNvSpPr>
          <p:nvPr>
            <p:ph type="ftr" sz="quarter" idx="3"/>
          </p:nvPr>
        </p:nvSpPr>
        <p:spPr>
          <a:xfrm>
            <a:off x="839788" y="6318250"/>
            <a:ext cx="5326007" cy="365125"/>
          </a:xfrm>
          <a:prstGeom prst="rect">
            <a:avLst/>
          </a:prstGeom>
        </p:spPr>
        <p:txBody>
          <a:bodyPr vert="horz" lIns="0" tIns="0" rIns="0" bIns="0" rtlCol="0" anchor="ctr"/>
          <a:lstStyle>
            <a:lvl1pPr marL="0" indent="-144000" algn="l">
              <a:buSzPct val="105000"/>
              <a:buFontTx/>
              <a:buBlip>
                <a:blip r:embed="rId12"/>
              </a:buBlip>
              <a:defRPr lang="en-AU" sz="1400" kern="1200" cap="all" spc="18" baseline="0" dirty="0">
                <a:solidFill>
                  <a:schemeClr val="tx1"/>
                </a:solidFill>
                <a:latin typeface="+mn-lt"/>
                <a:ea typeface="+mn-ea"/>
                <a:cs typeface="+mn-cs"/>
              </a:defRPr>
            </a:lvl1pPr>
          </a:lstStyle>
          <a:p>
            <a:endParaRPr lang="en-AU" dirty="0"/>
          </a:p>
        </p:txBody>
      </p:sp>
      <p:sp>
        <p:nvSpPr>
          <p:cNvPr id="6" name="Slide Number Placeholder 5">
            <a:extLst>
              <a:ext uri="{FF2B5EF4-FFF2-40B4-BE49-F238E27FC236}">
                <a16:creationId xmlns:a16="http://schemas.microsoft.com/office/drawing/2014/main" id="{354BFFD3-239F-4D58-A56C-93D588CBBE8E}"/>
              </a:ext>
            </a:extLst>
          </p:cNvPr>
          <p:cNvSpPr>
            <a:spLocks noGrp="1"/>
          </p:cNvSpPr>
          <p:nvPr>
            <p:ph type="sldNum" sz="quarter" idx="4"/>
          </p:nvPr>
        </p:nvSpPr>
        <p:spPr>
          <a:xfrm>
            <a:off x="10434917" y="6318250"/>
            <a:ext cx="947779" cy="365125"/>
          </a:xfrm>
          <a:prstGeom prst="rect">
            <a:avLst/>
          </a:prstGeom>
        </p:spPr>
        <p:txBody>
          <a:bodyPr vert="horz" lIns="0" tIns="0" rIns="0" bIns="0" rtlCol="0" anchor="ctr"/>
          <a:lstStyle>
            <a:lvl1pPr algn="r">
              <a:defRPr sz="1400">
                <a:solidFill>
                  <a:schemeClr val="tx1"/>
                </a:solidFill>
              </a:defRPr>
            </a:lvl1pPr>
          </a:lstStyle>
          <a:p>
            <a:fld id="{35E8911E-9DE7-463F-981B-F1795CC06C30}" type="slidenum">
              <a:rPr lang="en-AU" smtClean="0"/>
              <a:pPr/>
              <a:t>‹#›</a:t>
            </a:fld>
            <a:endParaRPr lang="en-AU" dirty="0"/>
          </a:p>
        </p:txBody>
      </p:sp>
      <p:sp>
        <p:nvSpPr>
          <p:cNvPr id="22" name="Text Placeholder 21">
            <a:extLst>
              <a:ext uri="{FF2B5EF4-FFF2-40B4-BE49-F238E27FC236}">
                <a16:creationId xmlns:a16="http://schemas.microsoft.com/office/drawing/2014/main" id="{EC725283-9927-407F-8276-E7FCF3986CA7}"/>
              </a:ext>
            </a:extLst>
          </p:cNvPr>
          <p:cNvSpPr>
            <a:spLocks noGrp="1"/>
          </p:cNvSpPr>
          <p:nvPr>
            <p:ph type="body" idx="1"/>
          </p:nvPr>
        </p:nvSpPr>
        <p:spPr>
          <a:xfrm>
            <a:off x="838200" y="1715436"/>
            <a:ext cx="10539784" cy="3938210"/>
          </a:xfrm>
          <a:prstGeom prst="rect">
            <a:avLst/>
          </a:prstGeom>
        </p:spPr>
        <p:txBody>
          <a:bodyPr vert="horz" lIns="0" tIns="0" rIns="0" bIns="0" rtlCol="0">
            <a:normAutofit/>
          </a:bodyPr>
          <a:lstStyle/>
          <a:p>
            <a:pPr lvl="0"/>
            <a:r>
              <a:rPr lang="en-US" dirty="0"/>
              <a:t>Subheading 1</a:t>
            </a:r>
          </a:p>
          <a:p>
            <a:pPr lvl="1"/>
            <a:r>
              <a:rPr lang="en-US" dirty="0"/>
              <a:t>Subheading 2</a:t>
            </a:r>
          </a:p>
          <a:p>
            <a:pPr lvl="2"/>
            <a:r>
              <a:rPr lang="en-US" dirty="0"/>
              <a:t>Body</a:t>
            </a:r>
          </a:p>
          <a:p>
            <a:pPr lvl="3"/>
            <a:r>
              <a:rPr lang="en-US" dirty="0"/>
              <a:t>Bullets</a:t>
            </a:r>
          </a:p>
          <a:p>
            <a:pPr lvl="4"/>
            <a:r>
              <a:rPr lang="en-US" dirty="0"/>
              <a:t>Callout</a:t>
            </a:r>
          </a:p>
          <a:p>
            <a:pPr lvl="5"/>
            <a:r>
              <a:rPr lang="en-AU" dirty="0"/>
              <a:t>Caption/Footnotes</a:t>
            </a:r>
          </a:p>
        </p:txBody>
      </p:sp>
      <p:grpSp>
        <p:nvGrpSpPr>
          <p:cNvPr id="7" name="Group 6">
            <a:extLst>
              <a:ext uri="{FF2B5EF4-FFF2-40B4-BE49-F238E27FC236}">
                <a16:creationId xmlns:a16="http://schemas.microsoft.com/office/drawing/2014/main" id="{9A11CAD1-EFBE-4BBE-AA9E-1D75935A9961}"/>
              </a:ext>
            </a:extLst>
          </p:cNvPr>
          <p:cNvGrpSpPr/>
          <p:nvPr userDrawn="1"/>
        </p:nvGrpSpPr>
        <p:grpSpPr>
          <a:xfrm>
            <a:off x="0" y="538702"/>
            <a:ext cx="11379329" cy="5715817"/>
            <a:chOff x="0" y="538702"/>
            <a:chExt cx="11379329" cy="5715817"/>
          </a:xfrm>
        </p:grpSpPr>
        <p:sp>
          <p:nvSpPr>
            <p:cNvPr id="15" name="Signifier">
              <a:extLst>
                <a:ext uri="{FF2B5EF4-FFF2-40B4-BE49-F238E27FC236}">
                  <a16:creationId xmlns:a16="http://schemas.microsoft.com/office/drawing/2014/main" id="{964A838B-8496-436B-8941-F62DFE3F8179}"/>
                </a:ext>
              </a:extLst>
            </p:cNvPr>
            <p:cNvSpPr/>
            <p:nvPr userDrawn="1"/>
          </p:nvSpPr>
          <p:spPr>
            <a:xfrm>
              <a:off x="0" y="538702"/>
              <a:ext cx="608830" cy="1297374"/>
            </a:xfrm>
            <a:custGeom>
              <a:avLst/>
              <a:gdLst/>
              <a:ahLst/>
              <a:cxnLst/>
              <a:rect l="l" t="t" r="r" b="b"/>
              <a:pathLst>
                <a:path w="1003935" h="2139315">
                  <a:moveTo>
                    <a:pt x="0" y="0"/>
                  </a:moveTo>
                  <a:lnTo>
                    <a:pt x="0" y="780744"/>
                  </a:lnTo>
                  <a:lnTo>
                    <a:pt x="288929" y="1069693"/>
                  </a:lnTo>
                  <a:lnTo>
                    <a:pt x="0" y="1358622"/>
                  </a:lnTo>
                  <a:lnTo>
                    <a:pt x="0" y="2139213"/>
                  </a:lnTo>
                  <a:lnTo>
                    <a:pt x="959631" y="1179700"/>
                  </a:lnTo>
                  <a:lnTo>
                    <a:pt x="988797" y="1139322"/>
                  </a:lnTo>
                  <a:lnTo>
                    <a:pt x="1003381" y="1093506"/>
                  </a:lnTo>
                  <a:lnTo>
                    <a:pt x="1003382" y="1045877"/>
                  </a:lnTo>
                  <a:lnTo>
                    <a:pt x="988802" y="1000059"/>
                  </a:lnTo>
                  <a:lnTo>
                    <a:pt x="959641" y="959675"/>
                  </a:lnTo>
                  <a:lnTo>
                    <a:pt x="0" y="0"/>
                  </a:lnTo>
                  <a:close/>
                </a:path>
              </a:pathLst>
            </a:custGeom>
            <a:solidFill>
              <a:schemeClr val="accent3"/>
            </a:solidFill>
          </p:spPr>
          <p:txBody>
            <a:bodyPr wrap="square" lIns="0" tIns="0" rIns="0" bIns="0" rtlCol="0"/>
            <a:lstStyle/>
            <a:p>
              <a:endParaRPr sz="662" dirty="0"/>
            </a:p>
          </p:txBody>
        </p:sp>
        <p:sp>
          <p:nvSpPr>
            <p:cNvPr id="120" name="object 23">
              <a:extLst>
                <a:ext uri="{FF2B5EF4-FFF2-40B4-BE49-F238E27FC236}">
                  <a16:creationId xmlns:a16="http://schemas.microsoft.com/office/drawing/2014/main" id="{FE7F134A-67FF-4AD2-B6CD-DD646BEDCCA4}"/>
                </a:ext>
              </a:extLst>
            </p:cNvPr>
            <p:cNvSpPr/>
            <p:nvPr/>
          </p:nvSpPr>
          <p:spPr>
            <a:xfrm>
              <a:off x="812801" y="603010"/>
              <a:ext cx="10566528" cy="12708"/>
            </a:xfrm>
            <a:custGeom>
              <a:avLst/>
              <a:gdLst/>
              <a:ahLst/>
              <a:cxnLst/>
              <a:rect l="l" t="t" r="r" b="b"/>
              <a:pathLst>
                <a:path w="17423765" h="20955">
                  <a:moveTo>
                    <a:pt x="0" y="20941"/>
                  </a:moveTo>
                  <a:lnTo>
                    <a:pt x="17423553" y="20941"/>
                  </a:lnTo>
                  <a:lnTo>
                    <a:pt x="17423553" y="0"/>
                  </a:lnTo>
                  <a:lnTo>
                    <a:pt x="0" y="0"/>
                  </a:lnTo>
                  <a:lnTo>
                    <a:pt x="0" y="20941"/>
                  </a:lnTo>
                  <a:close/>
                </a:path>
              </a:pathLst>
            </a:custGeom>
            <a:solidFill>
              <a:schemeClr val="accent3"/>
            </a:solidFill>
          </p:spPr>
          <p:txBody>
            <a:bodyPr wrap="square" lIns="0" tIns="0" rIns="0" bIns="0" rtlCol="0"/>
            <a:lstStyle/>
            <a:p>
              <a:endParaRPr sz="662" dirty="0"/>
            </a:p>
          </p:txBody>
        </p:sp>
        <p:sp>
          <p:nvSpPr>
            <p:cNvPr id="123" name="object 26">
              <a:extLst>
                <a:ext uri="{FF2B5EF4-FFF2-40B4-BE49-F238E27FC236}">
                  <a16:creationId xmlns:a16="http://schemas.microsoft.com/office/drawing/2014/main" id="{ABC9B7F1-86F4-4876-9F5E-02716C977564}"/>
                </a:ext>
              </a:extLst>
            </p:cNvPr>
            <p:cNvSpPr/>
            <p:nvPr/>
          </p:nvSpPr>
          <p:spPr>
            <a:xfrm>
              <a:off x="812801" y="6241811"/>
              <a:ext cx="10566528" cy="12708"/>
            </a:xfrm>
            <a:custGeom>
              <a:avLst/>
              <a:gdLst/>
              <a:ahLst/>
              <a:cxnLst/>
              <a:rect l="l" t="t" r="r" b="b"/>
              <a:pathLst>
                <a:path w="17423765" h="20954">
                  <a:moveTo>
                    <a:pt x="0" y="20941"/>
                  </a:moveTo>
                  <a:lnTo>
                    <a:pt x="17423553" y="20941"/>
                  </a:lnTo>
                  <a:lnTo>
                    <a:pt x="17423553" y="0"/>
                  </a:lnTo>
                  <a:lnTo>
                    <a:pt x="0" y="0"/>
                  </a:lnTo>
                  <a:lnTo>
                    <a:pt x="0" y="20941"/>
                  </a:lnTo>
                  <a:close/>
                </a:path>
              </a:pathLst>
            </a:custGeom>
            <a:solidFill>
              <a:schemeClr val="accent3"/>
            </a:solidFill>
          </p:spPr>
          <p:txBody>
            <a:bodyPr wrap="square" lIns="0" tIns="0" rIns="0" bIns="0" rtlCol="0"/>
            <a:lstStyle/>
            <a:p>
              <a:endParaRPr sz="662" dirty="0"/>
            </a:p>
          </p:txBody>
        </p:sp>
      </p:grpSp>
    </p:spTree>
    <p:extLst>
      <p:ext uri="{BB962C8B-B14F-4D97-AF65-F5344CB8AC3E}">
        <p14:creationId xmlns:p14="http://schemas.microsoft.com/office/powerpoint/2010/main" val="664296186"/>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812" r:id="rId9"/>
    <p:sldLayoutId id="2147483780" r:id="rId10"/>
  </p:sldLayoutIdLst>
  <p:hf hdr="0"/>
  <p:txStyles>
    <p:titleStyle>
      <a:lvl1pPr algn="l" defTabSz="914400" rtl="0" eaLnBrk="1" latinLnBrk="0" hangingPunct="1">
        <a:lnSpc>
          <a:spcPct val="90000"/>
        </a:lnSpc>
        <a:spcBef>
          <a:spcPct val="0"/>
        </a:spcBef>
        <a:buNone/>
        <a:defRPr lang="en-US" sz="3600" kern="1200" spc="-24" dirty="0" smtClean="0">
          <a:solidFill>
            <a:schemeClr val="tx1"/>
          </a:solidFill>
          <a:latin typeface="+mj-lt"/>
          <a:ea typeface="Roboto" panose="02000000000000000000" pitchFamily="2" charset="0"/>
          <a:cs typeface="+mj-cs"/>
        </a:defRPr>
      </a:lvl1pPr>
    </p:titleStyle>
    <p:bodyStyle>
      <a:lvl1pPr marL="144000" indent="-144000" algn="l" defTabSz="914400" rtl="0" eaLnBrk="1" latinLnBrk="0" hangingPunct="1">
        <a:lnSpc>
          <a:spcPts val="1800"/>
        </a:lnSpc>
        <a:spcBef>
          <a:spcPts val="675"/>
        </a:spcBef>
        <a:spcAft>
          <a:spcPts val="675"/>
        </a:spcAft>
        <a:buSzPct val="105000"/>
        <a:buFontTx/>
        <a:buBlip>
          <a:blip r:embed="rId12"/>
        </a:buBlip>
        <a:defRPr lang="en-US" sz="1400" b="1" kern="1200" cap="none" spc="9" baseline="0" dirty="0">
          <a:solidFill>
            <a:schemeClr val="tx1"/>
          </a:solidFill>
          <a:latin typeface="+mj-lt"/>
          <a:ea typeface="+mn-ea"/>
          <a:cs typeface="+mn-cs"/>
        </a:defRPr>
      </a:lvl1pPr>
      <a:lvl2pPr marL="0" indent="0" algn="l" defTabSz="914400" rtl="0" eaLnBrk="1" latinLnBrk="0" hangingPunct="1">
        <a:lnSpc>
          <a:spcPts val="1500"/>
        </a:lnSpc>
        <a:spcBef>
          <a:spcPts val="450"/>
        </a:spcBef>
        <a:spcAft>
          <a:spcPts val="450"/>
        </a:spcAft>
        <a:buFont typeface="Arial" panose="020B0604020202020204" pitchFamily="34" charset="0"/>
        <a:buNone/>
        <a:defRPr lang="en-US" sz="1150" b="1" kern="1200" spc="30" dirty="0" smtClean="0">
          <a:solidFill>
            <a:schemeClr val="tx1"/>
          </a:solidFill>
          <a:latin typeface="+mj-lt"/>
          <a:ea typeface="+mn-ea"/>
          <a:cs typeface="+mn-cs"/>
        </a:defRPr>
      </a:lvl2pPr>
      <a:lvl3pPr marL="0" indent="0" algn="l" defTabSz="914400" rtl="0" eaLnBrk="1" latinLnBrk="0" hangingPunct="1">
        <a:lnSpc>
          <a:spcPts val="1500"/>
        </a:lnSpc>
        <a:spcBef>
          <a:spcPts val="750"/>
        </a:spcBef>
        <a:spcAft>
          <a:spcPts val="750"/>
        </a:spcAft>
        <a:buFont typeface="Arial" panose="020B0604020202020204" pitchFamily="34" charset="0"/>
        <a:buNone/>
        <a:defRPr lang="en-US" sz="1150" kern="1200" spc="-24" dirty="0" smtClean="0">
          <a:solidFill>
            <a:schemeClr val="tx1"/>
          </a:solidFill>
          <a:latin typeface="Roboto"/>
          <a:ea typeface="+mn-ea"/>
          <a:cs typeface="+mn-cs"/>
        </a:defRPr>
      </a:lvl3pPr>
      <a:lvl4pPr marL="144000" indent="-144000" algn="l" defTabSz="914400" rtl="0" eaLnBrk="1" latinLnBrk="0" hangingPunct="1">
        <a:lnSpc>
          <a:spcPts val="1500"/>
        </a:lnSpc>
        <a:spcBef>
          <a:spcPts val="300"/>
        </a:spcBef>
        <a:spcAft>
          <a:spcPts val="750"/>
        </a:spcAft>
        <a:buFont typeface="Arial" panose="020B0604020202020204" pitchFamily="34" charset="0"/>
        <a:buChar char="•"/>
        <a:defRPr sz="1150" b="0" kern="1200" baseline="0">
          <a:solidFill>
            <a:schemeClr val="tx1"/>
          </a:solidFill>
          <a:latin typeface="+mn-lt"/>
          <a:ea typeface="+mn-ea"/>
          <a:cs typeface="+mn-cs"/>
        </a:defRPr>
      </a:lvl4pPr>
      <a:lvl5pPr marL="0" indent="0" algn="l" defTabSz="914400" rtl="0" eaLnBrk="1" latinLnBrk="0" hangingPunct="1">
        <a:lnSpc>
          <a:spcPts val="1800"/>
        </a:lnSpc>
        <a:spcBef>
          <a:spcPts val="675"/>
        </a:spcBef>
        <a:spcAft>
          <a:spcPts val="675"/>
        </a:spcAft>
        <a:buFont typeface="Arial" panose="020B0604020202020204" pitchFamily="34" charset="0"/>
        <a:buNone/>
        <a:defRPr sz="1400" b="0" kern="1200">
          <a:solidFill>
            <a:schemeClr val="tx1"/>
          </a:solidFill>
          <a:latin typeface="+mn-lt"/>
          <a:ea typeface="+mn-ea"/>
          <a:cs typeface="+mn-cs"/>
        </a:defRPr>
      </a:lvl5pPr>
      <a:lvl6pPr marL="0" indent="0" algn="l" defTabSz="914400" rtl="0" eaLnBrk="1" latinLnBrk="0" hangingPunct="1">
        <a:lnSpc>
          <a:spcPts val="1200"/>
        </a:lnSpc>
        <a:spcBef>
          <a:spcPts val="0"/>
        </a:spcBef>
        <a:spcAft>
          <a:spcPts val="0"/>
        </a:spcAft>
        <a:buFont typeface="Arial" panose="020B0604020202020204" pitchFamily="34" charset="0"/>
        <a:buNone/>
        <a:defRPr sz="900" kern="1200" baseline="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5869A-5450-4E4B-9386-FDDC2C60BC7B}"/>
              </a:ext>
            </a:extLst>
          </p:cNvPr>
          <p:cNvSpPr>
            <a:spLocks noGrp="1"/>
          </p:cNvSpPr>
          <p:nvPr>
            <p:ph type="title"/>
          </p:nvPr>
        </p:nvSpPr>
        <p:spPr>
          <a:xfrm>
            <a:off x="839545" y="958193"/>
            <a:ext cx="10539784" cy="744971"/>
          </a:xfrm>
          <a:prstGeom prst="rect">
            <a:avLst/>
          </a:prstGeom>
        </p:spPr>
        <p:txBody>
          <a:bodyPr vert="horz" lIns="0" tIns="0" rIns="0" bIns="0" rtlCol="0" anchor="t">
            <a:normAutofit/>
          </a:bodyPr>
          <a:lstStyle/>
          <a:p>
            <a:r>
              <a:rPr lang="en-US" dirty="0"/>
              <a:t>Click to edit Master title style</a:t>
            </a:r>
            <a:endParaRPr lang="en-AU" dirty="0"/>
          </a:p>
        </p:txBody>
      </p:sp>
      <p:sp>
        <p:nvSpPr>
          <p:cNvPr id="4" name="Date Placeholder 3">
            <a:extLst>
              <a:ext uri="{FF2B5EF4-FFF2-40B4-BE49-F238E27FC236}">
                <a16:creationId xmlns:a16="http://schemas.microsoft.com/office/drawing/2014/main" id="{8D424098-2204-479D-9BF7-4E57F1B455C2}"/>
              </a:ext>
            </a:extLst>
          </p:cNvPr>
          <p:cNvSpPr>
            <a:spLocks noGrp="1"/>
          </p:cNvSpPr>
          <p:nvPr>
            <p:ph type="dt" sz="half" idx="2"/>
          </p:nvPr>
        </p:nvSpPr>
        <p:spPr>
          <a:xfrm>
            <a:off x="6165795" y="6318250"/>
            <a:ext cx="2743200" cy="365125"/>
          </a:xfrm>
          <a:prstGeom prst="rect">
            <a:avLst/>
          </a:prstGeom>
        </p:spPr>
        <p:txBody>
          <a:bodyPr vert="horz" lIns="0" tIns="0" rIns="0" bIns="0" rtlCol="0" anchor="ctr"/>
          <a:lstStyle>
            <a:lvl1pPr algn="l">
              <a:defRPr sz="1400" cap="all" baseline="0">
                <a:solidFill>
                  <a:schemeClr val="tx1"/>
                </a:solidFill>
              </a:defRPr>
            </a:lvl1pPr>
          </a:lstStyle>
          <a:p>
            <a:fld id="{19341987-5956-434F-9ECA-00A7D19F1953}" type="datetime4">
              <a:rPr lang="en-AU" smtClean="0"/>
              <a:pPr/>
              <a:t>23 October 2024</a:t>
            </a:fld>
            <a:endParaRPr lang="en-AU" dirty="0"/>
          </a:p>
        </p:txBody>
      </p:sp>
      <p:sp>
        <p:nvSpPr>
          <p:cNvPr id="5" name="Footer Placeholder 4">
            <a:extLst>
              <a:ext uri="{FF2B5EF4-FFF2-40B4-BE49-F238E27FC236}">
                <a16:creationId xmlns:a16="http://schemas.microsoft.com/office/drawing/2014/main" id="{F921E08B-D798-4960-A9B1-5A2F55FC0886}"/>
              </a:ext>
            </a:extLst>
          </p:cNvPr>
          <p:cNvSpPr>
            <a:spLocks noGrp="1"/>
          </p:cNvSpPr>
          <p:nvPr>
            <p:ph type="ftr" sz="quarter" idx="3"/>
          </p:nvPr>
        </p:nvSpPr>
        <p:spPr>
          <a:xfrm>
            <a:off x="839788" y="6318250"/>
            <a:ext cx="5326007" cy="365125"/>
          </a:xfrm>
          <a:prstGeom prst="rect">
            <a:avLst/>
          </a:prstGeom>
        </p:spPr>
        <p:txBody>
          <a:bodyPr vert="horz" lIns="0" tIns="0" rIns="0" bIns="0" rtlCol="0" anchor="ctr"/>
          <a:lstStyle>
            <a:lvl1pPr marL="0" indent="-144000" algn="l">
              <a:buSzPct val="105000"/>
              <a:buFontTx/>
              <a:buBlip>
                <a:blip r:embed="rId12"/>
              </a:buBlip>
              <a:defRPr sz="1400" cap="all" baseline="0">
                <a:solidFill>
                  <a:schemeClr val="tx1"/>
                </a:solidFill>
              </a:defRPr>
            </a:lvl1pPr>
          </a:lstStyle>
          <a:p>
            <a:endParaRPr lang="en-AU" dirty="0"/>
          </a:p>
        </p:txBody>
      </p:sp>
      <p:sp>
        <p:nvSpPr>
          <p:cNvPr id="6" name="Slide Number Placeholder 5">
            <a:extLst>
              <a:ext uri="{FF2B5EF4-FFF2-40B4-BE49-F238E27FC236}">
                <a16:creationId xmlns:a16="http://schemas.microsoft.com/office/drawing/2014/main" id="{354BFFD3-239F-4D58-A56C-93D588CBBE8E}"/>
              </a:ext>
            </a:extLst>
          </p:cNvPr>
          <p:cNvSpPr>
            <a:spLocks noGrp="1"/>
          </p:cNvSpPr>
          <p:nvPr>
            <p:ph type="sldNum" sz="quarter" idx="4"/>
          </p:nvPr>
        </p:nvSpPr>
        <p:spPr>
          <a:xfrm>
            <a:off x="10434917" y="6318250"/>
            <a:ext cx="947779" cy="365125"/>
          </a:xfrm>
          <a:prstGeom prst="rect">
            <a:avLst/>
          </a:prstGeom>
        </p:spPr>
        <p:txBody>
          <a:bodyPr vert="horz" lIns="0" tIns="0" rIns="0" bIns="0" rtlCol="0" anchor="ctr"/>
          <a:lstStyle>
            <a:lvl1pPr algn="r">
              <a:defRPr sz="1400">
                <a:solidFill>
                  <a:schemeClr val="tx1"/>
                </a:solidFill>
              </a:defRPr>
            </a:lvl1pPr>
          </a:lstStyle>
          <a:p>
            <a:fld id="{35E8911E-9DE7-463F-981B-F1795CC06C30}" type="slidenum">
              <a:rPr lang="en-AU" smtClean="0"/>
              <a:pPr/>
              <a:t>‹#›</a:t>
            </a:fld>
            <a:endParaRPr lang="en-AU" dirty="0"/>
          </a:p>
        </p:txBody>
      </p:sp>
      <p:sp>
        <p:nvSpPr>
          <p:cNvPr id="22" name="Text Placeholder 21">
            <a:extLst>
              <a:ext uri="{FF2B5EF4-FFF2-40B4-BE49-F238E27FC236}">
                <a16:creationId xmlns:a16="http://schemas.microsoft.com/office/drawing/2014/main" id="{EC725283-9927-407F-8276-E7FCF3986CA7}"/>
              </a:ext>
            </a:extLst>
          </p:cNvPr>
          <p:cNvSpPr>
            <a:spLocks noGrp="1"/>
          </p:cNvSpPr>
          <p:nvPr>
            <p:ph type="body" idx="1"/>
          </p:nvPr>
        </p:nvSpPr>
        <p:spPr>
          <a:xfrm>
            <a:off x="838200" y="1715436"/>
            <a:ext cx="10539784" cy="3938210"/>
          </a:xfrm>
          <a:prstGeom prst="rect">
            <a:avLst/>
          </a:prstGeom>
        </p:spPr>
        <p:txBody>
          <a:bodyPr vert="horz" lIns="0" tIns="0" rIns="0" bIns="0" rtlCol="0">
            <a:normAutofit/>
          </a:bodyPr>
          <a:lstStyle/>
          <a:p>
            <a:pPr lvl="0"/>
            <a:r>
              <a:rPr lang="en-US" dirty="0"/>
              <a:t>Subheading 1</a:t>
            </a:r>
          </a:p>
          <a:p>
            <a:pPr lvl="1"/>
            <a:r>
              <a:rPr lang="en-US" dirty="0"/>
              <a:t>Subheading 2</a:t>
            </a:r>
          </a:p>
          <a:p>
            <a:pPr lvl="2"/>
            <a:r>
              <a:rPr lang="en-US" dirty="0"/>
              <a:t>Body</a:t>
            </a:r>
          </a:p>
          <a:p>
            <a:pPr lvl="3"/>
            <a:r>
              <a:rPr lang="en-US" dirty="0"/>
              <a:t>Bullets</a:t>
            </a:r>
          </a:p>
          <a:p>
            <a:pPr lvl="4"/>
            <a:r>
              <a:rPr lang="en-US" dirty="0"/>
              <a:t>Callout</a:t>
            </a:r>
          </a:p>
          <a:p>
            <a:pPr lvl="5"/>
            <a:r>
              <a:rPr lang="en-AU" dirty="0"/>
              <a:t>Caption/Footnotes</a:t>
            </a:r>
          </a:p>
        </p:txBody>
      </p:sp>
      <p:grpSp>
        <p:nvGrpSpPr>
          <p:cNvPr id="7" name="Group 6">
            <a:extLst>
              <a:ext uri="{FF2B5EF4-FFF2-40B4-BE49-F238E27FC236}">
                <a16:creationId xmlns:a16="http://schemas.microsoft.com/office/drawing/2014/main" id="{9A11CAD1-EFBE-4BBE-AA9E-1D75935A9961}"/>
              </a:ext>
            </a:extLst>
          </p:cNvPr>
          <p:cNvGrpSpPr/>
          <p:nvPr userDrawn="1"/>
        </p:nvGrpSpPr>
        <p:grpSpPr>
          <a:xfrm>
            <a:off x="0" y="538702"/>
            <a:ext cx="11379329" cy="5715813"/>
            <a:chOff x="0" y="538702"/>
            <a:chExt cx="11379329" cy="5715813"/>
          </a:xfrm>
          <a:solidFill>
            <a:schemeClr val="accent2"/>
          </a:solidFill>
        </p:grpSpPr>
        <p:sp>
          <p:nvSpPr>
            <p:cNvPr id="15" name="Signifier">
              <a:extLst>
                <a:ext uri="{FF2B5EF4-FFF2-40B4-BE49-F238E27FC236}">
                  <a16:creationId xmlns:a16="http://schemas.microsoft.com/office/drawing/2014/main" id="{964A838B-8496-436B-8941-F62DFE3F8179}"/>
                </a:ext>
              </a:extLst>
            </p:cNvPr>
            <p:cNvSpPr/>
            <p:nvPr userDrawn="1"/>
          </p:nvSpPr>
          <p:spPr>
            <a:xfrm>
              <a:off x="0" y="538702"/>
              <a:ext cx="608830" cy="1297374"/>
            </a:xfrm>
            <a:custGeom>
              <a:avLst/>
              <a:gdLst/>
              <a:ahLst/>
              <a:cxnLst/>
              <a:rect l="l" t="t" r="r" b="b"/>
              <a:pathLst>
                <a:path w="1003935" h="2139315">
                  <a:moveTo>
                    <a:pt x="0" y="0"/>
                  </a:moveTo>
                  <a:lnTo>
                    <a:pt x="0" y="780744"/>
                  </a:lnTo>
                  <a:lnTo>
                    <a:pt x="288929" y="1069693"/>
                  </a:lnTo>
                  <a:lnTo>
                    <a:pt x="0" y="1358622"/>
                  </a:lnTo>
                  <a:lnTo>
                    <a:pt x="0" y="2139213"/>
                  </a:lnTo>
                  <a:lnTo>
                    <a:pt x="959631" y="1179700"/>
                  </a:lnTo>
                  <a:lnTo>
                    <a:pt x="988797" y="1139322"/>
                  </a:lnTo>
                  <a:lnTo>
                    <a:pt x="1003381" y="1093506"/>
                  </a:lnTo>
                  <a:lnTo>
                    <a:pt x="1003382" y="1045877"/>
                  </a:lnTo>
                  <a:lnTo>
                    <a:pt x="988802" y="1000059"/>
                  </a:lnTo>
                  <a:lnTo>
                    <a:pt x="959641" y="959675"/>
                  </a:lnTo>
                  <a:lnTo>
                    <a:pt x="0" y="0"/>
                  </a:lnTo>
                  <a:close/>
                </a:path>
              </a:pathLst>
            </a:custGeom>
            <a:grpFill/>
          </p:spPr>
          <p:txBody>
            <a:bodyPr wrap="square" lIns="0" tIns="0" rIns="0" bIns="0" rtlCol="0"/>
            <a:lstStyle/>
            <a:p>
              <a:endParaRPr sz="662" dirty="0"/>
            </a:p>
          </p:txBody>
        </p:sp>
        <p:sp>
          <p:nvSpPr>
            <p:cNvPr id="120" name="object 23">
              <a:extLst>
                <a:ext uri="{FF2B5EF4-FFF2-40B4-BE49-F238E27FC236}">
                  <a16:creationId xmlns:a16="http://schemas.microsoft.com/office/drawing/2014/main" id="{FE7F134A-67FF-4AD2-B6CD-DD646BEDCCA4}"/>
                </a:ext>
              </a:extLst>
            </p:cNvPr>
            <p:cNvSpPr/>
            <p:nvPr/>
          </p:nvSpPr>
          <p:spPr>
            <a:xfrm>
              <a:off x="812801" y="603010"/>
              <a:ext cx="10566528" cy="12708"/>
            </a:xfrm>
            <a:custGeom>
              <a:avLst/>
              <a:gdLst/>
              <a:ahLst/>
              <a:cxnLst/>
              <a:rect l="l" t="t" r="r" b="b"/>
              <a:pathLst>
                <a:path w="17423765" h="20955">
                  <a:moveTo>
                    <a:pt x="0" y="20941"/>
                  </a:moveTo>
                  <a:lnTo>
                    <a:pt x="17423553" y="20941"/>
                  </a:lnTo>
                  <a:lnTo>
                    <a:pt x="17423553" y="0"/>
                  </a:lnTo>
                  <a:lnTo>
                    <a:pt x="0" y="0"/>
                  </a:lnTo>
                  <a:lnTo>
                    <a:pt x="0" y="20941"/>
                  </a:lnTo>
                  <a:close/>
                </a:path>
              </a:pathLst>
            </a:custGeom>
            <a:grpFill/>
          </p:spPr>
          <p:txBody>
            <a:bodyPr wrap="square" lIns="0" tIns="0" rIns="0" bIns="0" rtlCol="0"/>
            <a:lstStyle/>
            <a:p>
              <a:endParaRPr sz="662" dirty="0"/>
            </a:p>
          </p:txBody>
        </p:sp>
        <p:sp>
          <p:nvSpPr>
            <p:cNvPr id="122" name="object 25">
              <a:extLst>
                <a:ext uri="{FF2B5EF4-FFF2-40B4-BE49-F238E27FC236}">
                  <a16:creationId xmlns:a16="http://schemas.microsoft.com/office/drawing/2014/main" id="{25849A51-5EAE-40A8-8376-75F142417933}"/>
                </a:ext>
              </a:extLst>
            </p:cNvPr>
            <p:cNvSpPr/>
            <p:nvPr userDrawn="1"/>
          </p:nvSpPr>
          <p:spPr>
            <a:xfrm>
              <a:off x="812801" y="6241807"/>
              <a:ext cx="10566528" cy="12708"/>
            </a:xfrm>
            <a:custGeom>
              <a:avLst/>
              <a:gdLst/>
              <a:ahLst/>
              <a:cxnLst/>
              <a:rect l="l" t="t" r="r" b="b"/>
              <a:pathLst>
                <a:path w="17423765" h="20954">
                  <a:moveTo>
                    <a:pt x="0" y="20941"/>
                  </a:moveTo>
                  <a:lnTo>
                    <a:pt x="17423553" y="20941"/>
                  </a:lnTo>
                  <a:lnTo>
                    <a:pt x="17423553" y="0"/>
                  </a:lnTo>
                  <a:lnTo>
                    <a:pt x="0" y="0"/>
                  </a:lnTo>
                  <a:lnTo>
                    <a:pt x="0" y="20941"/>
                  </a:lnTo>
                  <a:close/>
                </a:path>
              </a:pathLst>
            </a:custGeom>
            <a:grpFill/>
          </p:spPr>
          <p:txBody>
            <a:bodyPr wrap="square" lIns="0" tIns="0" rIns="0" bIns="0" rtlCol="0"/>
            <a:lstStyle/>
            <a:p>
              <a:endParaRPr sz="662" dirty="0"/>
            </a:p>
          </p:txBody>
        </p:sp>
      </p:grpSp>
    </p:spTree>
    <p:extLst>
      <p:ext uri="{BB962C8B-B14F-4D97-AF65-F5344CB8AC3E}">
        <p14:creationId xmlns:p14="http://schemas.microsoft.com/office/powerpoint/2010/main" val="4048210280"/>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2" r:id="rId9"/>
    <p:sldLayoutId id="2147483751" r:id="rId10"/>
  </p:sldLayoutIdLst>
  <p:hf hdr="0"/>
  <p:txStyles>
    <p:titleStyle>
      <a:lvl1pPr algn="l" defTabSz="914400" rtl="0" eaLnBrk="1" latinLnBrk="0" hangingPunct="1">
        <a:lnSpc>
          <a:spcPct val="90000"/>
        </a:lnSpc>
        <a:spcBef>
          <a:spcPct val="0"/>
        </a:spcBef>
        <a:buNone/>
        <a:defRPr lang="en-US" sz="3600" kern="1200" spc="-24" dirty="0" smtClean="0">
          <a:solidFill>
            <a:schemeClr val="tx1"/>
          </a:solidFill>
          <a:latin typeface="+mj-lt"/>
          <a:ea typeface="Roboto" panose="02000000000000000000" pitchFamily="2" charset="0"/>
          <a:cs typeface="+mj-cs"/>
        </a:defRPr>
      </a:lvl1pPr>
    </p:titleStyle>
    <p:bodyStyle>
      <a:lvl1pPr marL="144000" indent="-144000" algn="l" defTabSz="914400" rtl="0" eaLnBrk="1" latinLnBrk="0" hangingPunct="1">
        <a:lnSpc>
          <a:spcPts val="1800"/>
        </a:lnSpc>
        <a:spcBef>
          <a:spcPts val="675"/>
        </a:spcBef>
        <a:spcAft>
          <a:spcPts val="675"/>
        </a:spcAft>
        <a:buSzPct val="105000"/>
        <a:buFontTx/>
        <a:buBlip>
          <a:blip r:embed="rId12"/>
        </a:buBlip>
        <a:defRPr lang="en-US" sz="1400" b="1" kern="1200" cap="none" spc="9" baseline="0" dirty="0">
          <a:solidFill>
            <a:schemeClr val="tx1"/>
          </a:solidFill>
          <a:latin typeface="+mj-lt"/>
          <a:ea typeface="+mn-ea"/>
          <a:cs typeface="+mn-cs"/>
        </a:defRPr>
      </a:lvl1pPr>
      <a:lvl2pPr marL="0" indent="0" algn="l" defTabSz="914400" rtl="0" eaLnBrk="1" latinLnBrk="0" hangingPunct="1">
        <a:lnSpc>
          <a:spcPts val="1500"/>
        </a:lnSpc>
        <a:spcBef>
          <a:spcPts val="450"/>
        </a:spcBef>
        <a:spcAft>
          <a:spcPts val="450"/>
        </a:spcAft>
        <a:buFont typeface="Arial" panose="020B0604020202020204" pitchFamily="34" charset="0"/>
        <a:buNone/>
        <a:defRPr lang="en-US" sz="1150" b="1" kern="1200" spc="30" dirty="0" smtClean="0">
          <a:solidFill>
            <a:schemeClr val="tx1"/>
          </a:solidFill>
          <a:latin typeface="+mj-lt"/>
          <a:ea typeface="+mn-ea"/>
          <a:cs typeface="+mn-cs"/>
        </a:defRPr>
      </a:lvl2pPr>
      <a:lvl3pPr marL="0" indent="0" algn="l" defTabSz="914400" rtl="0" eaLnBrk="1" latinLnBrk="0" hangingPunct="1">
        <a:lnSpc>
          <a:spcPts val="1500"/>
        </a:lnSpc>
        <a:spcBef>
          <a:spcPts val="750"/>
        </a:spcBef>
        <a:spcAft>
          <a:spcPts val="750"/>
        </a:spcAft>
        <a:buFont typeface="Arial" panose="020B0604020202020204" pitchFamily="34" charset="0"/>
        <a:buNone/>
        <a:defRPr lang="en-US" sz="1150" kern="1200" spc="-24" dirty="0" smtClean="0">
          <a:solidFill>
            <a:schemeClr val="tx1"/>
          </a:solidFill>
          <a:latin typeface="Roboto"/>
          <a:ea typeface="+mn-ea"/>
          <a:cs typeface="+mn-cs"/>
        </a:defRPr>
      </a:lvl3pPr>
      <a:lvl4pPr marL="144000" indent="-144000" algn="l" defTabSz="914400" rtl="0" eaLnBrk="1" latinLnBrk="0" hangingPunct="1">
        <a:lnSpc>
          <a:spcPts val="1500"/>
        </a:lnSpc>
        <a:spcBef>
          <a:spcPts val="300"/>
        </a:spcBef>
        <a:spcAft>
          <a:spcPts val="750"/>
        </a:spcAft>
        <a:buFont typeface="Arial" panose="020B0604020202020204" pitchFamily="34" charset="0"/>
        <a:buChar char="•"/>
        <a:defRPr sz="1150" b="0" kern="1200" baseline="0">
          <a:solidFill>
            <a:schemeClr val="tx1"/>
          </a:solidFill>
          <a:latin typeface="+mn-lt"/>
          <a:ea typeface="+mn-ea"/>
          <a:cs typeface="+mn-cs"/>
        </a:defRPr>
      </a:lvl4pPr>
      <a:lvl5pPr marL="0" indent="0" algn="l" defTabSz="914400" rtl="0" eaLnBrk="1" latinLnBrk="0" hangingPunct="1">
        <a:lnSpc>
          <a:spcPts val="1800"/>
        </a:lnSpc>
        <a:spcBef>
          <a:spcPts val="675"/>
        </a:spcBef>
        <a:spcAft>
          <a:spcPts val="675"/>
        </a:spcAft>
        <a:buFont typeface="Arial" panose="020B0604020202020204" pitchFamily="34" charset="0"/>
        <a:buNone/>
        <a:defRPr sz="1400" b="0" kern="1200">
          <a:solidFill>
            <a:schemeClr val="tx1"/>
          </a:solidFill>
          <a:latin typeface="+mn-lt"/>
          <a:ea typeface="+mn-ea"/>
          <a:cs typeface="+mn-cs"/>
        </a:defRPr>
      </a:lvl5pPr>
      <a:lvl6pPr marL="0" indent="0" algn="l" defTabSz="914400" rtl="0" eaLnBrk="1" latinLnBrk="0" hangingPunct="1">
        <a:lnSpc>
          <a:spcPts val="1200"/>
        </a:lnSpc>
        <a:spcBef>
          <a:spcPts val="0"/>
        </a:spcBef>
        <a:spcAft>
          <a:spcPts val="0"/>
        </a:spcAft>
        <a:buFont typeface="Arial" panose="020B0604020202020204" pitchFamily="34" charset="0"/>
        <a:buNone/>
        <a:defRPr sz="900" kern="1200" baseline="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D424098-2204-479D-9BF7-4E57F1B455C2}"/>
              </a:ext>
            </a:extLst>
          </p:cNvPr>
          <p:cNvSpPr>
            <a:spLocks noGrp="1"/>
          </p:cNvSpPr>
          <p:nvPr>
            <p:ph type="dt" sz="half" idx="2"/>
          </p:nvPr>
        </p:nvSpPr>
        <p:spPr>
          <a:xfrm>
            <a:off x="6165795" y="6318250"/>
            <a:ext cx="2743200" cy="365125"/>
          </a:xfrm>
          <a:prstGeom prst="rect">
            <a:avLst/>
          </a:prstGeom>
        </p:spPr>
        <p:txBody>
          <a:bodyPr vert="horz" lIns="0" tIns="0" rIns="0" bIns="0" rtlCol="0" anchor="ctr"/>
          <a:lstStyle>
            <a:lvl1pPr algn="l">
              <a:defRPr sz="1400" cap="all" baseline="0">
                <a:solidFill>
                  <a:schemeClr val="tx1"/>
                </a:solidFill>
              </a:defRPr>
            </a:lvl1pPr>
          </a:lstStyle>
          <a:p>
            <a:fld id="{19341987-5956-434F-9ECA-00A7D19F1953}" type="datetime4">
              <a:rPr lang="en-AU" smtClean="0"/>
              <a:pPr/>
              <a:t>23 October 2024</a:t>
            </a:fld>
            <a:endParaRPr lang="en-AU" dirty="0"/>
          </a:p>
        </p:txBody>
      </p:sp>
      <p:sp>
        <p:nvSpPr>
          <p:cNvPr id="5" name="Footer Placeholder 4">
            <a:extLst>
              <a:ext uri="{FF2B5EF4-FFF2-40B4-BE49-F238E27FC236}">
                <a16:creationId xmlns:a16="http://schemas.microsoft.com/office/drawing/2014/main" id="{F921E08B-D798-4960-A9B1-5A2F55FC0886}"/>
              </a:ext>
            </a:extLst>
          </p:cNvPr>
          <p:cNvSpPr>
            <a:spLocks noGrp="1"/>
          </p:cNvSpPr>
          <p:nvPr>
            <p:ph type="ftr" sz="quarter" idx="3"/>
          </p:nvPr>
        </p:nvSpPr>
        <p:spPr>
          <a:xfrm>
            <a:off x="839788" y="6318250"/>
            <a:ext cx="5326007" cy="365125"/>
          </a:xfrm>
          <a:prstGeom prst="rect">
            <a:avLst/>
          </a:prstGeom>
        </p:spPr>
        <p:txBody>
          <a:bodyPr vert="horz" lIns="0" tIns="0" rIns="0" bIns="0" rtlCol="0" anchor="ctr"/>
          <a:lstStyle>
            <a:lvl1pPr marL="0" indent="-144000" algn="l">
              <a:buSzPct val="105000"/>
              <a:buFontTx/>
              <a:buBlip>
                <a:blip r:embed="rId11"/>
              </a:buBlip>
              <a:defRPr sz="1400" cap="all" baseline="0">
                <a:solidFill>
                  <a:schemeClr val="tx1"/>
                </a:solidFill>
              </a:defRPr>
            </a:lvl1pPr>
          </a:lstStyle>
          <a:p>
            <a:endParaRPr lang="en-AU" dirty="0"/>
          </a:p>
        </p:txBody>
      </p:sp>
      <p:sp>
        <p:nvSpPr>
          <p:cNvPr id="6" name="Slide Number Placeholder 5">
            <a:extLst>
              <a:ext uri="{FF2B5EF4-FFF2-40B4-BE49-F238E27FC236}">
                <a16:creationId xmlns:a16="http://schemas.microsoft.com/office/drawing/2014/main" id="{354BFFD3-239F-4D58-A56C-93D588CBBE8E}"/>
              </a:ext>
            </a:extLst>
          </p:cNvPr>
          <p:cNvSpPr>
            <a:spLocks noGrp="1"/>
          </p:cNvSpPr>
          <p:nvPr>
            <p:ph type="sldNum" sz="quarter" idx="4"/>
          </p:nvPr>
        </p:nvSpPr>
        <p:spPr>
          <a:xfrm>
            <a:off x="10434917" y="6318250"/>
            <a:ext cx="947779" cy="365125"/>
          </a:xfrm>
          <a:prstGeom prst="rect">
            <a:avLst/>
          </a:prstGeom>
        </p:spPr>
        <p:txBody>
          <a:bodyPr vert="horz" lIns="0" tIns="0" rIns="0" bIns="0" rtlCol="0" anchor="ctr"/>
          <a:lstStyle>
            <a:lvl1pPr algn="r">
              <a:defRPr sz="1400">
                <a:solidFill>
                  <a:schemeClr val="bg1"/>
                </a:solidFill>
              </a:defRPr>
            </a:lvl1pPr>
          </a:lstStyle>
          <a:p>
            <a:fld id="{35E8911E-9DE7-463F-981B-F1795CC06C30}" type="slidenum">
              <a:rPr lang="en-AU" smtClean="0"/>
              <a:pPr/>
              <a:t>‹#›</a:t>
            </a:fld>
            <a:endParaRPr lang="en-AU" dirty="0"/>
          </a:p>
        </p:txBody>
      </p:sp>
      <p:sp>
        <p:nvSpPr>
          <p:cNvPr id="22" name="Text Placeholder 21">
            <a:extLst>
              <a:ext uri="{FF2B5EF4-FFF2-40B4-BE49-F238E27FC236}">
                <a16:creationId xmlns:a16="http://schemas.microsoft.com/office/drawing/2014/main" id="{EC725283-9927-407F-8276-E7FCF3986CA7}"/>
              </a:ext>
            </a:extLst>
          </p:cNvPr>
          <p:cNvSpPr>
            <a:spLocks noGrp="1"/>
          </p:cNvSpPr>
          <p:nvPr>
            <p:ph type="body" idx="1"/>
          </p:nvPr>
        </p:nvSpPr>
        <p:spPr>
          <a:xfrm>
            <a:off x="838200" y="1021079"/>
            <a:ext cx="3225800" cy="4821033"/>
          </a:xfrm>
          <a:prstGeom prst="rect">
            <a:avLst/>
          </a:prstGeom>
          <a:solidFill>
            <a:schemeClr val="tx1"/>
          </a:solidFill>
        </p:spPr>
        <p:txBody>
          <a:bodyPr vert="horz" lIns="180000" tIns="180000" rIns="180000" bIns="180000" rtlCol="0">
            <a:noAutofit/>
          </a:bodyPr>
          <a:lstStyle/>
          <a:p>
            <a:pPr lvl="0"/>
            <a:r>
              <a:rPr lang="en-US" dirty="0"/>
              <a:t>Subheading 1</a:t>
            </a:r>
          </a:p>
          <a:p>
            <a:pPr lvl="1"/>
            <a:r>
              <a:rPr lang="en-US" dirty="0"/>
              <a:t>Subheading 2</a:t>
            </a:r>
          </a:p>
          <a:p>
            <a:pPr lvl="2"/>
            <a:r>
              <a:rPr lang="en-US" dirty="0"/>
              <a:t>Body</a:t>
            </a:r>
          </a:p>
          <a:p>
            <a:pPr lvl="3"/>
            <a:r>
              <a:rPr lang="en-US" dirty="0"/>
              <a:t>Bullets</a:t>
            </a:r>
          </a:p>
          <a:p>
            <a:pPr lvl="4"/>
            <a:r>
              <a:rPr lang="en-US" dirty="0"/>
              <a:t>Callout</a:t>
            </a:r>
          </a:p>
          <a:p>
            <a:pPr lvl="5"/>
            <a:r>
              <a:rPr lang="en-AU" dirty="0"/>
              <a:t>Caption/Footnotes</a:t>
            </a:r>
          </a:p>
        </p:txBody>
      </p:sp>
    </p:spTree>
    <p:extLst>
      <p:ext uri="{BB962C8B-B14F-4D97-AF65-F5344CB8AC3E}">
        <p14:creationId xmlns:p14="http://schemas.microsoft.com/office/powerpoint/2010/main" val="1677162801"/>
      </p:ext>
    </p:extLst>
  </p:cSld>
  <p:clrMap bg1="lt1" tx1="dk1" bg2="lt2" tx2="dk2" accent1="accent1" accent2="accent2" accent3="accent3" accent4="accent4" accent5="accent5" accent6="accent6" hlink="hlink" folHlink="folHlink"/>
  <p:sldLayoutIdLst>
    <p:sldLayoutId id="2147483765" r:id="rId1"/>
    <p:sldLayoutId id="2147483770" r:id="rId2"/>
    <p:sldLayoutId id="2147483766" r:id="rId3"/>
    <p:sldLayoutId id="2147483769" r:id="rId4"/>
    <p:sldLayoutId id="2147483768" r:id="rId5"/>
    <p:sldLayoutId id="2147483811" r:id="rId6"/>
    <p:sldLayoutId id="2147483767" r:id="rId7"/>
    <p:sldLayoutId id="2147483818" r:id="rId8"/>
    <p:sldLayoutId id="2147483819" r:id="rId9"/>
  </p:sldLayoutIdLst>
  <p:hf hdr="0" ftr="0" dt="0"/>
  <p:txStyles>
    <p:titleStyle>
      <a:lvl1pPr algn="l" defTabSz="914400" rtl="0" eaLnBrk="1" latinLnBrk="0" hangingPunct="1">
        <a:lnSpc>
          <a:spcPct val="90000"/>
        </a:lnSpc>
        <a:spcBef>
          <a:spcPct val="0"/>
        </a:spcBef>
        <a:buNone/>
        <a:defRPr lang="en-US" sz="3600" kern="1200" spc="-24" dirty="0" smtClean="0">
          <a:solidFill>
            <a:schemeClr val="tx1"/>
          </a:solidFill>
          <a:latin typeface="+mj-lt"/>
          <a:ea typeface="Roboto" panose="02000000000000000000" pitchFamily="2" charset="0"/>
          <a:cs typeface="+mj-cs"/>
        </a:defRPr>
      </a:lvl1pPr>
    </p:titleStyle>
    <p:bodyStyle>
      <a:lvl1pPr marL="144000" indent="-144000" algn="l" defTabSz="914400" rtl="0" eaLnBrk="1" latinLnBrk="0" hangingPunct="1">
        <a:lnSpc>
          <a:spcPts val="1800"/>
        </a:lnSpc>
        <a:spcBef>
          <a:spcPts val="675"/>
        </a:spcBef>
        <a:spcAft>
          <a:spcPts val="675"/>
        </a:spcAft>
        <a:buSzPct val="105000"/>
        <a:buFontTx/>
        <a:buBlip>
          <a:blip r:embed="rId12"/>
        </a:buBlip>
        <a:defRPr lang="en-US" sz="1400" b="1" kern="1200" cap="none" spc="9" baseline="0" dirty="0">
          <a:solidFill>
            <a:schemeClr val="bg1"/>
          </a:solidFill>
          <a:latin typeface="+mj-lt"/>
          <a:ea typeface="+mn-ea"/>
          <a:cs typeface="+mn-cs"/>
        </a:defRPr>
      </a:lvl1pPr>
      <a:lvl2pPr marL="0" indent="0" algn="l" defTabSz="914400" rtl="0" eaLnBrk="1" latinLnBrk="0" hangingPunct="1">
        <a:lnSpc>
          <a:spcPts val="1500"/>
        </a:lnSpc>
        <a:spcBef>
          <a:spcPts val="450"/>
        </a:spcBef>
        <a:spcAft>
          <a:spcPts val="450"/>
        </a:spcAft>
        <a:buFont typeface="Arial" panose="020B0604020202020204" pitchFamily="34" charset="0"/>
        <a:buNone/>
        <a:defRPr lang="en-US" sz="1150" b="1" kern="1200" spc="30" dirty="0" smtClean="0">
          <a:solidFill>
            <a:schemeClr val="bg1"/>
          </a:solidFill>
          <a:latin typeface="+mj-lt"/>
          <a:ea typeface="+mn-ea"/>
          <a:cs typeface="+mn-cs"/>
        </a:defRPr>
      </a:lvl2pPr>
      <a:lvl3pPr marL="0" indent="0" algn="l" defTabSz="914400" rtl="0" eaLnBrk="1" latinLnBrk="0" hangingPunct="1">
        <a:lnSpc>
          <a:spcPts val="1500"/>
        </a:lnSpc>
        <a:spcBef>
          <a:spcPts val="750"/>
        </a:spcBef>
        <a:spcAft>
          <a:spcPts val="750"/>
        </a:spcAft>
        <a:buFont typeface="Arial" panose="020B0604020202020204" pitchFamily="34" charset="0"/>
        <a:buNone/>
        <a:defRPr lang="en-US" sz="1150" kern="1200" spc="-24" dirty="0" smtClean="0">
          <a:solidFill>
            <a:schemeClr val="bg1"/>
          </a:solidFill>
          <a:latin typeface="Roboto"/>
          <a:ea typeface="+mn-ea"/>
          <a:cs typeface="+mn-cs"/>
        </a:defRPr>
      </a:lvl3pPr>
      <a:lvl4pPr marL="144000" indent="-144000" algn="l" defTabSz="914400" rtl="0" eaLnBrk="1" latinLnBrk="0" hangingPunct="1">
        <a:lnSpc>
          <a:spcPts val="1500"/>
        </a:lnSpc>
        <a:spcBef>
          <a:spcPts val="300"/>
        </a:spcBef>
        <a:spcAft>
          <a:spcPts val="750"/>
        </a:spcAft>
        <a:buFont typeface="Arial" panose="020B0604020202020204" pitchFamily="34" charset="0"/>
        <a:buChar char="•"/>
        <a:defRPr sz="1150" b="0" kern="1200" baseline="0">
          <a:solidFill>
            <a:schemeClr val="bg1"/>
          </a:solidFill>
          <a:latin typeface="+mn-lt"/>
          <a:ea typeface="+mn-ea"/>
          <a:cs typeface="+mn-cs"/>
        </a:defRPr>
      </a:lvl4pPr>
      <a:lvl5pPr marL="0" indent="0" algn="l" defTabSz="914400" rtl="0" eaLnBrk="1" latinLnBrk="0" hangingPunct="1">
        <a:lnSpc>
          <a:spcPts val="1800"/>
        </a:lnSpc>
        <a:spcBef>
          <a:spcPts val="675"/>
        </a:spcBef>
        <a:spcAft>
          <a:spcPts val="675"/>
        </a:spcAft>
        <a:buFont typeface="Arial" panose="020B0604020202020204" pitchFamily="34" charset="0"/>
        <a:buNone/>
        <a:defRPr sz="1400" b="0" kern="1200">
          <a:solidFill>
            <a:schemeClr val="bg1"/>
          </a:solidFill>
          <a:latin typeface="+mn-lt"/>
          <a:ea typeface="+mn-ea"/>
          <a:cs typeface="+mn-cs"/>
        </a:defRPr>
      </a:lvl5pPr>
      <a:lvl6pPr marL="0" indent="0" algn="l" defTabSz="914400" rtl="0" eaLnBrk="1" latinLnBrk="0" hangingPunct="1">
        <a:lnSpc>
          <a:spcPts val="1200"/>
        </a:lnSpc>
        <a:spcBef>
          <a:spcPts val="0"/>
        </a:spcBef>
        <a:spcAft>
          <a:spcPts val="0"/>
        </a:spcAft>
        <a:buFont typeface="Arial" panose="020B0604020202020204" pitchFamily="34" charset="0"/>
        <a:buNone/>
        <a:defRPr sz="900" kern="1200" baseline="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5869A-5450-4E4B-9386-FDDC2C60BC7B}"/>
              </a:ext>
            </a:extLst>
          </p:cNvPr>
          <p:cNvSpPr>
            <a:spLocks noGrp="1"/>
          </p:cNvSpPr>
          <p:nvPr>
            <p:ph type="title"/>
          </p:nvPr>
        </p:nvSpPr>
        <p:spPr>
          <a:xfrm>
            <a:off x="839545" y="958193"/>
            <a:ext cx="10539784" cy="744971"/>
          </a:xfrm>
          <a:prstGeom prst="rect">
            <a:avLst/>
          </a:prstGeom>
        </p:spPr>
        <p:txBody>
          <a:bodyPr vert="horz" lIns="0" tIns="0" rIns="0" bIns="0" rtlCol="0" anchor="t">
            <a:normAutofit/>
          </a:bodyPr>
          <a:lstStyle/>
          <a:p>
            <a:r>
              <a:rPr lang="en-US" dirty="0"/>
              <a:t>Click to edit Master title style</a:t>
            </a:r>
            <a:endParaRPr lang="en-AU" dirty="0"/>
          </a:p>
        </p:txBody>
      </p:sp>
      <p:sp>
        <p:nvSpPr>
          <p:cNvPr id="4" name="Date Placeholder 3">
            <a:extLst>
              <a:ext uri="{FF2B5EF4-FFF2-40B4-BE49-F238E27FC236}">
                <a16:creationId xmlns:a16="http://schemas.microsoft.com/office/drawing/2014/main" id="{8D424098-2204-479D-9BF7-4E57F1B455C2}"/>
              </a:ext>
            </a:extLst>
          </p:cNvPr>
          <p:cNvSpPr>
            <a:spLocks noGrp="1"/>
          </p:cNvSpPr>
          <p:nvPr>
            <p:ph type="dt" sz="half" idx="2"/>
          </p:nvPr>
        </p:nvSpPr>
        <p:spPr>
          <a:xfrm>
            <a:off x="6165795" y="6318250"/>
            <a:ext cx="2743200" cy="365125"/>
          </a:xfrm>
          <a:prstGeom prst="rect">
            <a:avLst/>
          </a:prstGeom>
        </p:spPr>
        <p:txBody>
          <a:bodyPr vert="horz" lIns="0" tIns="0" rIns="0" bIns="0" rtlCol="0" anchor="ctr"/>
          <a:lstStyle>
            <a:lvl1pPr algn="l">
              <a:defRPr sz="1400" cap="all" baseline="0">
                <a:solidFill>
                  <a:schemeClr val="tx1"/>
                </a:solidFill>
              </a:defRPr>
            </a:lvl1pPr>
          </a:lstStyle>
          <a:p>
            <a:fld id="{19341987-5956-434F-9ECA-00A7D19F1953}" type="datetime4">
              <a:rPr lang="en-AU" smtClean="0"/>
              <a:pPr/>
              <a:t>23 October 2024</a:t>
            </a:fld>
            <a:endParaRPr lang="en-AU" dirty="0"/>
          </a:p>
        </p:txBody>
      </p:sp>
      <p:sp>
        <p:nvSpPr>
          <p:cNvPr id="5" name="Footer Placeholder 4">
            <a:extLst>
              <a:ext uri="{FF2B5EF4-FFF2-40B4-BE49-F238E27FC236}">
                <a16:creationId xmlns:a16="http://schemas.microsoft.com/office/drawing/2014/main" id="{F921E08B-D798-4960-A9B1-5A2F55FC0886}"/>
              </a:ext>
            </a:extLst>
          </p:cNvPr>
          <p:cNvSpPr>
            <a:spLocks noGrp="1"/>
          </p:cNvSpPr>
          <p:nvPr>
            <p:ph type="ftr" sz="quarter" idx="3"/>
          </p:nvPr>
        </p:nvSpPr>
        <p:spPr>
          <a:xfrm>
            <a:off x="839788" y="6318250"/>
            <a:ext cx="5326007" cy="365125"/>
          </a:xfrm>
          <a:prstGeom prst="rect">
            <a:avLst/>
          </a:prstGeom>
        </p:spPr>
        <p:txBody>
          <a:bodyPr vert="horz" lIns="0" tIns="0" rIns="0" bIns="0" rtlCol="0" anchor="ctr"/>
          <a:lstStyle>
            <a:lvl1pPr marL="0" indent="-144000" algn="l">
              <a:buSzPct val="105000"/>
              <a:buFontTx/>
              <a:buBlip>
                <a:blip r:embed="rId5"/>
              </a:buBlip>
              <a:defRPr sz="1400" cap="all" baseline="0">
                <a:solidFill>
                  <a:schemeClr val="tx1"/>
                </a:solidFill>
              </a:defRPr>
            </a:lvl1pPr>
          </a:lstStyle>
          <a:p>
            <a:endParaRPr lang="en-AU" dirty="0"/>
          </a:p>
        </p:txBody>
      </p:sp>
      <p:sp>
        <p:nvSpPr>
          <p:cNvPr id="6" name="Slide Number Placeholder 5">
            <a:extLst>
              <a:ext uri="{FF2B5EF4-FFF2-40B4-BE49-F238E27FC236}">
                <a16:creationId xmlns:a16="http://schemas.microsoft.com/office/drawing/2014/main" id="{354BFFD3-239F-4D58-A56C-93D588CBBE8E}"/>
              </a:ext>
            </a:extLst>
          </p:cNvPr>
          <p:cNvSpPr>
            <a:spLocks noGrp="1"/>
          </p:cNvSpPr>
          <p:nvPr>
            <p:ph type="sldNum" sz="quarter" idx="4"/>
          </p:nvPr>
        </p:nvSpPr>
        <p:spPr>
          <a:xfrm>
            <a:off x="10434917" y="6318250"/>
            <a:ext cx="947779" cy="365125"/>
          </a:xfrm>
          <a:prstGeom prst="rect">
            <a:avLst/>
          </a:prstGeom>
        </p:spPr>
        <p:txBody>
          <a:bodyPr vert="horz" lIns="0" tIns="0" rIns="0" bIns="0" rtlCol="0" anchor="ctr"/>
          <a:lstStyle>
            <a:lvl1pPr algn="r">
              <a:defRPr sz="1400">
                <a:solidFill>
                  <a:schemeClr val="tx1"/>
                </a:solidFill>
              </a:defRPr>
            </a:lvl1pPr>
          </a:lstStyle>
          <a:p>
            <a:fld id="{35E8911E-9DE7-463F-981B-F1795CC06C30}" type="slidenum">
              <a:rPr lang="en-AU" smtClean="0"/>
              <a:pPr/>
              <a:t>‹#›</a:t>
            </a:fld>
            <a:endParaRPr lang="en-AU" dirty="0"/>
          </a:p>
        </p:txBody>
      </p:sp>
      <p:sp>
        <p:nvSpPr>
          <p:cNvPr id="22" name="Text Placeholder 21">
            <a:extLst>
              <a:ext uri="{FF2B5EF4-FFF2-40B4-BE49-F238E27FC236}">
                <a16:creationId xmlns:a16="http://schemas.microsoft.com/office/drawing/2014/main" id="{EC725283-9927-407F-8276-E7FCF3986CA7}"/>
              </a:ext>
            </a:extLst>
          </p:cNvPr>
          <p:cNvSpPr>
            <a:spLocks noGrp="1"/>
          </p:cNvSpPr>
          <p:nvPr>
            <p:ph type="body" idx="1"/>
          </p:nvPr>
        </p:nvSpPr>
        <p:spPr>
          <a:xfrm>
            <a:off x="838200" y="1715436"/>
            <a:ext cx="10539784" cy="3938210"/>
          </a:xfrm>
          <a:prstGeom prst="rect">
            <a:avLst/>
          </a:prstGeom>
        </p:spPr>
        <p:txBody>
          <a:bodyPr vert="horz" lIns="0" tIns="0" rIns="0" bIns="0" rtlCol="0">
            <a:normAutofit/>
          </a:bodyPr>
          <a:lstStyle/>
          <a:p>
            <a:pPr lvl="0"/>
            <a:r>
              <a:rPr lang="en-US" dirty="0"/>
              <a:t>Subheading 1</a:t>
            </a:r>
          </a:p>
          <a:p>
            <a:pPr lvl="1"/>
            <a:r>
              <a:rPr lang="en-US" dirty="0"/>
              <a:t>Subheading 2</a:t>
            </a:r>
          </a:p>
          <a:p>
            <a:pPr lvl="2"/>
            <a:r>
              <a:rPr lang="en-US" dirty="0"/>
              <a:t>Body</a:t>
            </a:r>
          </a:p>
          <a:p>
            <a:pPr lvl="3"/>
            <a:r>
              <a:rPr lang="en-US" dirty="0"/>
              <a:t>Bullets</a:t>
            </a:r>
          </a:p>
          <a:p>
            <a:pPr lvl="4"/>
            <a:r>
              <a:rPr lang="en-US" dirty="0"/>
              <a:t>Callout</a:t>
            </a:r>
          </a:p>
          <a:p>
            <a:pPr lvl="5"/>
            <a:r>
              <a:rPr lang="en-AU" dirty="0"/>
              <a:t>Caption/Footnotes</a:t>
            </a:r>
          </a:p>
        </p:txBody>
      </p:sp>
      <p:grpSp>
        <p:nvGrpSpPr>
          <p:cNvPr id="7" name="Group 6">
            <a:extLst>
              <a:ext uri="{FF2B5EF4-FFF2-40B4-BE49-F238E27FC236}">
                <a16:creationId xmlns:a16="http://schemas.microsoft.com/office/drawing/2014/main" id="{9A11CAD1-EFBE-4BBE-AA9E-1D75935A9961}"/>
              </a:ext>
            </a:extLst>
          </p:cNvPr>
          <p:cNvGrpSpPr/>
          <p:nvPr userDrawn="1"/>
        </p:nvGrpSpPr>
        <p:grpSpPr>
          <a:xfrm>
            <a:off x="0" y="538702"/>
            <a:ext cx="11379329" cy="1297374"/>
            <a:chOff x="0" y="538702"/>
            <a:chExt cx="11379329" cy="1297374"/>
          </a:xfrm>
        </p:grpSpPr>
        <p:sp>
          <p:nvSpPr>
            <p:cNvPr id="15" name="Signifier">
              <a:extLst>
                <a:ext uri="{FF2B5EF4-FFF2-40B4-BE49-F238E27FC236}">
                  <a16:creationId xmlns:a16="http://schemas.microsoft.com/office/drawing/2014/main" id="{964A838B-8496-436B-8941-F62DFE3F8179}"/>
                </a:ext>
              </a:extLst>
            </p:cNvPr>
            <p:cNvSpPr/>
            <p:nvPr userDrawn="1"/>
          </p:nvSpPr>
          <p:spPr>
            <a:xfrm>
              <a:off x="0" y="538702"/>
              <a:ext cx="608830" cy="1297374"/>
            </a:xfrm>
            <a:custGeom>
              <a:avLst/>
              <a:gdLst/>
              <a:ahLst/>
              <a:cxnLst/>
              <a:rect l="l" t="t" r="r" b="b"/>
              <a:pathLst>
                <a:path w="1003935" h="2139315">
                  <a:moveTo>
                    <a:pt x="0" y="0"/>
                  </a:moveTo>
                  <a:lnTo>
                    <a:pt x="0" y="780744"/>
                  </a:lnTo>
                  <a:lnTo>
                    <a:pt x="288929" y="1069693"/>
                  </a:lnTo>
                  <a:lnTo>
                    <a:pt x="0" y="1358622"/>
                  </a:lnTo>
                  <a:lnTo>
                    <a:pt x="0" y="2139213"/>
                  </a:lnTo>
                  <a:lnTo>
                    <a:pt x="959631" y="1179700"/>
                  </a:lnTo>
                  <a:lnTo>
                    <a:pt x="988797" y="1139322"/>
                  </a:lnTo>
                  <a:lnTo>
                    <a:pt x="1003381" y="1093506"/>
                  </a:lnTo>
                  <a:lnTo>
                    <a:pt x="1003382" y="1045877"/>
                  </a:lnTo>
                  <a:lnTo>
                    <a:pt x="988802" y="1000059"/>
                  </a:lnTo>
                  <a:lnTo>
                    <a:pt x="959641" y="959675"/>
                  </a:lnTo>
                  <a:lnTo>
                    <a:pt x="0" y="0"/>
                  </a:lnTo>
                  <a:close/>
                </a:path>
              </a:pathLst>
            </a:custGeom>
            <a:solidFill>
              <a:srgbClr val="FF8774"/>
            </a:solidFill>
          </p:spPr>
          <p:txBody>
            <a:bodyPr wrap="square" lIns="0" tIns="0" rIns="0" bIns="0" rtlCol="0"/>
            <a:lstStyle/>
            <a:p>
              <a:endParaRPr sz="662" dirty="0"/>
            </a:p>
          </p:txBody>
        </p:sp>
        <p:grpSp>
          <p:nvGrpSpPr>
            <p:cNvPr id="118" name="object 21">
              <a:extLst>
                <a:ext uri="{FF2B5EF4-FFF2-40B4-BE49-F238E27FC236}">
                  <a16:creationId xmlns:a16="http://schemas.microsoft.com/office/drawing/2014/main" id="{24133F8E-2CB7-49EE-99F6-13DE1AD76B07}"/>
                </a:ext>
              </a:extLst>
            </p:cNvPr>
            <p:cNvGrpSpPr/>
            <p:nvPr userDrawn="1"/>
          </p:nvGrpSpPr>
          <p:grpSpPr>
            <a:xfrm>
              <a:off x="812801" y="603010"/>
              <a:ext cx="10566528" cy="12708"/>
              <a:chOff x="1340273" y="994734"/>
              <a:chExt cx="17423765" cy="20955"/>
            </a:xfrm>
          </p:grpSpPr>
          <p:sp>
            <p:nvSpPr>
              <p:cNvPr id="119" name="object 22">
                <a:extLst>
                  <a:ext uri="{FF2B5EF4-FFF2-40B4-BE49-F238E27FC236}">
                    <a16:creationId xmlns:a16="http://schemas.microsoft.com/office/drawing/2014/main" id="{C4D09EC0-CD5B-4B59-AD12-8E270B2CFEBD}"/>
                  </a:ext>
                </a:extLst>
              </p:cNvPr>
              <p:cNvSpPr/>
              <p:nvPr/>
            </p:nvSpPr>
            <p:spPr>
              <a:xfrm>
                <a:off x="1340273" y="994734"/>
                <a:ext cx="17423765" cy="20955"/>
              </a:xfrm>
              <a:custGeom>
                <a:avLst/>
                <a:gdLst/>
                <a:ahLst/>
                <a:cxnLst/>
                <a:rect l="l" t="t" r="r" b="b"/>
                <a:pathLst>
                  <a:path w="17423765" h="20955">
                    <a:moveTo>
                      <a:pt x="0" y="20941"/>
                    </a:moveTo>
                    <a:lnTo>
                      <a:pt x="17423553" y="20941"/>
                    </a:lnTo>
                    <a:lnTo>
                      <a:pt x="17423553" y="0"/>
                    </a:lnTo>
                    <a:lnTo>
                      <a:pt x="0" y="0"/>
                    </a:lnTo>
                    <a:lnTo>
                      <a:pt x="0" y="20941"/>
                    </a:lnTo>
                    <a:close/>
                  </a:path>
                </a:pathLst>
              </a:custGeom>
              <a:solidFill>
                <a:srgbClr val="B11418"/>
              </a:solidFill>
            </p:spPr>
            <p:txBody>
              <a:bodyPr wrap="square" lIns="0" tIns="0" rIns="0" bIns="0" rtlCol="0"/>
              <a:lstStyle/>
              <a:p>
                <a:endParaRPr sz="662" dirty="0"/>
              </a:p>
            </p:txBody>
          </p:sp>
          <p:sp>
            <p:nvSpPr>
              <p:cNvPr id="120" name="object 23">
                <a:extLst>
                  <a:ext uri="{FF2B5EF4-FFF2-40B4-BE49-F238E27FC236}">
                    <a16:creationId xmlns:a16="http://schemas.microsoft.com/office/drawing/2014/main" id="{FE7F134A-67FF-4AD2-B6CD-DD646BEDCCA4}"/>
                  </a:ext>
                </a:extLst>
              </p:cNvPr>
              <p:cNvSpPr/>
              <p:nvPr/>
            </p:nvSpPr>
            <p:spPr>
              <a:xfrm>
                <a:off x="1340273" y="994734"/>
                <a:ext cx="17423765" cy="20955"/>
              </a:xfrm>
              <a:custGeom>
                <a:avLst/>
                <a:gdLst/>
                <a:ahLst/>
                <a:cxnLst/>
                <a:rect l="l" t="t" r="r" b="b"/>
                <a:pathLst>
                  <a:path w="17423765" h="20955">
                    <a:moveTo>
                      <a:pt x="0" y="20941"/>
                    </a:moveTo>
                    <a:lnTo>
                      <a:pt x="17423553" y="20941"/>
                    </a:lnTo>
                    <a:lnTo>
                      <a:pt x="17423553" y="0"/>
                    </a:lnTo>
                    <a:lnTo>
                      <a:pt x="0" y="0"/>
                    </a:lnTo>
                    <a:lnTo>
                      <a:pt x="0" y="20941"/>
                    </a:lnTo>
                    <a:close/>
                  </a:path>
                </a:pathLst>
              </a:custGeom>
              <a:solidFill>
                <a:srgbClr val="FF8774"/>
              </a:solidFill>
            </p:spPr>
            <p:txBody>
              <a:bodyPr wrap="square" lIns="0" tIns="0" rIns="0" bIns="0" rtlCol="0"/>
              <a:lstStyle/>
              <a:p>
                <a:endParaRPr sz="662" dirty="0"/>
              </a:p>
            </p:txBody>
          </p:sp>
        </p:grpSp>
      </p:grpSp>
      <p:sp>
        <p:nvSpPr>
          <p:cNvPr id="131" name="TextBox 130">
            <a:extLst>
              <a:ext uri="{FF2B5EF4-FFF2-40B4-BE49-F238E27FC236}">
                <a16:creationId xmlns:a16="http://schemas.microsoft.com/office/drawing/2014/main" id="{D43DA65D-0B92-4963-A056-4C436D3E929A}"/>
              </a:ext>
            </a:extLst>
          </p:cNvPr>
          <p:cNvSpPr txBox="1"/>
          <p:nvPr userDrawn="1"/>
        </p:nvSpPr>
        <p:spPr>
          <a:xfrm>
            <a:off x="839788" y="220028"/>
            <a:ext cx="2996773" cy="215444"/>
          </a:xfrm>
          <a:prstGeom prst="rect">
            <a:avLst/>
          </a:prstGeom>
          <a:noFill/>
        </p:spPr>
        <p:txBody>
          <a:bodyPr wrap="square" lIns="0" tIns="0" rIns="0" bIns="0" rtlCol="0">
            <a:spAutoFit/>
          </a:bodyPr>
          <a:lstStyle/>
          <a:p>
            <a:pPr marL="144000" indent="-144000">
              <a:buSzPct val="105000"/>
              <a:buFontTx/>
              <a:buBlip>
                <a:blip r:embed="rId5"/>
              </a:buBlip>
            </a:pPr>
            <a:r>
              <a:rPr lang="en-US" sz="1400" kern="1200" cap="all" spc="18" baseline="0" dirty="0">
                <a:solidFill>
                  <a:schemeClr val="tx1"/>
                </a:solidFill>
                <a:latin typeface="+mn-lt"/>
                <a:ea typeface="+mn-ea"/>
                <a:cs typeface="+mn-cs"/>
              </a:rPr>
              <a:t>INSTRUCTIONS and RESOURCES</a:t>
            </a:r>
            <a:endParaRPr lang="en-AU" sz="1400" kern="1200" cap="all" spc="18" baseline="0" dirty="0">
              <a:solidFill>
                <a:schemeClr val="tx1"/>
              </a:solidFill>
              <a:latin typeface="+mn-lt"/>
              <a:ea typeface="+mn-ea"/>
              <a:cs typeface="+mn-cs"/>
            </a:endParaRPr>
          </a:p>
        </p:txBody>
      </p:sp>
    </p:spTree>
    <p:extLst>
      <p:ext uri="{BB962C8B-B14F-4D97-AF65-F5344CB8AC3E}">
        <p14:creationId xmlns:p14="http://schemas.microsoft.com/office/powerpoint/2010/main" val="3859583589"/>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31" r:id="rId3"/>
  </p:sldLayoutIdLst>
  <p:hf hdr="0"/>
  <p:txStyles>
    <p:titleStyle>
      <a:lvl1pPr algn="l" defTabSz="914400" rtl="0" eaLnBrk="1" latinLnBrk="0" hangingPunct="1">
        <a:lnSpc>
          <a:spcPct val="90000"/>
        </a:lnSpc>
        <a:spcBef>
          <a:spcPct val="0"/>
        </a:spcBef>
        <a:buNone/>
        <a:defRPr lang="en-US" sz="3600" kern="1200" spc="-24" dirty="0" smtClean="0">
          <a:solidFill>
            <a:schemeClr val="tx1"/>
          </a:solidFill>
          <a:latin typeface="+mj-lt"/>
          <a:ea typeface="Roboto" panose="02000000000000000000" pitchFamily="2" charset="0"/>
          <a:cs typeface="+mj-cs"/>
        </a:defRPr>
      </a:lvl1pPr>
    </p:titleStyle>
    <p:bodyStyle>
      <a:lvl1pPr marL="144000" indent="-144000" algn="l" defTabSz="914400" rtl="0" eaLnBrk="1" latinLnBrk="0" hangingPunct="1">
        <a:lnSpc>
          <a:spcPts val="1800"/>
        </a:lnSpc>
        <a:spcBef>
          <a:spcPts val="675"/>
        </a:spcBef>
        <a:spcAft>
          <a:spcPts val="675"/>
        </a:spcAft>
        <a:buSzPct val="105000"/>
        <a:buFontTx/>
        <a:buBlip>
          <a:blip r:embed="rId5"/>
        </a:buBlip>
        <a:defRPr lang="en-US" sz="1400" b="1" kern="1200" cap="none" spc="9" baseline="0" dirty="0">
          <a:solidFill>
            <a:schemeClr val="tx1"/>
          </a:solidFill>
          <a:latin typeface="+mj-lt"/>
          <a:ea typeface="+mn-ea"/>
          <a:cs typeface="+mn-cs"/>
        </a:defRPr>
      </a:lvl1pPr>
      <a:lvl2pPr marL="0" indent="0" algn="l" defTabSz="914400" rtl="0" eaLnBrk="1" latinLnBrk="0" hangingPunct="1">
        <a:lnSpc>
          <a:spcPts val="1500"/>
        </a:lnSpc>
        <a:spcBef>
          <a:spcPts val="450"/>
        </a:spcBef>
        <a:spcAft>
          <a:spcPts val="450"/>
        </a:spcAft>
        <a:buFont typeface="Arial" panose="020B0604020202020204" pitchFamily="34" charset="0"/>
        <a:buNone/>
        <a:defRPr lang="en-US" sz="1150" b="1" kern="1200" spc="30" dirty="0" smtClean="0">
          <a:solidFill>
            <a:schemeClr val="tx1"/>
          </a:solidFill>
          <a:latin typeface="+mj-lt"/>
          <a:ea typeface="+mn-ea"/>
          <a:cs typeface="+mn-cs"/>
        </a:defRPr>
      </a:lvl2pPr>
      <a:lvl3pPr marL="0" indent="0" algn="l" defTabSz="914400" rtl="0" eaLnBrk="1" latinLnBrk="0" hangingPunct="1">
        <a:lnSpc>
          <a:spcPts val="1500"/>
        </a:lnSpc>
        <a:spcBef>
          <a:spcPts val="750"/>
        </a:spcBef>
        <a:spcAft>
          <a:spcPts val="750"/>
        </a:spcAft>
        <a:buFont typeface="Arial" panose="020B0604020202020204" pitchFamily="34" charset="0"/>
        <a:buNone/>
        <a:defRPr lang="en-US" sz="1150" kern="1200" spc="-24" dirty="0" smtClean="0">
          <a:solidFill>
            <a:schemeClr val="tx1"/>
          </a:solidFill>
          <a:latin typeface="Roboto"/>
          <a:ea typeface="+mn-ea"/>
          <a:cs typeface="+mn-cs"/>
        </a:defRPr>
      </a:lvl3pPr>
      <a:lvl4pPr marL="144000" indent="-144000" algn="l" defTabSz="914400" rtl="0" eaLnBrk="1" latinLnBrk="0" hangingPunct="1">
        <a:lnSpc>
          <a:spcPts val="1500"/>
        </a:lnSpc>
        <a:spcBef>
          <a:spcPts val="300"/>
        </a:spcBef>
        <a:spcAft>
          <a:spcPts val="750"/>
        </a:spcAft>
        <a:buFont typeface="Arial" panose="020B0604020202020204" pitchFamily="34" charset="0"/>
        <a:buChar char="•"/>
        <a:defRPr sz="1150" b="0" kern="1200" baseline="0">
          <a:solidFill>
            <a:schemeClr val="tx1"/>
          </a:solidFill>
          <a:latin typeface="+mn-lt"/>
          <a:ea typeface="+mn-ea"/>
          <a:cs typeface="+mn-cs"/>
        </a:defRPr>
      </a:lvl4pPr>
      <a:lvl5pPr marL="0" indent="0" algn="l" defTabSz="914400" rtl="0" eaLnBrk="1" latinLnBrk="0" hangingPunct="1">
        <a:lnSpc>
          <a:spcPts val="1800"/>
        </a:lnSpc>
        <a:spcBef>
          <a:spcPts val="675"/>
        </a:spcBef>
        <a:spcAft>
          <a:spcPts val="675"/>
        </a:spcAft>
        <a:buFont typeface="Arial" panose="020B0604020202020204" pitchFamily="34" charset="0"/>
        <a:buNone/>
        <a:defRPr sz="1400" b="0" kern="1200">
          <a:solidFill>
            <a:schemeClr val="tx1"/>
          </a:solidFill>
          <a:latin typeface="+mn-lt"/>
          <a:ea typeface="+mn-ea"/>
          <a:cs typeface="+mn-cs"/>
        </a:defRPr>
      </a:lvl5pPr>
      <a:lvl6pPr marL="0" indent="0" algn="l" defTabSz="914400" rtl="0" eaLnBrk="1" latinLnBrk="0" hangingPunct="1">
        <a:lnSpc>
          <a:spcPts val="1200"/>
        </a:lnSpc>
        <a:spcBef>
          <a:spcPts val="0"/>
        </a:spcBef>
        <a:spcAft>
          <a:spcPts val="0"/>
        </a:spcAft>
        <a:buFont typeface="Arial" panose="020B0604020202020204" pitchFamily="34" charset="0"/>
        <a:buNone/>
        <a:defRPr sz="900" kern="1200" baseline="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3494" y="699444"/>
            <a:ext cx="9564601" cy="1228724"/>
          </a:xfrm>
        </p:spPr>
        <p:txBody>
          <a:bodyPr>
            <a:noAutofit/>
          </a:bodyPr>
          <a:lstStyle/>
          <a:p>
            <a:pPr algn="ctr"/>
            <a:r>
              <a:rPr lang="en-AU" dirty="0">
                <a:solidFill>
                  <a:schemeClr val="bg1"/>
                </a:solidFill>
              </a:rPr>
              <a:t>AIR Software Developer Information Session</a:t>
            </a:r>
            <a:br>
              <a:rPr lang="en-AU" dirty="0">
                <a:solidFill>
                  <a:schemeClr val="bg1"/>
                </a:solidFill>
              </a:rPr>
            </a:br>
            <a:r>
              <a:rPr lang="en-AU" dirty="0">
                <a:solidFill>
                  <a:schemeClr val="bg1"/>
                </a:solidFill>
              </a:rPr>
              <a:t>24 October 2024</a:t>
            </a:r>
            <a:br>
              <a:rPr lang="en-AU" sz="4000" dirty="0">
                <a:solidFill>
                  <a:schemeClr val="bg1"/>
                </a:solidFill>
              </a:rPr>
            </a:br>
            <a:br>
              <a:rPr lang="en-AU" sz="3200" dirty="0">
                <a:solidFill>
                  <a:schemeClr val="bg1"/>
                </a:solidFill>
              </a:rPr>
            </a:br>
            <a:endParaRPr lang="en-AU" sz="4000" dirty="0">
              <a:solidFill>
                <a:schemeClr val="bg1"/>
              </a:solidFill>
            </a:endParaRPr>
          </a:p>
        </p:txBody>
      </p:sp>
      <p:sp>
        <p:nvSpPr>
          <p:cNvPr id="3" name="Date Placeholder 2"/>
          <p:cNvSpPr>
            <a:spLocks noGrp="1"/>
          </p:cNvSpPr>
          <p:nvPr>
            <p:ph type="dt" sz="half" idx="16"/>
          </p:nvPr>
        </p:nvSpPr>
        <p:spPr/>
        <p:txBody>
          <a:bodyPr/>
          <a:lstStyle/>
          <a:p>
            <a:r>
              <a:rPr lang="en-AU" dirty="0">
                <a:solidFill>
                  <a:schemeClr val="bg1"/>
                </a:solidFill>
              </a:rPr>
              <a:t>24 OCTOBEr 2024</a:t>
            </a:r>
          </a:p>
        </p:txBody>
      </p:sp>
      <p:sp>
        <p:nvSpPr>
          <p:cNvPr id="4" name="Footer Placeholder 3"/>
          <p:cNvSpPr>
            <a:spLocks noGrp="1"/>
          </p:cNvSpPr>
          <p:nvPr>
            <p:ph type="ftr" sz="quarter" idx="17"/>
          </p:nvPr>
        </p:nvSpPr>
        <p:spPr/>
        <p:txBody>
          <a:bodyPr/>
          <a:lstStyle/>
          <a:p>
            <a:r>
              <a:rPr lang="en-AU" dirty="0">
                <a:solidFill>
                  <a:schemeClr val="bg1"/>
                </a:solidFill>
              </a:rPr>
              <a:t>Registers and Assurance branch </a:t>
            </a:r>
          </a:p>
        </p:txBody>
      </p:sp>
      <p:sp>
        <p:nvSpPr>
          <p:cNvPr id="5" name="Slide Number Placeholder 4"/>
          <p:cNvSpPr>
            <a:spLocks noGrp="1"/>
          </p:cNvSpPr>
          <p:nvPr>
            <p:ph type="sldNum" sz="quarter" idx="18"/>
          </p:nvPr>
        </p:nvSpPr>
        <p:spPr/>
        <p:txBody>
          <a:bodyPr/>
          <a:lstStyle/>
          <a:p>
            <a:fld id="{35E8911E-9DE7-463F-981B-F1795CC06C30}" type="slidenum">
              <a:rPr lang="en-AU" smtClean="0"/>
              <a:pPr/>
              <a:t>1</a:t>
            </a:fld>
            <a:endParaRPr lang="en-AU" dirty="0"/>
          </a:p>
        </p:txBody>
      </p:sp>
      <p:graphicFrame>
        <p:nvGraphicFramePr>
          <p:cNvPr id="6" name="Table 5"/>
          <p:cNvGraphicFramePr>
            <a:graphicFrameLocks noGrp="1"/>
          </p:cNvGraphicFramePr>
          <p:nvPr>
            <p:extLst>
              <p:ext uri="{D42A27DB-BD31-4B8C-83A1-F6EECF244321}">
                <p14:modId xmlns:p14="http://schemas.microsoft.com/office/powerpoint/2010/main" val="3976643920"/>
              </p:ext>
            </p:extLst>
          </p:nvPr>
        </p:nvGraphicFramePr>
        <p:xfrm>
          <a:off x="1205713" y="2443796"/>
          <a:ext cx="9742382" cy="3605229"/>
        </p:xfrm>
        <a:graphic>
          <a:graphicData uri="http://schemas.openxmlformats.org/drawingml/2006/table">
            <a:tbl>
              <a:tblPr firstRow="1" bandRow="1">
                <a:tableStyleId>{5C22544A-7EE6-4342-B048-85BDC9FD1C3A}</a:tableStyleId>
              </a:tblPr>
              <a:tblGrid>
                <a:gridCol w="873522">
                  <a:extLst>
                    <a:ext uri="{9D8B030D-6E8A-4147-A177-3AD203B41FA5}">
                      <a16:colId xmlns:a16="http://schemas.microsoft.com/office/drawing/2014/main" val="685871808"/>
                    </a:ext>
                  </a:extLst>
                </a:gridCol>
                <a:gridCol w="6136626">
                  <a:extLst>
                    <a:ext uri="{9D8B030D-6E8A-4147-A177-3AD203B41FA5}">
                      <a16:colId xmlns:a16="http://schemas.microsoft.com/office/drawing/2014/main" val="2982995490"/>
                    </a:ext>
                  </a:extLst>
                </a:gridCol>
                <a:gridCol w="2732234">
                  <a:extLst>
                    <a:ext uri="{9D8B030D-6E8A-4147-A177-3AD203B41FA5}">
                      <a16:colId xmlns:a16="http://schemas.microsoft.com/office/drawing/2014/main" val="2668507038"/>
                    </a:ext>
                  </a:extLst>
                </a:gridCol>
              </a:tblGrid>
              <a:tr h="358551">
                <a:tc>
                  <a:txBody>
                    <a:bodyPr/>
                    <a:lstStyle/>
                    <a:p>
                      <a:r>
                        <a:rPr lang="en-AU" dirty="0"/>
                        <a:t>Item</a:t>
                      </a:r>
                    </a:p>
                  </a:txBody>
                  <a:tcPr/>
                </a:tc>
                <a:tc>
                  <a:txBody>
                    <a:bodyPr/>
                    <a:lstStyle/>
                    <a:p>
                      <a:r>
                        <a:rPr lang="en-AU" dirty="0"/>
                        <a:t>Update</a:t>
                      </a:r>
                    </a:p>
                  </a:txBody>
                  <a:tcPr/>
                </a:tc>
                <a:tc>
                  <a:txBody>
                    <a:bodyPr/>
                    <a:lstStyle/>
                    <a:p>
                      <a:r>
                        <a:rPr lang="en-AU" dirty="0"/>
                        <a:t>Presenter</a:t>
                      </a:r>
                    </a:p>
                  </a:txBody>
                  <a:tcPr/>
                </a:tc>
                <a:extLst>
                  <a:ext uri="{0D108BD9-81ED-4DB2-BD59-A6C34878D82A}">
                    <a16:rowId xmlns:a16="http://schemas.microsoft.com/office/drawing/2014/main" val="815766765"/>
                  </a:ext>
                </a:extLst>
              </a:tr>
              <a:tr h="637093">
                <a:tc>
                  <a:txBody>
                    <a:bodyPr/>
                    <a:lstStyle/>
                    <a:p>
                      <a:r>
                        <a:rPr lang="en-AU" dirty="0"/>
                        <a:t>1</a:t>
                      </a:r>
                    </a:p>
                  </a:txBody>
                  <a:tcPr/>
                </a:tc>
                <a:tc>
                  <a:txBody>
                    <a:bodyPr/>
                    <a:lstStyle/>
                    <a:p>
                      <a:r>
                        <a:rPr lang="en-AU" dirty="0"/>
                        <a:t>Changes to the Australian Immunisation Register Rule 2015 as of 1 March 2025</a:t>
                      </a:r>
                    </a:p>
                  </a:txBody>
                  <a:tcPr/>
                </a:tc>
                <a:tc>
                  <a:txBody>
                    <a:bodyPr/>
                    <a:lstStyle/>
                    <a:p>
                      <a:r>
                        <a:rPr lang="en-AU" dirty="0"/>
                        <a:t>The Department of Health and Aged Care</a:t>
                      </a:r>
                    </a:p>
                  </a:txBody>
                  <a:tcPr/>
                </a:tc>
                <a:extLst>
                  <a:ext uri="{0D108BD9-81ED-4DB2-BD59-A6C34878D82A}">
                    <a16:rowId xmlns:a16="http://schemas.microsoft.com/office/drawing/2014/main" val="2327609244"/>
                  </a:ext>
                </a:extLst>
              </a:tr>
              <a:tr h="1165290">
                <a:tc>
                  <a:txBody>
                    <a:bodyPr/>
                    <a:lstStyle/>
                    <a:p>
                      <a:r>
                        <a:rPr lang="en-AU"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kern="1200" dirty="0">
                          <a:solidFill>
                            <a:schemeClr val="dk1"/>
                          </a:solidFill>
                          <a:effectLst/>
                          <a:latin typeface="+mn-lt"/>
                          <a:ea typeface="+mn-ea"/>
                          <a:cs typeface="+mn-cs"/>
                        </a:rPr>
                        <a:t>Introduce a new antenatal indicator to the AIR.</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kern="1200" dirty="0">
                          <a:solidFill>
                            <a:schemeClr val="dk1"/>
                          </a:solidFill>
                          <a:effectLst/>
                          <a:latin typeface="+mn-lt"/>
                          <a:ea typeface="+mn-ea"/>
                          <a:cs typeface="+mn-cs"/>
                        </a:rPr>
                        <a:t>New versions of below APIs will be updated: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800" kern="1200" dirty="0">
                          <a:solidFill>
                            <a:schemeClr val="dk1"/>
                          </a:solidFill>
                          <a:effectLst/>
                          <a:latin typeface="+mn-lt"/>
                          <a:ea typeface="+mn-ea"/>
                          <a:cs typeface="+mn-cs"/>
                        </a:rPr>
                        <a:t>Record Encounter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800" kern="1200" dirty="0">
                          <a:solidFill>
                            <a:schemeClr val="dk1"/>
                          </a:solidFill>
                          <a:effectLst/>
                          <a:latin typeface="+mn-lt"/>
                          <a:ea typeface="+mn-ea"/>
                          <a:cs typeface="+mn-cs"/>
                        </a:rPr>
                        <a:t>Update Encounter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800" kern="1200" dirty="0">
                          <a:solidFill>
                            <a:schemeClr val="dk1"/>
                          </a:solidFill>
                          <a:effectLst/>
                          <a:latin typeface="+mn-lt"/>
                          <a:ea typeface="+mn-ea"/>
                          <a:cs typeface="+mn-cs"/>
                        </a:rPr>
                        <a:t>Individual Immunisation History Details</a:t>
                      </a:r>
                      <a:endParaRPr lang="en-AU" dirty="0"/>
                    </a:p>
                  </a:txBody>
                  <a:tcPr/>
                </a:tc>
                <a:tc>
                  <a:txBody>
                    <a:bodyPr/>
                    <a:lstStyle/>
                    <a:p>
                      <a:r>
                        <a:rPr lang="en-AU" dirty="0"/>
                        <a:t>AIR Program</a:t>
                      </a:r>
                    </a:p>
                    <a:p>
                      <a:endParaRPr lang="en-AU" dirty="0"/>
                    </a:p>
                  </a:txBody>
                  <a:tcPr/>
                </a:tc>
                <a:extLst>
                  <a:ext uri="{0D108BD9-81ED-4DB2-BD59-A6C34878D82A}">
                    <a16:rowId xmlns:a16="http://schemas.microsoft.com/office/drawing/2014/main" val="1055966748"/>
                  </a:ext>
                </a:extLst>
              </a:tr>
              <a:tr h="358551">
                <a:tc>
                  <a:txBody>
                    <a:bodyPr/>
                    <a:lstStyle/>
                    <a:p>
                      <a:r>
                        <a:rPr lang="en-AU" dirty="0"/>
                        <a:t>3</a:t>
                      </a:r>
                    </a:p>
                  </a:txBody>
                  <a:tcPr/>
                </a:tc>
                <a:tc>
                  <a:txBody>
                    <a:bodyPr/>
                    <a:lstStyle/>
                    <a:p>
                      <a:pPr lvl="0"/>
                      <a:r>
                        <a:rPr lang="en-AU" sz="1800" kern="1200" dirty="0">
                          <a:solidFill>
                            <a:schemeClr val="dk1"/>
                          </a:solidFill>
                          <a:effectLst/>
                          <a:latin typeface="+mn-lt"/>
                          <a:ea typeface="+mn-ea"/>
                          <a:cs typeface="+mn-cs"/>
                        </a:rPr>
                        <a:t>New AIR Reference Data API</a:t>
                      </a:r>
                    </a:p>
                  </a:txBody>
                  <a:tcPr/>
                </a:tc>
                <a:tc>
                  <a:txBody>
                    <a:bodyPr/>
                    <a:lstStyle/>
                    <a:p>
                      <a:r>
                        <a:rPr lang="en-AU" dirty="0"/>
                        <a:t>AIR Program</a:t>
                      </a:r>
                    </a:p>
                  </a:txBody>
                  <a:tcPr/>
                </a:tc>
                <a:extLst>
                  <a:ext uri="{0D108BD9-81ED-4DB2-BD59-A6C34878D82A}">
                    <a16:rowId xmlns:a16="http://schemas.microsoft.com/office/drawing/2014/main" val="2254484271"/>
                  </a:ext>
                </a:extLst>
              </a:tr>
              <a:tr h="358551">
                <a:tc>
                  <a:txBody>
                    <a:bodyPr/>
                    <a:lstStyle/>
                    <a:p>
                      <a:r>
                        <a:rPr lang="en-AU" dirty="0"/>
                        <a:t>4</a:t>
                      </a:r>
                    </a:p>
                  </a:txBody>
                  <a:tcPr/>
                </a:tc>
                <a:tc>
                  <a:txBody>
                    <a:bodyPr/>
                    <a:lstStyle/>
                    <a:p>
                      <a:r>
                        <a:rPr lang="en-AU" dirty="0"/>
                        <a:t>Retiring older API versions</a:t>
                      </a:r>
                    </a:p>
                  </a:txBody>
                  <a:tcPr/>
                </a:tc>
                <a:tc>
                  <a:txBody>
                    <a:bodyPr/>
                    <a:lstStyle/>
                    <a:p>
                      <a:pPr algn="l"/>
                      <a:r>
                        <a:rPr lang="en-AU" dirty="0"/>
                        <a:t>AIR Program</a:t>
                      </a:r>
                    </a:p>
                  </a:txBody>
                  <a:tcPr/>
                </a:tc>
                <a:extLst>
                  <a:ext uri="{0D108BD9-81ED-4DB2-BD59-A6C34878D82A}">
                    <a16:rowId xmlns:a16="http://schemas.microsoft.com/office/drawing/2014/main" val="361814252"/>
                  </a:ext>
                </a:extLst>
              </a:tr>
              <a:tr h="404829">
                <a:tc>
                  <a:txBody>
                    <a:bodyPr/>
                    <a:lstStyle/>
                    <a:p>
                      <a:r>
                        <a:rPr lang="en-AU" dirty="0"/>
                        <a:t>5</a:t>
                      </a:r>
                    </a:p>
                  </a:txBody>
                  <a:tcPr/>
                </a:tc>
                <a:tc>
                  <a:txBody>
                    <a:bodyPr/>
                    <a:lstStyle/>
                    <a:p>
                      <a:r>
                        <a:rPr lang="en-AU" sz="1800" kern="1200" dirty="0">
                          <a:solidFill>
                            <a:schemeClr val="dk1"/>
                          </a:solidFill>
                          <a:effectLst/>
                          <a:latin typeface="+mn-lt"/>
                          <a:ea typeface="+mn-ea"/>
                          <a:cs typeface="+mn-cs"/>
                        </a:rPr>
                        <a:t>Q&amp;A session</a:t>
                      </a:r>
                      <a:endParaRPr lang="en-AU"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AIR Program/ AIR ICT</a:t>
                      </a:r>
                    </a:p>
                  </a:txBody>
                  <a:tcPr/>
                </a:tc>
                <a:extLst>
                  <a:ext uri="{0D108BD9-81ED-4DB2-BD59-A6C34878D82A}">
                    <a16:rowId xmlns:a16="http://schemas.microsoft.com/office/drawing/2014/main" val="3096811845"/>
                  </a:ext>
                </a:extLst>
              </a:tr>
            </a:tbl>
          </a:graphicData>
        </a:graphic>
      </p:graphicFrame>
      <p:sp>
        <p:nvSpPr>
          <p:cNvPr id="7" name="Title 1"/>
          <p:cNvSpPr txBox="1">
            <a:spLocks/>
          </p:cNvSpPr>
          <p:nvPr/>
        </p:nvSpPr>
        <p:spPr>
          <a:xfrm>
            <a:off x="2048100" y="1990610"/>
            <a:ext cx="8224202" cy="217676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lang="en-US" sz="3600" kern="1200" spc="-24" dirty="0" smtClean="0">
                <a:solidFill>
                  <a:schemeClr val="tx1"/>
                </a:solidFill>
                <a:latin typeface="+mj-lt"/>
                <a:ea typeface="Roboto" panose="02000000000000000000" pitchFamily="2" charset="0"/>
                <a:cs typeface="+mj-cs"/>
              </a:defRPr>
            </a:lvl1pPr>
          </a:lstStyle>
          <a:p>
            <a:r>
              <a:rPr lang="en-AU" sz="2800" dirty="0">
                <a:solidFill>
                  <a:schemeClr val="bg1"/>
                </a:solidFill>
              </a:rPr>
              <a:t>AIR update</a:t>
            </a:r>
          </a:p>
        </p:txBody>
      </p:sp>
    </p:spTree>
    <p:extLst>
      <p:ext uri="{BB962C8B-B14F-4D97-AF65-F5344CB8AC3E}">
        <p14:creationId xmlns:p14="http://schemas.microsoft.com/office/powerpoint/2010/main" val="8349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694C4-3727-F175-1003-31BEAEC5FB7F}"/>
              </a:ext>
            </a:extLst>
          </p:cNvPr>
          <p:cNvSpPr>
            <a:spLocks noGrp="1"/>
          </p:cNvSpPr>
          <p:nvPr>
            <p:ph type="title"/>
          </p:nvPr>
        </p:nvSpPr>
        <p:spPr>
          <a:xfrm>
            <a:off x="839545" y="958193"/>
            <a:ext cx="10539784" cy="744971"/>
          </a:xfrm>
        </p:spPr>
        <p:txBody>
          <a:bodyPr anchor="t">
            <a:normAutofit/>
          </a:bodyPr>
          <a:lstStyle/>
          <a:p>
            <a:r>
              <a:rPr lang="en-AU" cap="none" dirty="0"/>
              <a:t>Housekeeping</a:t>
            </a:r>
            <a:endParaRPr lang="en-AU" dirty="0"/>
          </a:p>
        </p:txBody>
      </p:sp>
      <p:sp>
        <p:nvSpPr>
          <p:cNvPr id="3" name="Date Placeholder 2">
            <a:extLst>
              <a:ext uri="{FF2B5EF4-FFF2-40B4-BE49-F238E27FC236}">
                <a16:creationId xmlns:a16="http://schemas.microsoft.com/office/drawing/2014/main" id="{C632D194-9D7E-C08D-CA4A-29518139C2C1}"/>
              </a:ext>
            </a:extLst>
          </p:cNvPr>
          <p:cNvSpPr>
            <a:spLocks noGrp="1"/>
          </p:cNvSpPr>
          <p:nvPr>
            <p:ph type="dt" sz="half" idx="10"/>
          </p:nvPr>
        </p:nvSpPr>
        <p:spPr>
          <a:xfrm>
            <a:off x="839545" y="6318250"/>
            <a:ext cx="2743200" cy="365125"/>
          </a:xfrm>
        </p:spPr>
        <p:txBody>
          <a:bodyPr anchor="ctr">
            <a:normAutofit/>
          </a:bodyPr>
          <a:lstStyle/>
          <a:p>
            <a:pPr>
              <a:spcAft>
                <a:spcPts val="600"/>
              </a:spcAft>
            </a:pPr>
            <a:r>
              <a:rPr lang="en-AU" dirty="0"/>
              <a:t>24 October 2024</a:t>
            </a:r>
          </a:p>
        </p:txBody>
      </p:sp>
      <p:sp>
        <p:nvSpPr>
          <p:cNvPr id="5" name="Slide Number Placeholder 4">
            <a:extLst>
              <a:ext uri="{FF2B5EF4-FFF2-40B4-BE49-F238E27FC236}">
                <a16:creationId xmlns:a16="http://schemas.microsoft.com/office/drawing/2014/main" id="{A042BC02-3562-FB84-0C6F-BDF7A8FA8A68}"/>
              </a:ext>
            </a:extLst>
          </p:cNvPr>
          <p:cNvSpPr>
            <a:spLocks noGrp="1"/>
          </p:cNvSpPr>
          <p:nvPr>
            <p:ph type="sldNum" sz="quarter" idx="12"/>
          </p:nvPr>
        </p:nvSpPr>
        <p:spPr>
          <a:xfrm>
            <a:off x="10434917" y="6318250"/>
            <a:ext cx="947779" cy="365125"/>
          </a:xfrm>
        </p:spPr>
        <p:txBody>
          <a:bodyPr anchor="ctr">
            <a:normAutofit/>
          </a:bodyPr>
          <a:lstStyle/>
          <a:p>
            <a:pPr>
              <a:spcAft>
                <a:spcPts val="600"/>
              </a:spcAft>
            </a:pPr>
            <a:fld id="{35E8911E-9DE7-463F-981B-F1795CC06C30}" type="slidenum">
              <a:rPr lang="en-AU" smtClean="0"/>
              <a:pPr>
                <a:spcAft>
                  <a:spcPts val="600"/>
                </a:spcAft>
              </a:pPr>
              <a:t>2</a:t>
            </a:fld>
            <a:endParaRPr lang="en-AU" dirty="0"/>
          </a:p>
        </p:txBody>
      </p:sp>
      <p:pic>
        <p:nvPicPr>
          <p:cNvPr id="4" name="Content Placeholder 3">
            <a:extLst>
              <a:ext uri="{FF2B5EF4-FFF2-40B4-BE49-F238E27FC236}">
                <a16:creationId xmlns:a16="http://schemas.microsoft.com/office/drawing/2014/main" id="{87D82B9C-5DAA-0968-A3DC-4598EE0079FB}"/>
              </a:ext>
            </a:extLst>
          </p:cNvPr>
          <p:cNvPicPr>
            <a:picLocks noGrp="1" noChangeAspect="1"/>
          </p:cNvPicPr>
          <p:nvPr>
            <p:ph sz="quarter" idx="15"/>
          </p:nvPr>
        </p:nvPicPr>
        <p:blipFill>
          <a:blip r:embed="rId3"/>
          <a:stretch>
            <a:fillRect/>
          </a:stretch>
        </p:blipFill>
        <p:spPr>
          <a:xfrm>
            <a:off x="950089" y="1602490"/>
            <a:ext cx="9324068" cy="4320910"/>
          </a:xfrm>
          <a:prstGeom prst="rect">
            <a:avLst/>
          </a:prstGeom>
        </p:spPr>
      </p:pic>
    </p:spTree>
    <p:extLst>
      <p:ext uri="{BB962C8B-B14F-4D97-AF65-F5344CB8AC3E}">
        <p14:creationId xmlns:p14="http://schemas.microsoft.com/office/powerpoint/2010/main" val="3431480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EB742811-4CE1-4C26-88D0-A221C6CDA2EC}"/>
              </a:ext>
            </a:extLst>
          </p:cNvPr>
          <p:cNvSpPr txBox="1">
            <a:spLocks/>
          </p:cNvSpPr>
          <p:nvPr/>
        </p:nvSpPr>
        <p:spPr>
          <a:xfrm>
            <a:off x="1985188" y="1873353"/>
            <a:ext cx="7636848" cy="3353166"/>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lang="en-US" sz="3600" kern="1200" spc="-24" dirty="0" smtClean="0">
                <a:solidFill>
                  <a:schemeClr val="tx1"/>
                </a:solidFill>
                <a:latin typeface="+mj-lt"/>
                <a:ea typeface="Roboto" panose="02000000000000000000" pitchFamily="2" charset="0"/>
                <a:cs typeface="+mj-cs"/>
              </a:defRPr>
            </a:lvl1pPr>
          </a:lstStyle>
          <a:p>
            <a:pPr algn="ctr"/>
            <a:r>
              <a:rPr lang="en-AU" sz="3200" dirty="0">
                <a:solidFill>
                  <a:schemeClr val="bg1"/>
                </a:solidFill>
              </a:rPr>
              <a:t>Update 1</a:t>
            </a:r>
          </a:p>
          <a:p>
            <a:endParaRPr lang="en-AU" sz="2000" dirty="0">
              <a:solidFill>
                <a:schemeClr val="bg1"/>
              </a:solidFill>
            </a:endParaRPr>
          </a:p>
          <a:p>
            <a:r>
              <a:rPr lang="en-AU" sz="3200" dirty="0">
                <a:solidFill>
                  <a:schemeClr val="bg1"/>
                </a:solidFill>
              </a:rPr>
              <a:t>Changes to the Australian Immunisation Register Rule 2015 as of 1 March 2025</a:t>
            </a:r>
          </a:p>
          <a:p>
            <a:endParaRPr lang="en-AU" sz="2000" dirty="0">
              <a:solidFill>
                <a:schemeClr val="bg1"/>
              </a:solidFill>
            </a:endParaRPr>
          </a:p>
        </p:txBody>
      </p:sp>
    </p:spTree>
    <p:extLst>
      <p:ext uri="{BB962C8B-B14F-4D97-AF65-F5344CB8AC3E}">
        <p14:creationId xmlns:p14="http://schemas.microsoft.com/office/powerpoint/2010/main" val="1080361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694C4-3727-F175-1003-31BEAEC5FB7F}"/>
              </a:ext>
            </a:extLst>
          </p:cNvPr>
          <p:cNvSpPr>
            <a:spLocks noGrp="1"/>
          </p:cNvSpPr>
          <p:nvPr>
            <p:ph type="title"/>
          </p:nvPr>
        </p:nvSpPr>
        <p:spPr>
          <a:xfrm>
            <a:off x="839545" y="958193"/>
            <a:ext cx="10539784" cy="744971"/>
          </a:xfrm>
        </p:spPr>
        <p:txBody>
          <a:bodyPr anchor="t">
            <a:normAutofit/>
          </a:bodyPr>
          <a:lstStyle/>
          <a:p>
            <a:r>
              <a:rPr lang="en-AU" sz="2500" cap="none" dirty="0">
                <a:solidFill>
                  <a:srgbClr val="33CCCC"/>
                </a:solidFill>
              </a:rPr>
              <a:t>Why antenatal data is important</a:t>
            </a:r>
            <a:endParaRPr lang="en-AU" sz="2500" dirty="0">
              <a:solidFill>
                <a:srgbClr val="33CCCC"/>
              </a:solidFill>
            </a:endParaRPr>
          </a:p>
        </p:txBody>
      </p:sp>
      <p:sp>
        <p:nvSpPr>
          <p:cNvPr id="3" name="Date Placeholder 2">
            <a:extLst>
              <a:ext uri="{FF2B5EF4-FFF2-40B4-BE49-F238E27FC236}">
                <a16:creationId xmlns:a16="http://schemas.microsoft.com/office/drawing/2014/main" id="{C632D194-9D7E-C08D-CA4A-29518139C2C1}"/>
              </a:ext>
            </a:extLst>
          </p:cNvPr>
          <p:cNvSpPr>
            <a:spLocks noGrp="1"/>
          </p:cNvSpPr>
          <p:nvPr>
            <p:ph type="dt" sz="half" idx="10"/>
          </p:nvPr>
        </p:nvSpPr>
        <p:spPr>
          <a:xfrm>
            <a:off x="839545" y="6318250"/>
            <a:ext cx="2743200" cy="365125"/>
          </a:xfrm>
        </p:spPr>
        <p:txBody>
          <a:bodyPr anchor="ctr">
            <a:normAutofit/>
          </a:bodyPr>
          <a:lstStyle/>
          <a:p>
            <a:pPr>
              <a:spcAft>
                <a:spcPts val="600"/>
              </a:spcAft>
            </a:pPr>
            <a:r>
              <a:rPr lang="en-AU" dirty="0"/>
              <a:t>24 October 2024</a:t>
            </a:r>
          </a:p>
        </p:txBody>
      </p:sp>
      <p:sp>
        <p:nvSpPr>
          <p:cNvPr id="5" name="Slide Number Placeholder 4">
            <a:extLst>
              <a:ext uri="{FF2B5EF4-FFF2-40B4-BE49-F238E27FC236}">
                <a16:creationId xmlns:a16="http://schemas.microsoft.com/office/drawing/2014/main" id="{A042BC02-3562-FB84-0C6F-BDF7A8FA8A68}"/>
              </a:ext>
            </a:extLst>
          </p:cNvPr>
          <p:cNvSpPr>
            <a:spLocks noGrp="1"/>
          </p:cNvSpPr>
          <p:nvPr>
            <p:ph type="sldNum" sz="quarter" idx="12"/>
          </p:nvPr>
        </p:nvSpPr>
        <p:spPr>
          <a:xfrm>
            <a:off x="10434917" y="6318250"/>
            <a:ext cx="947779" cy="365125"/>
          </a:xfrm>
        </p:spPr>
        <p:txBody>
          <a:bodyPr anchor="ctr">
            <a:normAutofit/>
          </a:bodyPr>
          <a:lstStyle/>
          <a:p>
            <a:pPr>
              <a:spcAft>
                <a:spcPts val="600"/>
              </a:spcAft>
            </a:pPr>
            <a:fld id="{35E8911E-9DE7-463F-981B-F1795CC06C30}" type="slidenum">
              <a:rPr lang="en-AU" smtClean="0"/>
              <a:pPr>
                <a:spcAft>
                  <a:spcPts val="600"/>
                </a:spcAft>
              </a:pPr>
              <a:t>4</a:t>
            </a:fld>
            <a:endParaRPr lang="en-AU" dirty="0"/>
          </a:p>
        </p:txBody>
      </p:sp>
      <p:sp>
        <p:nvSpPr>
          <p:cNvPr id="6" name="Content Placeholder 5">
            <a:extLst>
              <a:ext uri="{FF2B5EF4-FFF2-40B4-BE49-F238E27FC236}">
                <a16:creationId xmlns:a16="http://schemas.microsoft.com/office/drawing/2014/main" id="{68ACD2F2-2446-EA1F-C4E7-E92793FA931E}"/>
              </a:ext>
            </a:extLst>
          </p:cNvPr>
          <p:cNvSpPr>
            <a:spLocks noGrp="1"/>
          </p:cNvSpPr>
          <p:nvPr>
            <p:ph sz="quarter" idx="15"/>
          </p:nvPr>
        </p:nvSpPr>
        <p:spPr>
          <a:xfrm>
            <a:off x="839788" y="1718756"/>
            <a:ext cx="10539412" cy="4200907"/>
          </a:xfrm>
        </p:spPr>
        <p:txBody>
          <a:bodyPr>
            <a:normAutofit/>
          </a:bodyPr>
          <a:lstStyle/>
          <a:p>
            <a:pPr marL="285750" indent="-285750">
              <a:lnSpc>
                <a:spcPct val="100000"/>
              </a:lnSpc>
              <a:spcAft>
                <a:spcPts val="600"/>
              </a:spcAft>
            </a:pPr>
            <a:r>
              <a:rPr lang="en-AU" sz="1800" kern="100" dirty="0">
                <a:effectLst/>
              </a:rPr>
              <a:t>Maternal immunisation is critical in protecting pregnant women and their babies from serious illness and severe complications from vaccine preventable diseases. </a:t>
            </a:r>
          </a:p>
          <a:p>
            <a:pPr marL="285750" indent="-285750">
              <a:lnSpc>
                <a:spcPct val="100000"/>
              </a:lnSpc>
              <a:spcAft>
                <a:spcPts val="600"/>
              </a:spcAft>
            </a:pPr>
            <a:r>
              <a:rPr lang="en-AU" sz="1800" b="0" spc="-24" dirty="0"/>
              <a:t>The collection of antenatal data is important as it</a:t>
            </a:r>
            <a:r>
              <a:rPr lang="en-AU" sz="1800" b="0" dirty="0">
                <a:effectLst/>
              </a:rPr>
              <a:t> ensures that the AIR contains a complete and reliable </a:t>
            </a:r>
            <a:r>
              <a:rPr lang="en-AU" sz="1800" b="0" dirty="0"/>
              <a:t>dataset to enable the monitoring: </a:t>
            </a:r>
          </a:p>
          <a:p>
            <a:pPr marL="720000" lvl="3" indent="-342000">
              <a:lnSpc>
                <a:spcPct val="100000"/>
              </a:lnSpc>
              <a:spcAft>
                <a:spcPts val="600"/>
              </a:spcAft>
            </a:pPr>
            <a:r>
              <a:rPr lang="en-AU" sz="1800" spc="9" dirty="0"/>
              <a:t>of immunisation coverage and administration.</a:t>
            </a:r>
          </a:p>
          <a:p>
            <a:pPr marL="720000" lvl="3" indent="-342000">
              <a:lnSpc>
                <a:spcPct val="100000"/>
              </a:lnSpc>
              <a:spcBef>
                <a:spcPts val="0"/>
              </a:spcBef>
              <a:spcAft>
                <a:spcPts val="0"/>
              </a:spcAft>
            </a:pPr>
            <a:r>
              <a:rPr lang="en-AU" sz="1800" spc="9" dirty="0"/>
              <a:t>the effectiveness and safety of maternal vaccines and vaccination programs, such as the National Immunisation Program (NIP), influenza and other respiratory vaccines and programs.</a:t>
            </a:r>
          </a:p>
          <a:p>
            <a:pPr marL="378000" lvl="3" indent="0">
              <a:lnSpc>
                <a:spcPct val="100000"/>
              </a:lnSpc>
              <a:spcBef>
                <a:spcPts val="0"/>
              </a:spcBef>
              <a:spcAft>
                <a:spcPts val="0"/>
              </a:spcAft>
              <a:buNone/>
            </a:pPr>
            <a:endParaRPr lang="en-AU" sz="1800" spc="9" dirty="0"/>
          </a:p>
          <a:p>
            <a:pPr marL="285750" indent="-285750">
              <a:lnSpc>
                <a:spcPct val="100000"/>
              </a:lnSpc>
              <a:spcAft>
                <a:spcPts val="600"/>
              </a:spcAft>
            </a:pPr>
            <a:r>
              <a:rPr lang="en-AU" sz="1800" b="0" spc="9" dirty="0"/>
              <a:t>It also enables data linkages to evaluate and inform future program policy. For example, linkages with hospitalisation data.  </a:t>
            </a:r>
          </a:p>
          <a:p>
            <a:pPr marL="0" indent="0">
              <a:buNone/>
            </a:pPr>
            <a:endParaRPr lang="en-AU" dirty="0"/>
          </a:p>
        </p:txBody>
      </p:sp>
    </p:spTree>
    <p:extLst>
      <p:ext uri="{BB962C8B-B14F-4D97-AF65-F5344CB8AC3E}">
        <p14:creationId xmlns:p14="http://schemas.microsoft.com/office/powerpoint/2010/main" val="2195130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694C4-3727-F175-1003-31BEAEC5FB7F}"/>
              </a:ext>
            </a:extLst>
          </p:cNvPr>
          <p:cNvSpPr>
            <a:spLocks noGrp="1"/>
          </p:cNvSpPr>
          <p:nvPr>
            <p:ph type="title"/>
          </p:nvPr>
        </p:nvSpPr>
        <p:spPr/>
        <p:txBody>
          <a:bodyPr anchor="t">
            <a:normAutofit/>
          </a:bodyPr>
          <a:lstStyle/>
          <a:p>
            <a:r>
              <a:rPr lang="en-AU" sz="2500" dirty="0">
                <a:solidFill>
                  <a:srgbClr val="33CCCC"/>
                </a:solidFill>
              </a:rPr>
              <a:t>What we did</a:t>
            </a:r>
            <a:br>
              <a:rPr lang="en-AU" sz="2500" cap="none" dirty="0"/>
            </a:br>
            <a:endParaRPr lang="en-AU" sz="2500" dirty="0"/>
          </a:p>
        </p:txBody>
      </p:sp>
      <p:sp>
        <p:nvSpPr>
          <p:cNvPr id="3" name="Date Placeholder 2">
            <a:extLst>
              <a:ext uri="{FF2B5EF4-FFF2-40B4-BE49-F238E27FC236}">
                <a16:creationId xmlns:a16="http://schemas.microsoft.com/office/drawing/2014/main" id="{C632D194-9D7E-C08D-CA4A-29518139C2C1}"/>
              </a:ext>
            </a:extLst>
          </p:cNvPr>
          <p:cNvSpPr>
            <a:spLocks noGrp="1"/>
          </p:cNvSpPr>
          <p:nvPr>
            <p:ph type="dt" sz="half" idx="10"/>
          </p:nvPr>
        </p:nvSpPr>
        <p:spPr>
          <a:xfrm>
            <a:off x="839545" y="6318250"/>
            <a:ext cx="2743200" cy="365125"/>
          </a:xfrm>
        </p:spPr>
        <p:txBody>
          <a:bodyPr anchor="ctr">
            <a:normAutofit/>
          </a:bodyPr>
          <a:lstStyle/>
          <a:p>
            <a:pPr>
              <a:spcAft>
                <a:spcPts val="600"/>
              </a:spcAft>
            </a:pPr>
            <a:r>
              <a:rPr lang="en-AU" dirty="0"/>
              <a:t>24 October 2024</a:t>
            </a:r>
          </a:p>
        </p:txBody>
      </p:sp>
      <p:sp>
        <p:nvSpPr>
          <p:cNvPr id="5" name="Slide Number Placeholder 4">
            <a:extLst>
              <a:ext uri="{FF2B5EF4-FFF2-40B4-BE49-F238E27FC236}">
                <a16:creationId xmlns:a16="http://schemas.microsoft.com/office/drawing/2014/main" id="{A042BC02-3562-FB84-0C6F-BDF7A8FA8A68}"/>
              </a:ext>
            </a:extLst>
          </p:cNvPr>
          <p:cNvSpPr>
            <a:spLocks noGrp="1"/>
          </p:cNvSpPr>
          <p:nvPr>
            <p:ph type="sldNum" sz="quarter" idx="12"/>
          </p:nvPr>
        </p:nvSpPr>
        <p:spPr/>
        <p:txBody>
          <a:bodyPr anchor="ctr">
            <a:normAutofit/>
          </a:bodyPr>
          <a:lstStyle/>
          <a:p>
            <a:pPr>
              <a:spcAft>
                <a:spcPts val="600"/>
              </a:spcAft>
            </a:pPr>
            <a:fld id="{35E8911E-9DE7-463F-981B-F1795CC06C30}" type="slidenum">
              <a:rPr lang="en-AU" smtClean="0"/>
              <a:pPr>
                <a:spcAft>
                  <a:spcPts val="600"/>
                </a:spcAft>
              </a:pPr>
              <a:t>5</a:t>
            </a:fld>
            <a:endParaRPr lang="en-AU" dirty="0"/>
          </a:p>
        </p:txBody>
      </p:sp>
      <p:sp>
        <p:nvSpPr>
          <p:cNvPr id="6" name="Content Placeholder 5">
            <a:extLst>
              <a:ext uri="{FF2B5EF4-FFF2-40B4-BE49-F238E27FC236}">
                <a16:creationId xmlns:a16="http://schemas.microsoft.com/office/drawing/2014/main" id="{68ACD2F2-2446-EA1F-C4E7-E92793FA931E}"/>
              </a:ext>
            </a:extLst>
          </p:cNvPr>
          <p:cNvSpPr>
            <a:spLocks noGrp="1"/>
          </p:cNvSpPr>
          <p:nvPr>
            <p:ph type="body" sz="quarter" idx="13"/>
          </p:nvPr>
        </p:nvSpPr>
        <p:spPr/>
        <p:txBody>
          <a:bodyPr>
            <a:normAutofit/>
          </a:bodyPr>
          <a:lstStyle/>
          <a:p>
            <a:pPr>
              <a:spcBef>
                <a:spcPts val="0"/>
              </a:spcBef>
              <a:spcAft>
                <a:spcPts val="0"/>
              </a:spcAft>
            </a:pPr>
            <a:r>
              <a:rPr lang="en-AU" sz="1800" b="0" kern="100" dirty="0">
                <a:effectLst/>
              </a:rPr>
              <a:t>To support the implementation of the National Immunisation Program Vaccinations in Pharmacy program, enhancements were made to the AIR in December 2023 to capture additional reporting information, including the vaccine type and route of administration fields.  </a:t>
            </a:r>
          </a:p>
          <a:p>
            <a:pPr marL="0" indent="0">
              <a:spcBef>
                <a:spcPts val="0"/>
              </a:spcBef>
              <a:spcAft>
                <a:spcPts val="0"/>
              </a:spcAft>
              <a:buNone/>
            </a:pPr>
            <a:endParaRPr lang="en-AU" sz="1800" b="0" kern="100" dirty="0">
              <a:effectLst/>
            </a:endParaRPr>
          </a:p>
          <a:p>
            <a:pPr>
              <a:spcBef>
                <a:spcPts val="0"/>
              </a:spcBef>
              <a:spcAft>
                <a:spcPts val="0"/>
              </a:spcAft>
            </a:pPr>
            <a:r>
              <a:rPr lang="en-AU" sz="1800" b="0" kern="100" dirty="0">
                <a:effectLst/>
              </a:rPr>
              <a:t>Due to insufficient time to implement a bespoke antenatal field, the vaccine type field was leveraged as an interim solution to enable the collection of antenatal data ahead of the 2024 influenza season.</a:t>
            </a:r>
          </a:p>
          <a:p>
            <a:pPr marL="0" indent="0">
              <a:spcBef>
                <a:spcPts val="0"/>
              </a:spcBef>
              <a:spcAft>
                <a:spcPts val="0"/>
              </a:spcAft>
              <a:buNone/>
            </a:pPr>
            <a:endParaRPr lang="en-AU" sz="1800" b="0" kern="100" dirty="0">
              <a:effectLst/>
            </a:endParaRPr>
          </a:p>
          <a:p>
            <a:pPr>
              <a:spcBef>
                <a:spcPts val="0"/>
              </a:spcBef>
              <a:spcAft>
                <a:spcPts val="0"/>
              </a:spcAft>
            </a:pPr>
            <a:r>
              <a:rPr lang="en-AU" sz="1800" b="0" kern="100" dirty="0">
                <a:effectLst/>
              </a:rPr>
              <a:t>This has resulted in poor data quality and caused confusion amongst vaccination providers. </a:t>
            </a:r>
          </a:p>
          <a:p>
            <a:pPr>
              <a:spcBef>
                <a:spcPts val="0"/>
              </a:spcBef>
              <a:spcAft>
                <a:spcPts val="0"/>
              </a:spcAft>
            </a:pPr>
            <a:endParaRPr lang="en-AU" sz="1800" b="0" kern="100" dirty="0">
              <a:effectLst/>
            </a:endParaRPr>
          </a:p>
          <a:p>
            <a:pPr>
              <a:spcBef>
                <a:spcPts val="0"/>
              </a:spcBef>
              <a:spcAft>
                <a:spcPts val="0"/>
              </a:spcAft>
            </a:pPr>
            <a:r>
              <a:rPr lang="en-AU" sz="1800" b="0" kern="100" dirty="0">
                <a:effectLst/>
              </a:rPr>
              <a:t>To alleviate these issues: </a:t>
            </a:r>
          </a:p>
          <a:p>
            <a:pPr marL="720000" lvl="0" indent="-342900">
              <a:spcBef>
                <a:spcPts val="0"/>
              </a:spcBef>
              <a:spcAft>
                <a:spcPts val="0"/>
              </a:spcAft>
              <a:buFont typeface="Arial" panose="020B0604020202020204" pitchFamily="34" charset="0"/>
              <a:buChar char="•"/>
              <a:tabLst>
                <a:tab pos="457200" algn="l"/>
              </a:tabLst>
            </a:pPr>
            <a:r>
              <a:rPr lang="en-AU" sz="1800" b="0" kern="100" dirty="0">
                <a:effectLst/>
              </a:rPr>
              <a:t>a bespoke antenatal field will be added to the AIR; and </a:t>
            </a:r>
          </a:p>
          <a:p>
            <a:pPr marL="720000" lvl="0" indent="-342900">
              <a:spcBef>
                <a:spcPts val="0"/>
              </a:spcBef>
              <a:spcAft>
                <a:spcPts val="0"/>
              </a:spcAft>
              <a:buFont typeface="Arial" panose="020B0604020202020204" pitchFamily="34" charset="0"/>
              <a:buChar char="•"/>
              <a:tabLst>
                <a:tab pos="457200" algn="l"/>
              </a:tabLst>
            </a:pPr>
            <a:r>
              <a:rPr lang="en-AU" sz="1800" b="0" kern="100" dirty="0">
                <a:effectLst/>
              </a:rPr>
              <a:t>changes to the ‘vaccine type’ field will simplify and make it easier for vaccination providers to report information to the AIR. </a:t>
            </a:r>
          </a:p>
          <a:p>
            <a:pPr marL="313200" indent="0">
              <a:spcBef>
                <a:spcPts val="0"/>
              </a:spcBef>
              <a:spcAft>
                <a:spcPts val="0"/>
              </a:spcAft>
              <a:buNone/>
            </a:pPr>
            <a:endParaRPr lang="en-AU" sz="1800" b="0" kern="100" dirty="0">
              <a:effectLst/>
            </a:endParaRPr>
          </a:p>
          <a:p>
            <a:pPr>
              <a:spcBef>
                <a:spcPts val="0"/>
              </a:spcBef>
              <a:spcAft>
                <a:spcPts val="0"/>
              </a:spcAft>
            </a:pPr>
            <a:r>
              <a:rPr lang="en-AU" sz="1800" b="0" kern="100" dirty="0">
                <a:effectLst/>
              </a:rPr>
              <a:t>Key stakeholders are </a:t>
            </a:r>
            <a:r>
              <a:rPr lang="en-AU" sz="1800" b="0" kern="100" dirty="0">
                <a:solidFill>
                  <a:srgbClr val="33CCCC"/>
                </a:solidFill>
                <a:effectLst/>
              </a:rPr>
              <a:t>supportive</a:t>
            </a:r>
            <a:r>
              <a:rPr lang="en-AU" sz="1800" b="0" kern="100" dirty="0">
                <a:effectLst/>
              </a:rPr>
              <a:t> of these AIR enhancements. </a:t>
            </a:r>
          </a:p>
          <a:p>
            <a:pPr marL="0" indent="0">
              <a:buNone/>
            </a:pPr>
            <a:endParaRPr lang="en-AU" b="0" dirty="0">
              <a:effectLst/>
            </a:endParaRPr>
          </a:p>
        </p:txBody>
      </p:sp>
    </p:spTree>
    <p:extLst>
      <p:ext uri="{BB962C8B-B14F-4D97-AF65-F5344CB8AC3E}">
        <p14:creationId xmlns:p14="http://schemas.microsoft.com/office/powerpoint/2010/main" val="3470881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694C4-3727-F175-1003-31BEAEC5FB7F}"/>
              </a:ext>
            </a:extLst>
          </p:cNvPr>
          <p:cNvSpPr>
            <a:spLocks noGrp="1"/>
          </p:cNvSpPr>
          <p:nvPr>
            <p:ph type="title"/>
          </p:nvPr>
        </p:nvSpPr>
        <p:spPr>
          <a:xfrm>
            <a:off x="839545" y="958193"/>
            <a:ext cx="10539784" cy="744971"/>
          </a:xfrm>
        </p:spPr>
        <p:txBody>
          <a:bodyPr anchor="t">
            <a:normAutofit/>
          </a:bodyPr>
          <a:lstStyle/>
          <a:p>
            <a:r>
              <a:rPr lang="en-AU" sz="2500" cap="none" dirty="0">
                <a:solidFill>
                  <a:srgbClr val="33CCCC"/>
                </a:solidFill>
              </a:rPr>
              <a:t>What we are doing</a:t>
            </a:r>
            <a:br>
              <a:rPr lang="en-AU" sz="2500" cap="none" dirty="0"/>
            </a:br>
            <a:endParaRPr lang="en-AU" sz="2500" dirty="0"/>
          </a:p>
        </p:txBody>
      </p:sp>
      <p:sp>
        <p:nvSpPr>
          <p:cNvPr id="3" name="Date Placeholder 2">
            <a:extLst>
              <a:ext uri="{FF2B5EF4-FFF2-40B4-BE49-F238E27FC236}">
                <a16:creationId xmlns:a16="http://schemas.microsoft.com/office/drawing/2014/main" id="{C632D194-9D7E-C08D-CA4A-29518139C2C1}"/>
              </a:ext>
            </a:extLst>
          </p:cNvPr>
          <p:cNvSpPr>
            <a:spLocks noGrp="1"/>
          </p:cNvSpPr>
          <p:nvPr>
            <p:ph type="dt" sz="half" idx="10"/>
          </p:nvPr>
        </p:nvSpPr>
        <p:spPr>
          <a:xfrm>
            <a:off x="839545" y="6318249"/>
            <a:ext cx="2743200" cy="365125"/>
          </a:xfrm>
        </p:spPr>
        <p:txBody>
          <a:bodyPr anchor="ctr">
            <a:normAutofit/>
          </a:bodyPr>
          <a:lstStyle/>
          <a:p>
            <a:pPr>
              <a:spcAft>
                <a:spcPts val="600"/>
              </a:spcAft>
            </a:pPr>
            <a:r>
              <a:rPr lang="en-AU" dirty="0"/>
              <a:t>24 October 2024</a:t>
            </a:r>
          </a:p>
        </p:txBody>
      </p:sp>
      <p:sp>
        <p:nvSpPr>
          <p:cNvPr id="5" name="Slide Number Placeholder 4">
            <a:extLst>
              <a:ext uri="{FF2B5EF4-FFF2-40B4-BE49-F238E27FC236}">
                <a16:creationId xmlns:a16="http://schemas.microsoft.com/office/drawing/2014/main" id="{A042BC02-3562-FB84-0C6F-BDF7A8FA8A68}"/>
              </a:ext>
            </a:extLst>
          </p:cNvPr>
          <p:cNvSpPr>
            <a:spLocks noGrp="1"/>
          </p:cNvSpPr>
          <p:nvPr>
            <p:ph type="sldNum" sz="quarter" idx="12"/>
          </p:nvPr>
        </p:nvSpPr>
        <p:spPr>
          <a:xfrm>
            <a:off x="10434917" y="6318250"/>
            <a:ext cx="947779" cy="365125"/>
          </a:xfrm>
        </p:spPr>
        <p:txBody>
          <a:bodyPr anchor="ctr">
            <a:normAutofit/>
          </a:bodyPr>
          <a:lstStyle/>
          <a:p>
            <a:pPr>
              <a:spcAft>
                <a:spcPts val="600"/>
              </a:spcAft>
            </a:pPr>
            <a:fld id="{35E8911E-9DE7-463F-981B-F1795CC06C30}" type="slidenum">
              <a:rPr lang="en-AU" smtClean="0"/>
              <a:pPr>
                <a:spcAft>
                  <a:spcPts val="600"/>
                </a:spcAft>
              </a:pPr>
              <a:t>6</a:t>
            </a:fld>
            <a:endParaRPr lang="en-AU" dirty="0"/>
          </a:p>
        </p:txBody>
      </p:sp>
      <p:sp>
        <p:nvSpPr>
          <p:cNvPr id="6" name="Content Placeholder 5">
            <a:extLst>
              <a:ext uri="{FF2B5EF4-FFF2-40B4-BE49-F238E27FC236}">
                <a16:creationId xmlns:a16="http://schemas.microsoft.com/office/drawing/2014/main" id="{68ACD2F2-2446-EA1F-C4E7-E92793FA931E}"/>
              </a:ext>
            </a:extLst>
          </p:cNvPr>
          <p:cNvSpPr>
            <a:spLocks noGrp="1"/>
          </p:cNvSpPr>
          <p:nvPr>
            <p:ph type="body" sz="quarter" idx="13"/>
          </p:nvPr>
        </p:nvSpPr>
        <p:spPr>
          <a:xfrm>
            <a:off x="839788" y="1718755"/>
            <a:ext cx="6132512" cy="4196419"/>
          </a:xfrm>
        </p:spPr>
        <p:txBody>
          <a:bodyPr>
            <a:normAutofit/>
          </a:bodyPr>
          <a:lstStyle/>
          <a:p>
            <a:pPr>
              <a:lnSpc>
                <a:spcPct val="100000"/>
              </a:lnSpc>
              <a:spcBef>
                <a:spcPts val="0"/>
              </a:spcBef>
              <a:spcAft>
                <a:spcPts val="0"/>
              </a:spcAft>
            </a:pPr>
            <a:r>
              <a:rPr lang="en-GB" sz="1800" b="0" kern="100" dirty="0"/>
              <a:t>From </a:t>
            </a:r>
            <a:r>
              <a:rPr lang="en-GB" sz="1800" b="0" kern="100" dirty="0">
                <a:solidFill>
                  <a:srgbClr val="33CCCC"/>
                </a:solidFill>
              </a:rPr>
              <a:t>1 March 2025</a:t>
            </a:r>
            <a:r>
              <a:rPr lang="en-GB" sz="1800" b="0" kern="100" dirty="0"/>
              <a:t>, amendments to the Australian Immunisation Register Rule 2015 (AIR Rule) will make it mandatory for vaccination providers to report to the AIR if an individual is pregnant at the time of vaccination.</a:t>
            </a:r>
          </a:p>
          <a:p>
            <a:pPr>
              <a:lnSpc>
                <a:spcPct val="100000"/>
              </a:lnSpc>
              <a:spcBef>
                <a:spcPts val="0"/>
              </a:spcBef>
              <a:spcAft>
                <a:spcPts val="0"/>
              </a:spcAft>
            </a:pPr>
            <a:endParaRPr lang="en-GB" sz="1800" b="0" kern="100" dirty="0"/>
          </a:p>
          <a:p>
            <a:pPr>
              <a:lnSpc>
                <a:spcPct val="100000"/>
              </a:lnSpc>
              <a:spcBef>
                <a:spcPts val="0"/>
              </a:spcBef>
              <a:spcAft>
                <a:spcPts val="0"/>
              </a:spcAft>
            </a:pPr>
            <a:r>
              <a:rPr lang="en-GB" sz="1800" b="0" kern="100" dirty="0"/>
              <a:t>Vaccination providers will be required to report this information to the AIR </a:t>
            </a:r>
            <a:r>
              <a:rPr lang="en-AU" sz="1800" b="0" kern="100" dirty="0"/>
              <a:t>for all vaccines prescribed by the AIR Rule (COVID-19, Influenza, NIP and Japanese encephalitis virus vaccines). </a:t>
            </a:r>
          </a:p>
          <a:p>
            <a:pPr>
              <a:lnSpc>
                <a:spcPct val="100000"/>
              </a:lnSpc>
              <a:spcBef>
                <a:spcPts val="0"/>
              </a:spcBef>
              <a:spcAft>
                <a:spcPts val="0"/>
              </a:spcAft>
            </a:pPr>
            <a:endParaRPr lang="en-GB" sz="1800" b="0" kern="100" dirty="0"/>
          </a:p>
          <a:p>
            <a:pPr>
              <a:lnSpc>
                <a:spcPct val="100000"/>
              </a:lnSpc>
              <a:spcBef>
                <a:spcPts val="0"/>
              </a:spcBef>
              <a:spcAft>
                <a:spcPts val="0"/>
              </a:spcAft>
            </a:pPr>
            <a:r>
              <a:rPr lang="en-GB" sz="1800" b="0" kern="100" dirty="0"/>
              <a:t>This will enable the collection of important antenatal data during the 2025 influenza season. </a:t>
            </a:r>
            <a:endParaRPr lang="en-AU" sz="1800" b="0" kern="100" dirty="0"/>
          </a:p>
          <a:p>
            <a:pPr marL="0" indent="0">
              <a:buNone/>
            </a:pPr>
            <a:endParaRPr lang="en-AU" dirty="0"/>
          </a:p>
          <a:p>
            <a:pPr marL="0" indent="0">
              <a:buNone/>
            </a:pPr>
            <a:endParaRPr lang="en-AU" dirty="0"/>
          </a:p>
        </p:txBody>
      </p:sp>
      <p:pic>
        <p:nvPicPr>
          <p:cNvPr id="4" name="Picture 3">
            <a:extLst>
              <a:ext uri="{FF2B5EF4-FFF2-40B4-BE49-F238E27FC236}">
                <a16:creationId xmlns:a16="http://schemas.microsoft.com/office/drawing/2014/main" id="{1702BD78-0B1A-C06B-6E7F-02459444D8DF}"/>
              </a:ext>
            </a:extLst>
          </p:cNvPr>
          <p:cNvPicPr>
            <a:picLocks noChangeAspect="1"/>
          </p:cNvPicPr>
          <p:nvPr/>
        </p:nvPicPr>
        <p:blipFill>
          <a:blip r:embed="rId3"/>
          <a:stretch>
            <a:fillRect/>
          </a:stretch>
        </p:blipFill>
        <p:spPr>
          <a:xfrm>
            <a:off x="7258989" y="1703388"/>
            <a:ext cx="4050907" cy="3316287"/>
          </a:xfrm>
          <a:prstGeom prst="rect">
            <a:avLst/>
          </a:prstGeom>
          <a:noFill/>
        </p:spPr>
      </p:pic>
    </p:spTree>
    <p:extLst>
      <p:ext uri="{BB962C8B-B14F-4D97-AF65-F5344CB8AC3E}">
        <p14:creationId xmlns:p14="http://schemas.microsoft.com/office/powerpoint/2010/main" val="1075568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EB742811-4CE1-4C26-88D0-A221C6CDA2EC}"/>
              </a:ext>
            </a:extLst>
          </p:cNvPr>
          <p:cNvSpPr txBox="1">
            <a:spLocks/>
          </p:cNvSpPr>
          <p:nvPr/>
        </p:nvSpPr>
        <p:spPr>
          <a:xfrm>
            <a:off x="2832211" y="2112020"/>
            <a:ext cx="6400021" cy="1946633"/>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lang="en-US" sz="3600" kern="1200" spc="-24" dirty="0" smtClean="0">
                <a:solidFill>
                  <a:schemeClr val="tx1"/>
                </a:solidFill>
                <a:latin typeface="+mj-lt"/>
                <a:ea typeface="Roboto" panose="02000000000000000000" pitchFamily="2" charset="0"/>
                <a:cs typeface="+mj-cs"/>
              </a:defRPr>
            </a:lvl1pPr>
          </a:lstStyle>
          <a:p>
            <a:pPr algn="ctr"/>
            <a:r>
              <a:rPr lang="en-AU" sz="3200" dirty="0">
                <a:solidFill>
                  <a:schemeClr val="bg1"/>
                </a:solidFill>
              </a:rPr>
              <a:t>Update 2</a:t>
            </a:r>
          </a:p>
          <a:p>
            <a:pPr algn="ctr"/>
            <a:endParaRPr lang="en-AU" sz="3200" dirty="0">
              <a:solidFill>
                <a:schemeClr val="bg1"/>
              </a:solidFill>
            </a:endParaRPr>
          </a:p>
          <a:p>
            <a:pPr algn="ctr"/>
            <a:r>
              <a:rPr lang="en-AU" sz="3200" kern="100" dirty="0">
                <a:solidFill>
                  <a:schemeClr val="bg1"/>
                </a:solidFill>
                <a:effectLst/>
                <a:latin typeface="Aptos" panose="020B0004020202020204" pitchFamily="34" charset="0"/>
                <a:ea typeface="Times New Roman" panose="02020603050405020304" pitchFamily="18" charset="0"/>
                <a:cs typeface="Times New Roman" panose="02020603050405020304" pitchFamily="18" charset="0"/>
              </a:rPr>
              <a:t>The addition of a new antenatal indicator to the AIR</a:t>
            </a:r>
            <a:endParaRPr lang="en-AU" sz="3200" dirty="0">
              <a:solidFill>
                <a:schemeClr val="bg1"/>
              </a:solidFill>
            </a:endParaRPr>
          </a:p>
        </p:txBody>
      </p:sp>
    </p:spTree>
    <p:extLst>
      <p:ext uri="{BB962C8B-B14F-4D97-AF65-F5344CB8AC3E}">
        <p14:creationId xmlns:p14="http://schemas.microsoft.com/office/powerpoint/2010/main" val="701735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7418" y="859652"/>
            <a:ext cx="10641275" cy="372486"/>
          </a:xfrm>
        </p:spPr>
        <p:txBody>
          <a:bodyPr>
            <a:noAutofit/>
          </a:bodyPr>
          <a:lstStyle/>
          <a:p>
            <a:r>
              <a:rPr lang="en-AU" sz="3200" dirty="0">
                <a:gradFill>
                  <a:gsLst>
                    <a:gs pos="0">
                      <a:srgbClr val="008A96"/>
                    </a:gs>
                    <a:gs pos="100000">
                      <a:srgbClr val="00B4C4"/>
                    </a:gs>
                  </a:gsLst>
                  <a:lin ang="2700000" scaled="1"/>
                </a:gradFill>
                <a:cs typeface="Calibri" panose="020F0502020204030204" pitchFamily="34" charset="0"/>
              </a:rPr>
              <a:t>Adding new ‘antenatal indicator’ field</a:t>
            </a:r>
            <a:endParaRPr lang="en-AU" sz="3200" dirty="0">
              <a:gradFill>
                <a:gsLst>
                  <a:gs pos="0">
                    <a:srgbClr val="008A96"/>
                  </a:gs>
                  <a:gs pos="100000">
                    <a:srgbClr val="00B4C4"/>
                  </a:gs>
                </a:gsLst>
                <a:lin ang="2700000" scaled="1"/>
              </a:gradFill>
            </a:endParaRPr>
          </a:p>
        </p:txBody>
      </p:sp>
      <p:sp>
        <p:nvSpPr>
          <p:cNvPr id="5" name="Slide Number Placeholder 4"/>
          <p:cNvSpPr>
            <a:spLocks noGrp="1"/>
          </p:cNvSpPr>
          <p:nvPr>
            <p:ph type="sldNum" sz="quarter" idx="12"/>
          </p:nvPr>
        </p:nvSpPr>
        <p:spPr/>
        <p:txBody>
          <a:bodyPr/>
          <a:lstStyle/>
          <a:p>
            <a:fld id="{35E8911E-9DE7-463F-981B-F1795CC06C30}" type="slidenum">
              <a:rPr lang="en-AU" smtClean="0"/>
              <a:pPr/>
              <a:t>8</a:t>
            </a:fld>
            <a:endParaRPr lang="en-AU" dirty="0"/>
          </a:p>
        </p:txBody>
      </p:sp>
      <p:sp>
        <p:nvSpPr>
          <p:cNvPr id="7" name="Text Placeholder 6"/>
          <p:cNvSpPr>
            <a:spLocks noGrp="1"/>
          </p:cNvSpPr>
          <p:nvPr>
            <p:ph type="body" sz="quarter" idx="15"/>
          </p:nvPr>
        </p:nvSpPr>
        <p:spPr>
          <a:xfrm>
            <a:off x="594075" y="1325577"/>
            <a:ext cx="10641275" cy="4672771"/>
          </a:xfrm>
          <a:noFill/>
        </p:spPr>
        <p:txBody>
          <a:bodyPr/>
          <a:lstStyle/>
          <a:p>
            <a:pPr marL="0" indent="0">
              <a:lnSpc>
                <a:spcPct val="200000"/>
              </a:lnSpc>
              <a:buNone/>
            </a:pPr>
            <a:r>
              <a:rPr lang="en-AU" sz="1800" b="0" dirty="0"/>
              <a:t>To support the addition of the new field to the AIR, the following APIs will be released:</a:t>
            </a:r>
          </a:p>
          <a:p>
            <a:pPr>
              <a:lnSpc>
                <a:spcPct val="100000"/>
              </a:lnSpc>
              <a:buFont typeface="Arial" panose="020B0604020202020204" pitchFamily="34" charset="0"/>
              <a:buChar char="•"/>
            </a:pPr>
            <a:r>
              <a:rPr lang="en-AU" sz="1800" b="0" dirty="0"/>
              <a:t> Record Encounter V1.4</a:t>
            </a:r>
          </a:p>
          <a:p>
            <a:pPr>
              <a:lnSpc>
                <a:spcPct val="100000"/>
              </a:lnSpc>
              <a:buFont typeface="Arial" panose="020B0604020202020204" pitchFamily="34" charset="0"/>
              <a:buChar char="•"/>
            </a:pPr>
            <a:r>
              <a:rPr lang="en-AU" sz="1800" b="0" dirty="0"/>
              <a:t> Update Encounter V1.3</a:t>
            </a:r>
          </a:p>
          <a:p>
            <a:pPr>
              <a:lnSpc>
                <a:spcPct val="100000"/>
              </a:lnSpc>
              <a:buFont typeface="Arial" panose="020B0604020202020204" pitchFamily="34" charset="0"/>
              <a:buChar char="•"/>
            </a:pPr>
            <a:r>
              <a:rPr lang="en-AU" sz="1800" b="0" dirty="0"/>
              <a:t> Individual Immunisation History Details V1.3</a:t>
            </a:r>
          </a:p>
          <a:p>
            <a:pPr marL="0" indent="0">
              <a:lnSpc>
                <a:spcPct val="200000"/>
              </a:lnSpc>
              <a:buNone/>
            </a:pPr>
            <a:r>
              <a:rPr lang="en-AU" sz="1600" b="0" dirty="0"/>
              <a:t>These new API versions will be available in vendor environment from 17 November 2024. </a:t>
            </a:r>
          </a:p>
          <a:p>
            <a:pPr marL="0" indent="0">
              <a:lnSpc>
                <a:spcPct val="200000"/>
              </a:lnSpc>
              <a:buNone/>
            </a:pPr>
            <a:r>
              <a:rPr lang="en-AU" sz="1600" b="0" dirty="0"/>
              <a:t>These new API versions will be available in production from 7 December 2024.</a:t>
            </a:r>
          </a:p>
          <a:p>
            <a:pPr marL="0" indent="0">
              <a:lnSpc>
                <a:spcPct val="200000"/>
              </a:lnSpc>
              <a:buNone/>
            </a:pPr>
            <a:r>
              <a:rPr lang="en-AU" sz="1600" b="0" dirty="0"/>
              <a:t>The relevant TECH.SIS guides will be published in the Portal shortly.</a:t>
            </a:r>
          </a:p>
          <a:p>
            <a:pPr marL="0" indent="0">
              <a:lnSpc>
                <a:spcPct val="200000"/>
              </a:lnSpc>
              <a:buNone/>
            </a:pPr>
            <a:endParaRPr lang="en-AU" sz="1600" b="0" dirty="0"/>
          </a:p>
          <a:p>
            <a:pPr marL="0" indent="0">
              <a:lnSpc>
                <a:spcPct val="200000"/>
              </a:lnSpc>
              <a:buNone/>
            </a:pPr>
            <a:endParaRPr lang="en-AU" sz="1600" b="0" dirty="0">
              <a:effectLst/>
              <a:ea typeface="Calibri" panose="020F0502020204030204" pitchFamily="34" charset="0"/>
              <a:cs typeface="Calibri" panose="020F0502020204030204" pitchFamily="34" charset="0"/>
            </a:endParaRPr>
          </a:p>
          <a:p>
            <a:endParaRPr lang="en-AU" dirty="0"/>
          </a:p>
        </p:txBody>
      </p:sp>
      <p:sp>
        <p:nvSpPr>
          <p:cNvPr id="3" name="TextBox 2"/>
          <p:cNvSpPr txBox="1"/>
          <p:nvPr/>
        </p:nvSpPr>
        <p:spPr>
          <a:xfrm>
            <a:off x="707365" y="6223607"/>
            <a:ext cx="2865394" cy="307777"/>
          </a:xfrm>
          <a:prstGeom prst="rect">
            <a:avLst/>
          </a:prstGeom>
          <a:noFill/>
        </p:spPr>
        <p:txBody>
          <a:bodyPr wrap="square" rtlCol="0">
            <a:spAutoFit/>
          </a:bodyPr>
          <a:lstStyle/>
          <a:p>
            <a:pPr indent="0">
              <a:buNone/>
            </a:pPr>
            <a:r>
              <a:rPr lang="en-AU" sz="1400" dirty="0"/>
              <a:t>24 OCTOBER 2024</a:t>
            </a:r>
          </a:p>
        </p:txBody>
      </p:sp>
    </p:spTree>
    <p:extLst>
      <p:ext uri="{BB962C8B-B14F-4D97-AF65-F5344CB8AC3E}">
        <p14:creationId xmlns:p14="http://schemas.microsoft.com/office/powerpoint/2010/main" val="2144226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366" y="859652"/>
            <a:ext cx="10681328" cy="372486"/>
          </a:xfrm>
        </p:spPr>
        <p:txBody>
          <a:bodyPr>
            <a:noAutofit/>
          </a:bodyPr>
          <a:lstStyle/>
          <a:p>
            <a:r>
              <a:rPr lang="en-AU" sz="3200" dirty="0">
                <a:gradFill>
                  <a:gsLst>
                    <a:gs pos="0">
                      <a:srgbClr val="008A96"/>
                    </a:gs>
                    <a:gs pos="100000">
                      <a:srgbClr val="00B4C4"/>
                    </a:gs>
                  </a:gsLst>
                  <a:lin ang="2700000" scaled="1"/>
                </a:gradFill>
                <a:cs typeface="Calibri" panose="020F0502020204030204" pitchFamily="34" charset="0"/>
              </a:rPr>
              <a:t>Changes to existing AIR APIs</a:t>
            </a:r>
            <a:endParaRPr lang="en-AU" sz="3200" dirty="0">
              <a:gradFill>
                <a:gsLst>
                  <a:gs pos="0">
                    <a:srgbClr val="008A96"/>
                  </a:gs>
                  <a:gs pos="100000">
                    <a:srgbClr val="00B4C4"/>
                  </a:gs>
                </a:gsLst>
                <a:lin ang="2700000" scaled="1"/>
              </a:gradFill>
            </a:endParaRPr>
          </a:p>
        </p:txBody>
      </p:sp>
      <p:sp>
        <p:nvSpPr>
          <p:cNvPr id="5" name="Slide Number Placeholder 4"/>
          <p:cNvSpPr>
            <a:spLocks noGrp="1"/>
          </p:cNvSpPr>
          <p:nvPr>
            <p:ph type="sldNum" sz="quarter" idx="12"/>
          </p:nvPr>
        </p:nvSpPr>
        <p:spPr/>
        <p:txBody>
          <a:bodyPr/>
          <a:lstStyle/>
          <a:p>
            <a:fld id="{35E8911E-9DE7-463F-981B-F1795CC06C30}" type="slidenum">
              <a:rPr lang="en-AU" smtClean="0"/>
              <a:pPr/>
              <a:t>9</a:t>
            </a:fld>
            <a:endParaRPr lang="en-AU" dirty="0"/>
          </a:p>
        </p:txBody>
      </p:sp>
      <p:sp>
        <p:nvSpPr>
          <p:cNvPr id="7" name="Text Placeholder 6"/>
          <p:cNvSpPr>
            <a:spLocks noGrp="1"/>
          </p:cNvSpPr>
          <p:nvPr>
            <p:ph type="body" sz="quarter" idx="15"/>
          </p:nvPr>
        </p:nvSpPr>
        <p:spPr>
          <a:xfrm>
            <a:off x="594076" y="1325578"/>
            <a:ext cx="9949846" cy="3925432"/>
          </a:xfrm>
          <a:noFill/>
        </p:spPr>
        <p:txBody>
          <a:bodyPr/>
          <a:lstStyle/>
          <a:p>
            <a:pPr marL="0" indent="0">
              <a:lnSpc>
                <a:spcPct val="200000"/>
              </a:lnSpc>
              <a:buNone/>
            </a:pPr>
            <a:r>
              <a:rPr lang="en-AU" sz="1600" dirty="0"/>
              <a:t>Changes to Vaccine Type selections will be made to the below existing APIs from 7 December 2024</a:t>
            </a:r>
            <a:r>
              <a:rPr lang="en-AU" sz="1600" b="0" dirty="0"/>
              <a:t>:</a:t>
            </a:r>
          </a:p>
          <a:p>
            <a:pPr lvl="0">
              <a:buFont typeface="Arial" panose="020B0604020202020204" pitchFamily="34" charset="0"/>
              <a:buChar char="•"/>
            </a:pPr>
            <a:r>
              <a:rPr lang="en-AU" sz="1600" b="0" dirty="0">
                <a:effectLst/>
                <a:ea typeface="Calibri" panose="020F0502020204030204" pitchFamily="34" charset="0"/>
                <a:cs typeface="Calibri" panose="020F0502020204030204" pitchFamily="34" charset="0"/>
              </a:rPr>
              <a:t> Record Encounter (V1.3)</a:t>
            </a:r>
          </a:p>
          <a:p>
            <a:pPr lvl="0">
              <a:buFont typeface="Arial" panose="020B0604020202020204" pitchFamily="34" charset="0"/>
              <a:buChar char="•"/>
            </a:pPr>
            <a:r>
              <a:rPr lang="en-AU" sz="1600" b="0" dirty="0">
                <a:effectLst/>
                <a:ea typeface="Calibri" panose="020F0502020204030204" pitchFamily="34" charset="0"/>
                <a:cs typeface="Calibri" panose="020F0502020204030204" pitchFamily="34" charset="0"/>
              </a:rPr>
              <a:t> Update Encounter (V1.2)</a:t>
            </a:r>
          </a:p>
          <a:p>
            <a:pPr lvl="0">
              <a:buFont typeface="Arial" panose="020B0604020202020204" pitchFamily="34" charset="0"/>
              <a:buChar char="•"/>
            </a:pPr>
            <a:r>
              <a:rPr lang="en-AU" sz="1600" b="0" dirty="0">
                <a:effectLst/>
                <a:ea typeface="Calibri" panose="020F0502020204030204" pitchFamily="34" charset="0"/>
                <a:cs typeface="Calibri" panose="020F0502020204030204" pitchFamily="34" charset="0"/>
              </a:rPr>
              <a:t> Individual Immunisation History Details (V1.2)</a:t>
            </a:r>
          </a:p>
          <a:p>
            <a:pPr marL="0" indent="0">
              <a:lnSpc>
                <a:spcPct val="200000"/>
              </a:lnSpc>
              <a:buNone/>
            </a:pPr>
            <a:r>
              <a:rPr lang="en-AU" sz="1600" dirty="0"/>
              <a:t>Vaccine type selections will be updated as below:</a:t>
            </a:r>
          </a:p>
          <a:p>
            <a:pPr lvl="0">
              <a:buFont typeface="Arial" panose="020B0604020202020204" pitchFamily="34" charset="0"/>
              <a:buChar char="•"/>
            </a:pPr>
            <a:r>
              <a:rPr lang="en-AU" sz="1600" b="0" dirty="0">
                <a:effectLst/>
                <a:ea typeface="Calibri" panose="020F0502020204030204" pitchFamily="34" charset="0"/>
                <a:cs typeface="Calibri" panose="020F0502020204030204" pitchFamily="34" charset="0"/>
              </a:rPr>
              <a:t> Antenatal</a:t>
            </a:r>
          </a:p>
          <a:p>
            <a:pPr lvl="0">
              <a:buFont typeface="Arial" panose="020B0604020202020204" pitchFamily="34" charset="0"/>
              <a:buChar char="•"/>
            </a:pPr>
            <a:r>
              <a:rPr lang="en-AU" sz="1600" b="0" dirty="0">
                <a:effectLst/>
                <a:ea typeface="Calibri" panose="020F0502020204030204" pitchFamily="34" charset="0"/>
                <a:cs typeface="Calibri" panose="020F0502020204030204" pitchFamily="34" charset="0"/>
              </a:rPr>
              <a:t> NIP/ Commonwealth</a:t>
            </a:r>
          </a:p>
          <a:p>
            <a:pPr lvl="0">
              <a:buFont typeface="Arial" panose="020B0604020202020204" pitchFamily="34" charset="0"/>
              <a:buChar char="•"/>
            </a:pPr>
            <a:r>
              <a:rPr lang="en-AU" sz="1600" b="0" dirty="0">
                <a:ea typeface="Calibri" panose="020F0502020204030204" pitchFamily="34" charset="0"/>
                <a:cs typeface="Calibri" panose="020F0502020204030204" pitchFamily="34" charset="0"/>
              </a:rPr>
              <a:t> Other</a:t>
            </a:r>
            <a:r>
              <a:rPr lang="en-AU" sz="1600" b="0" dirty="0">
                <a:effectLst/>
                <a:ea typeface="Calibri" panose="020F0502020204030204" pitchFamily="34" charset="0"/>
                <a:cs typeface="Calibri" panose="020F0502020204030204" pitchFamily="34" charset="0"/>
              </a:rPr>
              <a:t> </a:t>
            </a:r>
            <a:r>
              <a:rPr lang="en-AU" sz="1600" b="0" dirty="0">
                <a:ea typeface="Calibri" panose="020F0502020204030204" pitchFamily="34" charset="0"/>
                <a:cs typeface="Calibri" panose="020F0502020204030204" pitchFamily="34" charset="0"/>
              </a:rPr>
              <a:t>(Remove ‘State Program’ and ‘Private’)</a:t>
            </a:r>
            <a:endParaRPr lang="en-AU" sz="1600" b="0" dirty="0">
              <a:effectLst/>
              <a:ea typeface="Calibri" panose="020F0502020204030204" pitchFamily="34" charset="0"/>
              <a:cs typeface="Calibri" panose="020F0502020204030204" pitchFamily="34" charset="0"/>
            </a:endParaRPr>
          </a:p>
          <a:p>
            <a:pPr marL="0" indent="0">
              <a:lnSpc>
                <a:spcPct val="200000"/>
              </a:lnSpc>
              <a:buNone/>
            </a:pPr>
            <a:r>
              <a:rPr lang="en-AU" sz="1600" b="0" dirty="0">
                <a:ea typeface="Calibri" panose="020F0502020204030204" pitchFamily="34" charset="0"/>
                <a:cs typeface="Times New Roman" panose="02020603050405020304" pitchFamily="18" charset="0"/>
              </a:rPr>
              <a:t> </a:t>
            </a:r>
            <a:endParaRPr lang="en-AU" sz="1600" b="0" dirty="0">
              <a:effectLst/>
              <a:ea typeface="Calibri" panose="020F0502020204030204" pitchFamily="34" charset="0"/>
              <a:cs typeface="Times New Roman" panose="02020603050405020304" pitchFamily="18" charset="0"/>
            </a:endParaRPr>
          </a:p>
          <a:p>
            <a:pPr marL="457200"/>
            <a:r>
              <a:rPr lang="en-AU" sz="1800" dirty="0">
                <a:effectLst/>
                <a:latin typeface="Calibri" panose="020F0502020204030204" pitchFamily="34" charset="0"/>
                <a:ea typeface="Calibri" panose="020F0502020204030204" pitchFamily="34" charset="0"/>
                <a:cs typeface="Calibri" panose="020F0502020204030204" pitchFamily="34" charset="0"/>
              </a:rPr>
              <a:t>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200000"/>
              </a:lnSpc>
              <a:buFont typeface="Arial" panose="020B0604020202020204" pitchFamily="34" charset="0"/>
              <a:buChar char="•"/>
            </a:pPr>
            <a:endParaRPr lang="en-AU" dirty="0"/>
          </a:p>
          <a:p>
            <a:endParaRPr lang="en-AU" dirty="0"/>
          </a:p>
        </p:txBody>
      </p:sp>
      <p:sp>
        <p:nvSpPr>
          <p:cNvPr id="3" name="TextBox 2"/>
          <p:cNvSpPr txBox="1"/>
          <p:nvPr/>
        </p:nvSpPr>
        <p:spPr>
          <a:xfrm>
            <a:off x="707365" y="6223607"/>
            <a:ext cx="2865394" cy="307777"/>
          </a:xfrm>
          <a:prstGeom prst="rect">
            <a:avLst/>
          </a:prstGeom>
          <a:noFill/>
        </p:spPr>
        <p:txBody>
          <a:bodyPr wrap="square" rtlCol="0">
            <a:spAutoFit/>
          </a:bodyPr>
          <a:lstStyle/>
          <a:p>
            <a:pPr indent="0">
              <a:buNone/>
            </a:pPr>
            <a:r>
              <a:rPr lang="en-AU" sz="1400" dirty="0"/>
              <a:t>24 OCTOBER 2024</a:t>
            </a:r>
          </a:p>
        </p:txBody>
      </p:sp>
    </p:spTree>
    <p:extLst>
      <p:ext uri="{BB962C8B-B14F-4D97-AF65-F5344CB8AC3E}">
        <p14:creationId xmlns:p14="http://schemas.microsoft.com/office/powerpoint/2010/main" val="977123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366" y="859652"/>
            <a:ext cx="10681328" cy="372486"/>
          </a:xfrm>
        </p:spPr>
        <p:txBody>
          <a:bodyPr>
            <a:noAutofit/>
          </a:bodyPr>
          <a:lstStyle/>
          <a:p>
            <a:r>
              <a:rPr lang="en-AU" sz="3200" dirty="0">
                <a:gradFill>
                  <a:gsLst>
                    <a:gs pos="0">
                      <a:srgbClr val="008A96"/>
                    </a:gs>
                    <a:gs pos="100000">
                      <a:srgbClr val="00B4C4"/>
                    </a:gs>
                  </a:gsLst>
                  <a:lin ang="2700000" scaled="1"/>
                </a:gradFill>
                <a:cs typeface="Calibri" panose="020F0502020204030204" pitchFamily="34" charset="0"/>
              </a:rPr>
              <a:t>Vaccine type selections</a:t>
            </a:r>
            <a:endParaRPr lang="en-AU" sz="3200" dirty="0">
              <a:gradFill>
                <a:gsLst>
                  <a:gs pos="0">
                    <a:srgbClr val="008A96"/>
                  </a:gs>
                  <a:gs pos="100000">
                    <a:srgbClr val="00B4C4"/>
                  </a:gs>
                </a:gsLst>
                <a:lin ang="2700000" scaled="1"/>
              </a:gradFill>
            </a:endParaRPr>
          </a:p>
        </p:txBody>
      </p:sp>
      <p:sp>
        <p:nvSpPr>
          <p:cNvPr id="5" name="Slide Number Placeholder 4"/>
          <p:cNvSpPr>
            <a:spLocks noGrp="1"/>
          </p:cNvSpPr>
          <p:nvPr>
            <p:ph type="sldNum" sz="quarter" idx="12"/>
          </p:nvPr>
        </p:nvSpPr>
        <p:spPr/>
        <p:txBody>
          <a:bodyPr/>
          <a:lstStyle/>
          <a:p>
            <a:fld id="{35E8911E-9DE7-463F-981B-F1795CC06C30}" type="slidenum">
              <a:rPr lang="en-AU" smtClean="0"/>
              <a:pPr/>
              <a:t>10</a:t>
            </a:fld>
            <a:endParaRPr lang="en-AU" dirty="0"/>
          </a:p>
        </p:txBody>
      </p:sp>
      <p:sp>
        <p:nvSpPr>
          <p:cNvPr id="7" name="Text Placeholder 6"/>
          <p:cNvSpPr>
            <a:spLocks noGrp="1"/>
          </p:cNvSpPr>
          <p:nvPr>
            <p:ph type="body" sz="quarter" idx="15"/>
          </p:nvPr>
        </p:nvSpPr>
        <p:spPr>
          <a:xfrm>
            <a:off x="594076" y="1325577"/>
            <a:ext cx="9949846" cy="4672771"/>
          </a:xfrm>
          <a:noFill/>
        </p:spPr>
        <p:txBody>
          <a:bodyPr/>
          <a:lstStyle/>
          <a:p>
            <a:pPr marL="0" indent="0">
              <a:lnSpc>
                <a:spcPct val="200000"/>
              </a:lnSpc>
              <a:buNone/>
            </a:pPr>
            <a:r>
              <a:rPr lang="en-AU" sz="1600" dirty="0"/>
              <a:t>For Record Encounter V1.4 (new version):</a:t>
            </a:r>
          </a:p>
          <a:p>
            <a:pPr marL="0" lvl="0" indent="0">
              <a:buNone/>
            </a:pPr>
            <a:r>
              <a:rPr lang="en-AU" sz="1600" b="0" dirty="0">
                <a:effectLst/>
                <a:ea typeface="Calibri" panose="020F0502020204030204" pitchFamily="34" charset="0"/>
                <a:cs typeface="Calibri" panose="020F0502020204030204" pitchFamily="34" charset="0"/>
              </a:rPr>
              <a:t>Vaccine </a:t>
            </a:r>
            <a:r>
              <a:rPr lang="en-AU" sz="1600" b="0" dirty="0">
                <a:ea typeface="Calibri" panose="020F0502020204030204" pitchFamily="34" charset="0"/>
                <a:cs typeface="Calibri" panose="020F0502020204030204" pitchFamily="34" charset="0"/>
              </a:rPr>
              <a:t>Type will include </a:t>
            </a:r>
            <a:r>
              <a:rPr lang="en-AU" sz="1600" dirty="0">
                <a:ea typeface="Calibri" panose="020F0502020204030204" pitchFamily="34" charset="0"/>
                <a:cs typeface="Calibri" panose="020F0502020204030204" pitchFamily="34" charset="0"/>
              </a:rPr>
              <a:t>two</a:t>
            </a:r>
            <a:r>
              <a:rPr lang="en-AU" sz="1600" b="0" dirty="0">
                <a:ea typeface="Calibri" panose="020F0502020204030204" pitchFamily="34" charset="0"/>
                <a:cs typeface="Calibri" panose="020F0502020204030204" pitchFamily="34" charset="0"/>
              </a:rPr>
              <a:t> options: </a:t>
            </a:r>
          </a:p>
          <a:p>
            <a:pPr lvl="0">
              <a:buFont typeface="Arial" panose="020B0604020202020204" pitchFamily="34" charset="0"/>
              <a:buChar char="•"/>
            </a:pPr>
            <a:r>
              <a:rPr lang="en-AU" sz="1600" b="0" dirty="0">
                <a:effectLst/>
                <a:ea typeface="Calibri" panose="020F0502020204030204" pitchFamily="34" charset="0"/>
                <a:cs typeface="Calibri" panose="020F0502020204030204" pitchFamily="34" charset="0"/>
              </a:rPr>
              <a:t> NIP/Commonwealth</a:t>
            </a:r>
          </a:p>
          <a:p>
            <a:pPr lvl="0">
              <a:buFont typeface="Arial" panose="020B0604020202020204" pitchFamily="34" charset="0"/>
              <a:buChar char="•"/>
            </a:pPr>
            <a:r>
              <a:rPr lang="en-AU" sz="1600" b="0" dirty="0">
                <a:effectLst/>
                <a:ea typeface="Calibri" panose="020F0502020204030204" pitchFamily="34" charset="0"/>
                <a:cs typeface="Calibri" panose="020F0502020204030204" pitchFamily="34" charset="0"/>
              </a:rPr>
              <a:t> Other </a:t>
            </a:r>
          </a:p>
          <a:p>
            <a:pPr marL="0" lvl="0" indent="0">
              <a:buNone/>
            </a:pPr>
            <a:r>
              <a:rPr lang="en-AU" sz="1600" b="0" dirty="0">
                <a:effectLst/>
                <a:ea typeface="Calibri" panose="020F0502020204030204" pitchFamily="34" charset="0"/>
                <a:cs typeface="Calibri" panose="020F0502020204030204" pitchFamily="34" charset="0"/>
              </a:rPr>
              <a:t>‘Antenatal </a:t>
            </a:r>
            <a:r>
              <a:rPr lang="en-AU" sz="1600" b="0" dirty="0">
                <a:ea typeface="Calibri" panose="020F0502020204030204" pitchFamily="34" charset="0"/>
                <a:cs typeface="Calibri" panose="020F0502020204030204" pitchFamily="34" charset="0"/>
              </a:rPr>
              <a:t>Indicator’ will be a separate stand-alone field. </a:t>
            </a:r>
            <a:endParaRPr lang="en-AU" sz="1600" b="0" dirty="0">
              <a:effectLst/>
              <a:ea typeface="Calibri" panose="020F0502020204030204" pitchFamily="34" charset="0"/>
              <a:cs typeface="Calibri" panose="020F0502020204030204" pitchFamily="34" charset="0"/>
            </a:endParaRPr>
          </a:p>
          <a:p>
            <a:pPr marL="0" indent="0">
              <a:lnSpc>
                <a:spcPct val="200000"/>
              </a:lnSpc>
              <a:buNone/>
            </a:pPr>
            <a:r>
              <a:rPr lang="en-AU" sz="1600" dirty="0"/>
              <a:t>For Record Encounter V1.3 (existing version):</a:t>
            </a:r>
          </a:p>
          <a:p>
            <a:pPr marL="0" lvl="0" indent="0">
              <a:buNone/>
            </a:pPr>
            <a:r>
              <a:rPr lang="en-AU" sz="1600" b="0" dirty="0">
                <a:effectLst/>
                <a:ea typeface="Calibri" panose="020F0502020204030204" pitchFamily="34" charset="0"/>
                <a:cs typeface="Calibri" panose="020F0502020204030204" pitchFamily="34" charset="0"/>
              </a:rPr>
              <a:t>Vaccine </a:t>
            </a:r>
            <a:r>
              <a:rPr lang="en-AU" sz="1600" b="0" dirty="0">
                <a:ea typeface="Calibri" panose="020F0502020204030204" pitchFamily="34" charset="0"/>
                <a:cs typeface="Calibri" panose="020F0502020204030204" pitchFamily="34" charset="0"/>
              </a:rPr>
              <a:t>Type will include </a:t>
            </a:r>
            <a:r>
              <a:rPr lang="en-AU" sz="1600" dirty="0">
                <a:ea typeface="Calibri" panose="020F0502020204030204" pitchFamily="34" charset="0"/>
                <a:cs typeface="Calibri" panose="020F0502020204030204" pitchFamily="34" charset="0"/>
              </a:rPr>
              <a:t>three</a:t>
            </a:r>
            <a:r>
              <a:rPr lang="en-AU" sz="1600" b="0" dirty="0">
                <a:ea typeface="Calibri" panose="020F0502020204030204" pitchFamily="34" charset="0"/>
                <a:cs typeface="Calibri" panose="020F0502020204030204" pitchFamily="34" charset="0"/>
              </a:rPr>
              <a:t> options: </a:t>
            </a:r>
          </a:p>
          <a:p>
            <a:pPr lvl="0">
              <a:buFont typeface="Arial" panose="020B0604020202020204" pitchFamily="34" charset="0"/>
              <a:buChar char="•"/>
            </a:pPr>
            <a:r>
              <a:rPr lang="en-AU" sz="1600" b="0" dirty="0">
                <a:effectLst/>
                <a:ea typeface="Calibri" panose="020F0502020204030204" pitchFamily="34" charset="0"/>
                <a:cs typeface="Calibri" panose="020F0502020204030204" pitchFamily="34" charset="0"/>
              </a:rPr>
              <a:t> Antenatal</a:t>
            </a:r>
          </a:p>
          <a:p>
            <a:pPr lvl="0">
              <a:buFont typeface="Arial" panose="020B0604020202020204" pitchFamily="34" charset="0"/>
              <a:buChar char="•"/>
            </a:pPr>
            <a:r>
              <a:rPr lang="en-AU" sz="1600" b="0" dirty="0">
                <a:effectLst/>
                <a:ea typeface="Calibri" panose="020F0502020204030204" pitchFamily="34" charset="0"/>
                <a:cs typeface="Calibri" panose="020F0502020204030204" pitchFamily="34" charset="0"/>
              </a:rPr>
              <a:t> NIP/Commonwealth</a:t>
            </a:r>
          </a:p>
          <a:p>
            <a:pPr lvl="0">
              <a:buFont typeface="Arial" panose="020B0604020202020204" pitchFamily="34" charset="0"/>
              <a:buChar char="•"/>
            </a:pPr>
            <a:r>
              <a:rPr lang="en-AU" sz="1600" b="0" dirty="0">
                <a:effectLst/>
                <a:ea typeface="Calibri" panose="020F0502020204030204" pitchFamily="34" charset="0"/>
                <a:cs typeface="Calibri" panose="020F0502020204030204" pitchFamily="34" charset="0"/>
              </a:rPr>
              <a:t> Other </a:t>
            </a:r>
          </a:p>
          <a:p>
            <a:pPr marL="0" lvl="0" indent="0">
              <a:buNone/>
            </a:pPr>
            <a:r>
              <a:rPr lang="en-AU" sz="1600" b="0" dirty="0">
                <a:ea typeface="Calibri" panose="020F0502020204030204" pitchFamily="34" charset="0"/>
                <a:cs typeface="Times New Roman" panose="02020603050405020304" pitchFamily="18" charset="0"/>
              </a:rPr>
              <a:t> </a:t>
            </a:r>
            <a:endParaRPr lang="en-AU" sz="1600" b="0" dirty="0">
              <a:effectLst/>
              <a:ea typeface="Calibri" panose="020F0502020204030204" pitchFamily="34" charset="0"/>
              <a:cs typeface="Times New Roman" panose="02020603050405020304" pitchFamily="18" charset="0"/>
            </a:endParaRPr>
          </a:p>
          <a:p>
            <a:pPr marL="457200"/>
            <a:r>
              <a:rPr lang="en-AU" sz="1800" dirty="0">
                <a:effectLst/>
                <a:latin typeface="Calibri" panose="020F0502020204030204" pitchFamily="34" charset="0"/>
                <a:ea typeface="Calibri" panose="020F0502020204030204" pitchFamily="34" charset="0"/>
                <a:cs typeface="Calibri" panose="020F0502020204030204" pitchFamily="34" charset="0"/>
              </a:rPr>
              <a:t>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200000"/>
              </a:lnSpc>
              <a:buFont typeface="Arial" panose="020B0604020202020204" pitchFamily="34" charset="0"/>
              <a:buChar char="•"/>
            </a:pPr>
            <a:endParaRPr lang="en-AU" dirty="0"/>
          </a:p>
          <a:p>
            <a:endParaRPr lang="en-AU" dirty="0"/>
          </a:p>
        </p:txBody>
      </p:sp>
      <p:sp>
        <p:nvSpPr>
          <p:cNvPr id="3" name="TextBox 2"/>
          <p:cNvSpPr txBox="1"/>
          <p:nvPr/>
        </p:nvSpPr>
        <p:spPr>
          <a:xfrm>
            <a:off x="707365" y="6223607"/>
            <a:ext cx="2865394" cy="307777"/>
          </a:xfrm>
          <a:prstGeom prst="rect">
            <a:avLst/>
          </a:prstGeom>
          <a:noFill/>
        </p:spPr>
        <p:txBody>
          <a:bodyPr wrap="square" rtlCol="0">
            <a:spAutoFit/>
          </a:bodyPr>
          <a:lstStyle/>
          <a:p>
            <a:pPr indent="0">
              <a:buNone/>
            </a:pPr>
            <a:r>
              <a:rPr lang="en-AU" sz="1400" dirty="0"/>
              <a:t>24 OCTOBER 2024</a:t>
            </a:r>
          </a:p>
        </p:txBody>
      </p:sp>
    </p:spTree>
    <p:extLst>
      <p:ext uri="{BB962C8B-B14F-4D97-AF65-F5344CB8AC3E}">
        <p14:creationId xmlns:p14="http://schemas.microsoft.com/office/powerpoint/2010/main" val="439129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365" y="849378"/>
            <a:ext cx="10702307" cy="372486"/>
          </a:xfrm>
        </p:spPr>
        <p:txBody>
          <a:bodyPr>
            <a:noAutofit/>
          </a:bodyPr>
          <a:lstStyle/>
          <a:p>
            <a:r>
              <a:rPr lang="en-AU" sz="3200" dirty="0">
                <a:gradFill>
                  <a:gsLst>
                    <a:gs pos="0">
                      <a:srgbClr val="008A96"/>
                    </a:gs>
                    <a:gs pos="100000">
                      <a:srgbClr val="00B4C4"/>
                    </a:gs>
                  </a:gsLst>
                  <a:lin ang="2700000" scaled="1"/>
                </a:gradFill>
                <a:cs typeface="Calibri" panose="020F0502020204030204" pitchFamily="34" charset="0"/>
              </a:rPr>
              <a:t>New validation rules</a:t>
            </a:r>
            <a:endParaRPr lang="en-AU" sz="3200" dirty="0">
              <a:gradFill>
                <a:gsLst>
                  <a:gs pos="0">
                    <a:srgbClr val="008A96"/>
                  </a:gs>
                  <a:gs pos="100000">
                    <a:srgbClr val="00B4C4"/>
                  </a:gs>
                </a:gsLst>
                <a:lin ang="2700000" scaled="1"/>
              </a:gradFill>
            </a:endParaRPr>
          </a:p>
        </p:txBody>
      </p:sp>
      <p:sp>
        <p:nvSpPr>
          <p:cNvPr id="5" name="Slide Number Placeholder 4"/>
          <p:cNvSpPr>
            <a:spLocks noGrp="1"/>
          </p:cNvSpPr>
          <p:nvPr>
            <p:ph type="sldNum" sz="quarter" idx="12"/>
          </p:nvPr>
        </p:nvSpPr>
        <p:spPr/>
        <p:txBody>
          <a:bodyPr/>
          <a:lstStyle/>
          <a:p>
            <a:fld id="{35E8911E-9DE7-463F-981B-F1795CC06C30}" type="slidenum">
              <a:rPr lang="en-AU" smtClean="0"/>
              <a:pPr/>
              <a:t>11</a:t>
            </a:fld>
            <a:endParaRPr lang="en-AU" dirty="0"/>
          </a:p>
        </p:txBody>
      </p:sp>
      <p:sp>
        <p:nvSpPr>
          <p:cNvPr id="7" name="Text Placeholder 6"/>
          <p:cNvSpPr>
            <a:spLocks noGrp="1"/>
          </p:cNvSpPr>
          <p:nvPr>
            <p:ph type="body" sz="quarter" idx="15"/>
          </p:nvPr>
        </p:nvSpPr>
        <p:spPr>
          <a:xfrm>
            <a:off x="594076" y="1325578"/>
            <a:ext cx="9949846" cy="4540966"/>
          </a:xfrm>
          <a:noFill/>
        </p:spPr>
        <p:txBody>
          <a:bodyPr/>
          <a:lstStyle/>
          <a:p>
            <a:pPr marL="0" indent="0">
              <a:lnSpc>
                <a:spcPct val="200000"/>
              </a:lnSpc>
              <a:buNone/>
            </a:pPr>
            <a:r>
              <a:rPr lang="en-AU" sz="1600" b="0" dirty="0"/>
              <a:t>Below validation rules will be introduced to improve vaccination data quality: </a:t>
            </a:r>
          </a:p>
          <a:p>
            <a:pPr marL="0" indent="0">
              <a:lnSpc>
                <a:spcPct val="200000"/>
              </a:lnSpc>
              <a:buNone/>
            </a:pPr>
            <a:r>
              <a:rPr lang="en-AU" sz="1600" dirty="0"/>
              <a:t>For Record Encounter V1.4 (new version) from 7 December 2024:</a:t>
            </a:r>
          </a:p>
          <a:p>
            <a:pPr lvl="0">
              <a:buFont typeface="Arial" panose="020B0604020202020204" pitchFamily="34" charset="0"/>
              <a:buChar char="•"/>
            </a:pPr>
            <a:r>
              <a:rPr lang="en-AU" sz="1600" b="0" dirty="0">
                <a:effectLst/>
                <a:ea typeface="Calibri" panose="020F0502020204030204" pitchFamily="34" charset="0"/>
                <a:cs typeface="Calibri" panose="020F0502020204030204" pitchFamily="34" charset="0"/>
              </a:rPr>
              <a:t>‘Antenatal indicator’ selection will be mandatory when recording an encounter for </a:t>
            </a:r>
            <a:r>
              <a:rPr lang="en-AU" sz="1600" b="0" dirty="0">
                <a:ea typeface="Calibri" panose="020F0502020204030204" pitchFamily="34" charset="0"/>
                <a:cs typeface="Calibri" panose="020F0502020204030204" pitchFamily="34" charset="0"/>
              </a:rPr>
              <a:t>a female of age ranged between 10 to 65 years inclusive. An error message will be returned.</a:t>
            </a:r>
          </a:p>
          <a:p>
            <a:pPr lvl="0">
              <a:buFont typeface="Arial" panose="020B0604020202020204" pitchFamily="34" charset="0"/>
              <a:buChar char="•"/>
            </a:pPr>
            <a:r>
              <a:rPr lang="en-AU" sz="1600" b="0" dirty="0">
                <a:ea typeface="Calibri" panose="020F0502020204030204" pitchFamily="34" charset="0"/>
                <a:cs typeface="Calibri" panose="020F0502020204030204" pitchFamily="34" charset="0"/>
              </a:rPr>
              <a:t>A warning message will be returned if </a:t>
            </a:r>
            <a:r>
              <a:rPr lang="en-AU" sz="1600" b="0" dirty="0">
                <a:effectLst/>
                <a:ea typeface="Calibri" panose="020F0502020204030204" pitchFamily="34" charset="0"/>
                <a:cs typeface="Calibri" panose="020F0502020204030204" pitchFamily="34" charset="0"/>
              </a:rPr>
              <a:t>‘Antenatal </a:t>
            </a:r>
            <a:r>
              <a:rPr lang="en-AU" sz="1600" b="0" dirty="0">
                <a:ea typeface="Calibri" panose="020F0502020204030204" pitchFamily="34" charset="0"/>
                <a:cs typeface="Calibri" panose="020F0502020204030204" pitchFamily="34" charset="0"/>
              </a:rPr>
              <a:t>Indicator’ is selected for an individual not female or outside of the aforementioned age range. </a:t>
            </a:r>
            <a:endParaRPr lang="en-AU" sz="1600" b="0" dirty="0">
              <a:effectLst/>
              <a:ea typeface="Calibri" panose="020F0502020204030204" pitchFamily="34" charset="0"/>
              <a:cs typeface="Calibri" panose="020F0502020204030204" pitchFamily="34" charset="0"/>
            </a:endParaRPr>
          </a:p>
          <a:p>
            <a:pPr marL="0" indent="0">
              <a:lnSpc>
                <a:spcPct val="200000"/>
              </a:lnSpc>
              <a:buNone/>
            </a:pPr>
            <a:r>
              <a:rPr lang="en-AU" sz="1600" dirty="0"/>
              <a:t>For Record Encounter V1.3 (existing version) from 7 December 2024:</a:t>
            </a:r>
          </a:p>
          <a:p>
            <a:pPr>
              <a:buFont typeface="Arial" panose="020B0604020202020204" pitchFamily="34" charset="0"/>
              <a:buChar char="•"/>
            </a:pPr>
            <a:r>
              <a:rPr lang="en-AU" sz="1600" b="0" dirty="0">
                <a:ea typeface="Calibri" panose="020F0502020204030204" pitchFamily="34" charset="0"/>
                <a:cs typeface="Calibri" panose="020F0502020204030204" pitchFamily="34" charset="0"/>
              </a:rPr>
              <a:t>The same warning message will also be returned if </a:t>
            </a:r>
            <a:r>
              <a:rPr lang="en-AU" sz="1600" b="0" dirty="0">
                <a:effectLst/>
                <a:ea typeface="Calibri" panose="020F0502020204030204" pitchFamily="34" charset="0"/>
                <a:cs typeface="Calibri" panose="020F0502020204030204" pitchFamily="34" charset="0"/>
              </a:rPr>
              <a:t>‘Antenatal</a:t>
            </a:r>
            <a:r>
              <a:rPr lang="en-AU" sz="1600" b="0" dirty="0">
                <a:ea typeface="Calibri" panose="020F0502020204030204" pitchFamily="34" charset="0"/>
                <a:cs typeface="Calibri" panose="020F0502020204030204" pitchFamily="34" charset="0"/>
              </a:rPr>
              <a:t>’ is selected under ‘Vaccine Type’ for an individual not female or outside of the aforementioned age range. </a:t>
            </a:r>
          </a:p>
          <a:p>
            <a:pPr marL="0" indent="0">
              <a:buNone/>
            </a:pPr>
            <a:endParaRPr lang="en-AU" sz="1600" b="0" dirty="0">
              <a:effectLst/>
              <a:ea typeface="Calibri" panose="020F0502020204030204" pitchFamily="34" charset="0"/>
              <a:cs typeface="Calibri" panose="020F0502020204030204" pitchFamily="34" charset="0"/>
            </a:endParaRPr>
          </a:p>
          <a:p>
            <a:pPr marL="0" lvl="0" indent="0">
              <a:buNone/>
            </a:pPr>
            <a:endParaRPr lang="en-AU" sz="1600" b="0" dirty="0">
              <a:effectLst/>
              <a:ea typeface="Calibri" panose="020F0502020204030204" pitchFamily="34" charset="0"/>
              <a:cs typeface="Times New Roman" panose="02020603050405020304" pitchFamily="18" charset="0"/>
            </a:endParaRPr>
          </a:p>
          <a:p>
            <a:pPr marL="457200"/>
            <a:r>
              <a:rPr lang="en-AU" sz="1800" dirty="0">
                <a:effectLst/>
                <a:latin typeface="Calibri" panose="020F0502020204030204" pitchFamily="34" charset="0"/>
                <a:ea typeface="Calibri" panose="020F0502020204030204" pitchFamily="34" charset="0"/>
                <a:cs typeface="Calibri" panose="020F0502020204030204" pitchFamily="34" charset="0"/>
              </a:rPr>
              <a:t>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200000"/>
              </a:lnSpc>
              <a:buFont typeface="Arial" panose="020B0604020202020204" pitchFamily="34" charset="0"/>
              <a:buChar char="•"/>
            </a:pPr>
            <a:endParaRPr lang="en-AU" dirty="0"/>
          </a:p>
          <a:p>
            <a:endParaRPr lang="en-AU" dirty="0"/>
          </a:p>
        </p:txBody>
      </p:sp>
      <p:sp>
        <p:nvSpPr>
          <p:cNvPr id="3" name="TextBox 2"/>
          <p:cNvSpPr txBox="1"/>
          <p:nvPr/>
        </p:nvSpPr>
        <p:spPr>
          <a:xfrm>
            <a:off x="707365" y="6223607"/>
            <a:ext cx="2865394" cy="307777"/>
          </a:xfrm>
          <a:prstGeom prst="rect">
            <a:avLst/>
          </a:prstGeom>
          <a:noFill/>
        </p:spPr>
        <p:txBody>
          <a:bodyPr wrap="square" rtlCol="0">
            <a:spAutoFit/>
          </a:bodyPr>
          <a:lstStyle/>
          <a:p>
            <a:pPr indent="0">
              <a:buNone/>
            </a:pPr>
            <a:r>
              <a:rPr lang="en-AU" sz="1400" dirty="0"/>
              <a:t>24 OCTOBER 2024</a:t>
            </a:r>
          </a:p>
        </p:txBody>
      </p:sp>
    </p:spTree>
    <p:extLst>
      <p:ext uri="{BB962C8B-B14F-4D97-AF65-F5344CB8AC3E}">
        <p14:creationId xmlns:p14="http://schemas.microsoft.com/office/powerpoint/2010/main" val="2492962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EB742811-4CE1-4C26-88D0-A221C6CDA2EC}"/>
              </a:ext>
            </a:extLst>
          </p:cNvPr>
          <p:cNvSpPr txBox="1">
            <a:spLocks/>
          </p:cNvSpPr>
          <p:nvPr/>
        </p:nvSpPr>
        <p:spPr>
          <a:xfrm>
            <a:off x="2597432" y="1988452"/>
            <a:ext cx="7250903" cy="1561763"/>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lang="en-US" sz="3600" kern="1200" spc="-24" dirty="0" smtClean="0">
                <a:solidFill>
                  <a:schemeClr val="tx1"/>
                </a:solidFill>
                <a:latin typeface="+mj-lt"/>
                <a:ea typeface="Roboto" panose="02000000000000000000" pitchFamily="2" charset="0"/>
                <a:cs typeface="+mj-cs"/>
              </a:defRPr>
            </a:lvl1pPr>
          </a:lstStyle>
          <a:p>
            <a:pPr algn="ctr"/>
            <a:r>
              <a:rPr lang="en-AU" sz="3200" dirty="0">
                <a:solidFill>
                  <a:schemeClr val="bg1"/>
                </a:solidFill>
              </a:rPr>
              <a:t>Update 3</a:t>
            </a:r>
          </a:p>
          <a:p>
            <a:pPr algn="ctr"/>
            <a:endParaRPr lang="en-AU" sz="3200" dirty="0">
              <a:solidFill>
                <a:schemeClr val="bg1"/>
              </a:solidFill>
            </a:endParaRPr>
          </a:p>
          <a:p>
            <a:pPr lvl="0" algn="ctr"/>
            <a:r>
              <a:rPr lang="en-AU" sz="3200" kern="1200" dirty="0">
                <a:solidFill>
                  <a:schemeClr val="bg1"/>
                </a:solidFill>
                <a:effectLst/>
                <a:latin typeface="+mn-lt"/>
                <a:ea typeface="+mn-ea"/>
                <a:cs typeface="+mn-cs"/>
              </a:rPr>
              <a:t>New AIR Reference Data API</a:t>
            </a:r>
          </a:p>
          <a:p>
            <a:pPr algn="ctr"/>
            <a:endParaRPr lang="en-AU" sz="3200" dirty="0">
              <a:solidFill>
                <a:schemeClr val="bg1"/>
              </a:solidFill>
            </a:endParaRPr>
          </a:p>
        </p:txBody>
      </p:sp>
    </p:spTree>
    <p:extLst>
      <p:ext uri="{BB962C8B-B14F-4D97-AF65-F5344CB8AC3E}">
        <p14:creationId xmlns:p14="http://schemas.microsoft.com/office/powerpoint/2010/main" val="2176890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909" y="859652"/>
            <a:ext cx="10539784" cy="372486"/>
          </a:xfrm>
        </p:spPr>
        <p:txBody>
          <a:bodyPr>
            <a:noAutofit/>
          </a:bodyPr>
          <a:lstStyle/>
          <a:p>
            <a:pPr algn="ctr"/>
            <a:r>
              <a:rPr lang="en-AU" sz="3200" dirty="0">
                <a:gradFill>
                  <a:gsLst>
                    <a:gs pos="0">
                      <a:srgbClr val="008A96"/>
                    </a:gs>
                    <a:gs pos="100000">
                      <a:srgbClr val="00B4C4"/>
                    </a:gs>
                  </a:gsLst>
                  <a:lin ang="2700000" scaled="1"/>
                </a:gradFill>
                <a:cs typeface="Calibri" panose="020F0502020204030204" pitchFamily="34" charset="0"/>
              </a:rPr>
              <a:t>Update 3</a:t>
            </a:r>
            <a:endParaRPr lang="en-AU" sz="3200" dirty="0">
              <a:gradFill>
                <a:gsLst>
                  <a:gs pos="0">
                    <a:srgbClr val="008A96"/>
                  </a:gs>
                  <a:gs pos="100000">
                    <a:srgbClr val="00B4C4"/>
                  </a:gs>
                </a:gsLst>
                <a:lin ang="2700000" scaled="1"/>
              </a:gradFill>
            </a:endParaRPr>
          </a:p>
        </p:txBody>
      </p:sp>
      <p:sp>
        <p:nvSpPr>
          <p:cNvPr id="5" name="Slide Number Placeholder 4"/>
          <p:cNvSpPr>
            <a:spLocks noGrp="1"/>
          </p:cNvSpPr>
          <p:nvPr>
            <p:ph type="sldNum" sz="quarter" idx="12"/>
          </p:nvPr>
        </p:nvSpPr>
        <p:spPr/>
        <p:txBody>
          <a:bodyPr/>
          <a:lstStyle/>
          <a:p>
            <a:fld id="{35E8911E-9DE7-463F-981B-F1795CC06C30}" type="slidenum">
              <a:rPr lang="en-AU" smtClean="0"/>
              <a:pPr/>
              <a:t>13</a:t>
            </a:fld>
            <a:endParaRPr lang="en-AU" dirty="0"/>
          </a:p>
        </p:txBody>
      </p:sp>
      <p:sp>
        <p:nvSpPr>
          <p:cNvPr id="7" name="Text Placeholder 6"/>
          <p:cNvSpPr>
            <a:spLocks noGrp="1"/>
          </p:cNvSpPr>
          <p:nvPr>
            <p:ph type="body" sz="quarter" idx="15"/>
          </p:nvPr>
        </p:nvSpPr>
        <p:spPr>
          <a:xfrm>
            <a:off x="594076" y="1648109"/>
            <a:ext cx="9949846" cy="3071728"/>
          </a:xfrm>
          <a:noFill/>
        </p:spPr>
        <p:txBody>
          <a:bodyPr/>
          <a:lstStyle/>
          <a:p>
            <a:pPr>
              <a:lnSpc>
                <a:spcPct val="100000"/>
              </a:lnSpc>
              <a:buFont typeface="Arial" panose="020B0604020202020204" pitchFamily="34" charset="0"/>
              <a:buChar char="•"/>
            </a:pPr>
            <a:endParaRPr lang="en-AU"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AU" dirty="0"/>
          </a:p>
          <a:p>
            <a:endParaRPr lang="en-AU" dirty="0"/>
          </a:p>
        </p:txBody>
      </p:sp>
      <p:sp>
        <p:nvSpPr>
          <p:cNvPr id="3" name="TextBox 2"/>
          <p:cNvSpPr txBox="1"/>
          <p:nvPr/>
        </p:nvSpPr>
        <p:spPr>
          <a:xfrm>
            <a:off x="707365" y="6223607"/>
            <a:ext cx="2865394" cy="307777"/>
          </a:xfrm>
          <a:prstGeom prst="rect">
            <a:avLst/>
          </a:prstGeom>
          <a:noFill/>
        </p:spPr>
        <p:txBody>
          <a:bodyPr wrap="square" rtlCol="0">
            <a:spAutoFit/>
          </a:bodyPr>
          <a:lstStyle/>
          <a:p>
            <a:pPr indent="0">
              <a:buNone/>
            </a:pPr>
            <a:r>
              <a:rPr lang="en-AU" sz="1400" dirty="0"/>
              <a:t>24 OCTOBER 2024</a:t>
            </a:r>
          </a:p>
        </p:txBody>
      </p:sp>
      <p:sp>
        <p:nvSpPr>
          <p:cNvPr id="6" name="TextBox 5">
            <a:extLst>
              <a:ext uri="{FF2B5EF4-FFF2-40B4-BE49-F238E27FC236}">
                <a16:creationId xmlns:a16="http://schemas.microsoft.com/office/drawing/2014/main" id="{A1F73933-6CEE-CE8A-7DBB-F69E4E504AF4}"/>
              </a:ext>
            </a:extLst>
          </p:cNvPr>
          <p:cNvSpPr txBox="1"/>
          <p:nvPr/>
        </p:nvSpPr>
        <p:spPr>
          <a:xfrm>
            <a:off x="941033" y="1375155"/>
            <a:ext cx="10062589" cy="3785652"/>
          </a:xfrm>
          <a:prstGeom prst="rect">
            <a:avLst/>
          </a:prstGeom>
          <a:noFill/>
        </p:spPr>
        <p:txBody>
          <a:bodyPr wrap="square">
            <a:spAutoFit/>
          </a:bodyPr>
          <a:lstStyle/>
          <a:p>
            <a:pPr marL="285750" indent="-285750">
              <a:buFont typeface="Wingdings" panose="05000000000000000000" pitchFamily="2" charset="2"/>
              <a:buChar char="q"/>
            </a:pPr>
            <a:endParaRPr lang="en-AU" sz="1400" dirty="0"/>
          </a:p>
          <a:p>
            <a:r>
              <a:rPr lang="en-AU" dirty="0"/>
              <a:t>AIR will release a new Reference Data API for software developers to retrieve AIR vaccine information directly from Services Australia. This removes the need to access the spreadsheet embedded in ‘</a:t>
            </a:r>
            <a:r>
              <a:rPr lang="fr-FR" dirty="0"/>
              <a:t>AIR Vaccine Code Formats User Guide’.</a:t>
            </a:r>
            <a:endParaRPr lang="en-AU" dirty="0"/>
          </a:p>
          <a:p>
            <a:endParaRPr lang="en-AU" dirty="0"/>
          </a:p>
          <a:p>
            <a:r>
              <a:rPr lang="en-AU" dirty="0"/>
              <a:t>A new TECH.SIS document has been published in the Health Systems Developer Portal.</a:t>
            </a:r>
          </a:p>
          <a:p>
            <a:endParaRPr lang="en-AU" dirty="0"/>
          </a:p>
          <a:p>
            <a:pPr marL="285750" indent="-285750">
              <a:buFont typeface="Arial" panose="020B0604020202020204" pitchFamily="34" charset="0"/>
              <a:buChar char="•"/>
            </a:pPr>
            <a:r>
              <a:rPr lang="en-AU" dirty="0"/>
              <a:t>The new Reference Data API will be released in the vendor environment from 17 November 2024.</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dirty="0"/>
              <a:t>It will be available in production from 7 December 2024.</a:t>
            </a:r>
          </a:p>
          <a:p>
            <a:pPr marL="285750" indent="-285750">
              <a:buFont typeface="Wingdings" panose="05000000000000000000" pitchFamily="2" charset="2"/>
              <a:buChar char="q"/>
            </a:pPr>
            <a:endParaRPr lang="en-AU" dirty="0"/>
          </a:p>
          <a:p>
            <a:pPr marL="285750" indent="-285750">
              <a:buFont typeface="Wingdings" panose="05000000000000000000" pitchFamily="2" charset="2"/>
              <a:buChar char="q"/>
            </a:pPr>
            <a:endParaRPr lang="en-AU" sz="1400" dirty="0"/>
          </a:p>
          <a:p>
            <a:pPr marL="285750" indent="-285750">
              <a:buFont typeface="Wingdings" panose="05000000000000000000" pitchFamily="2" charset="2"/>
              <a:buChar char="q"/>
            </a:pPr>
            <a:endParaRPr lang="en-AU" sz="1400" dirty="0"/>
          </a:p>
        </p:txBody>
      </p:sp>
    </p:spTree>
    <p:extLst>
      <p:ext uri="{BB962C8B-B14F-4D97-AF65-F5344CB8AC3E}">
        <p14:creationId xmlns:p14="http://schemas.microsoft.com/office/powerpoint/2010/main" val="4027045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EB742811-4CE1-4C26-88D0-A221C6CDA2EC}"/>
              </a:ext>
            </a:extLst>
          </p:cNvPr>
          <p:cNvSpPr txBox="1">
            <a:spLocks/>
          </p:cNvSpPr>
          <p:nvPr/>
        </p:nvSpPr>
        <p:spPr>
          <a:xfrm>
            <a:off x="2697458" y="1717385"/>
            <a:ext cx="7112367" cy="2212931"/>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lang="en-US" sz="3600" kern="1200" spc="-24" dirty="0" smtClean="0">
                <a:solidFill>
                  <a:schemeClr val="tx1"/>
                </a:solidFill>
                <a:latin typeface="+mj-lt"/>
                <a:ea typeface="Roboto" panose="02000000000000000000" pitchFamily="2" charset="0"/>
                <a:cs typeface="+mj-cs"/>
              </a:defRPr>
            </a:lvl1pPr>
          </a:lstStyle>
          <a:p>
            <a:pPr algn="ctr"/>
            <a:r>
              <a:rPr lang="en-AU" sz="3200" dirty="0">
                <a:solidFill>
                  <a:schemeClr val="bg1"/>
                </a:solidFill>
              </a:rPr>
              <a:t>Update 4</a:t>
            </a:r>
          </a:p>
          <a:p>
            <a:pPr algn="ctr"/>
            <a:endParaRPr lang="en-AU" sz="3200" dirty="0">
              <a:solidFill>
                <a:schemeClr val="bg1"/>
              </a:solidFill>
            </a:endParaRPr>
          </a:p>
          <a:p>
            <a:pPr algn="ctr"/>
            <a:r>
              <a:rPr lang="en-AU" sz="3200" dirty="0">
                <a:solidFill>
                  <a:schemeClr val="bg1"/>
                </a:solidFill>
              </a:rPr>
              <a:t>Retiring older API versions</a:t>
            </a:r>
          </a:p>
        </p:txBody>
      </p:sp>
    </p:spTree>
    <p:extLst>
      <p:ext uri="{BB962C8B-B14F-4D97-AF65-F5344CB8AC3E}">
        <p14:creationId xmlns:p14="http://schemas.microsoft.com/office/powerpoint/2010/main" val="4259870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909" y="859652"/>
            <a:ext cx="10539784" cy="372486"/>
          </a:xfrm>
        </p:spPr>
        <p:txBody>
          <a:bodyPr>
            <a:noAutofit/>
          </a:bodyPr>
          <a:lstStyle/>
          <a:p>
            <a:pPr algn="ctr"/>
            <a:r>
              <a:rPr lang="en-AU" sz="3200" dirty="0">
                <a:gradFill>
                  <a:gsLst>
                    <a:gs pos="0">
                      <a:srgbClr val="008A96"/>
                    </a:gs>
                    <a:gs pos="100000">
                      <a:srgbClr val="00B4C4"/>
                    </a:gs>
                  </a:gsLst>
                  <a:lin ang="2700000" scaled="1"/>
                </a:gradFill>
                <a:cs typeface="Calibri" panose="020F0502020204030204" pitchFamily="34" charset="0"/>
              </a:rPr>
              <a:t>Update 4</a:t>
            </a:r>
            <a:endParaRPr lang="en-AU" sz="3200" dirty="0">
              <a:gradFill>
                <a:gsLst>
                  <a:gs pos="0">
                    <a:srgbClr val="008A96"/>
                  </a:gs>
                  <a:gs pos="100000">
                    <a:srgbClr val="00B4C4"/>
                  </a:gs>
                </a:gsLst>
                <a:lin ang="2700000" scaled="1"/>
              </a:gradFill>
            </a:endParaRPr>
          </a:p>
        </p:txBody>
      </p:sp>
      <p:sp>
        <p:nvSpPr>
          <p:cNvPr id="5" name="Slide Number Placeholder 4"/>
          <p:cNvSpPr>
            <a:spLocks noGrp="1"/>
          </p:cNvSpPr>
          <p:nvPr>
            <p:ph type="sldNum" sz="quarter" idx="12"/>
          </p:nvPr>
        </p:nvSpPr>
        <p:spPr/>
        <p:txBody>
          <a:bodyPr/>
          <a:lstStyle/>
          <a:p>
            <a:fld id="{35E8911E-9DE7-463F-981B-F1795CC06C30}" type="slidenum">
              <a:rPr lang="en-AU" smtClean="0"/>
              <a:pPr/>
              <a:t>15</a:t>
            </a:fld>
            <a:endParaRPr lang="en-AU" dirty="0"/>
          </a:p>
        </p:txBody>
      </p:sp>
      <p:sp>
        <p:nvSpPr>
          <p:cNvPr id="7" name="Text Placeholder 6"/>
          <p:cNvSpPr>
            <a:spLocks noGrp="1"/>
          </p:cNvSpPr>
          <p:nvPr>
            <p:ph type="body" sz="quarter" idx="15"/>
          </p:nvPr>
        </p:nvSpPr>
        <p:spPr>
          <a:xfrm>
            <a:off x="594076" y="1648109"/>
            <a:ext cx="9949846" cy="3071728"/>
          </a:xfrm>
          <a:noFill/>
        </p:spPr>
        <p:txBody>
          <a:bodyPr/>
          <a:lstStyle/>
          <a:p>
            <a:pPr>
              <a:lnSpc>
                <a:spcPct val="100000"/>
              </a:lnSpc>
              <a:buFont typeface="Arial" panose="020B0604020202020204" pitchFamily="34" charset="0"/>
              <a:buChar char="•"/>
            </a:pPr>
            <a:endParaRPr lang="en-AU"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AU" dirty="0"/>
          </a:p>
          <a:p>
            <a:endParaRPr lang="en-AU" dirty="0"/>
          </a:p>
        </p:txBody>
      </p:sp>
      <p:sp>
        <p:nvSpPr>
          <p:cNvPr id="3" name="TextBox 2"/>
          <p:cNvSpPr txBox="1"/>
          <p:nvPr/>
        </p:nvSpPr>
        <p:spPr>
          <a:xfrm>
            <a:off x="707365" y="6223607"/>
            <a:ext cx="2865394" cy="307777"/>
          </a:xfrm>
          <a:prstGeom prst="rect">
            <a:avLst/>
          </a:prstGeom>
          <a:noFill/>
        </p:spPr>
        <p:txBody>
          <a:bodyPr wrap="square" rtlCol="0">
            <a:spAutoFit/>
          </a:bodyPr>
          <a:lstStyle/>
          <a:p>
            <a:pPr indent="0">
              <a:buNone/>
            </a:pPr>
            <a:r>
              <a:rPr lang="en-AU" sz="1400" dirty="0"/>
              <a:t>24 OCTOBER 2024</a:t>
            </a:r>
          </a:p>
        </p:txBody>
      </p:sp>
      <p:sp>
        <p:nvSpPr>
          <p:cNvPr id="6" name="TextBox 5">
            <a:extLst>
              <a:ext uri="{FF2B5EF4-FFF2-40B4-BE49-F238E27FC236}">
                <a16:creationId xmlns:a16="http://schemas.microsoft.com/office/drawing/2014/main" id="{7C77698D-6CF7-833A-88A0-23F8D8094262}"/>
              </a:ext>
            </a:extLst>
          </p:cNvPr>
          <p:cNvSpPr txBox="1"/>
          <p:nvPr/>
        </p:nvSpPr>
        <p:spPr>
          <a:xfrm>
            <a:off x="932155" y="1562471"/>
            <a:ext cx="8209625" cy="4832092"/>
          </a:xfrm>
          <a:prstGeom prst="rect">
            <a:avLst/>
          </a:prstGeom>
          <a:noFill/>
        </p:spPr>
        <p:txBody>
          <a:bodyPr wrap="square">
            <a:spAutoFit/>
          </a:bodyPr>
          <a:lstStyle/>
          <a:p>
            <a:pPr marL="0" indent="0">
              <a:lnSpc>
                <a:spcPct val="100000"/>
              </a:lnSpc>
              <a:buNone/>
            </a:pPr>
            <a:endParaRPr lang="en-AU" sz="1600" dirty="0">
              <a:latin typeface="+mj-lt"/>
              <a:cs typeface="Calibri" panose="020F0502020204030204" pitchFamily="34" charset="0"/>
            </a:endParaRPr>
          </a:p>
          <a:p>
            <a:r>
              <a:rPr lang="en-AU" sz="1600" dirty="0">
                <a:latin typeface="+mj-lt"/>
                <a:cs typeface="Calibri" panose="020F0502020204030204" pitchFamily="34" charset="0"/>
              </a:rPr>
              <a:t>Below AIR APIs will be retired from </a:t>
            </a:r>
            <a:r>
              <a:rPr lang="en-AU" sz="1600" b="1" dirty="0">
                <a:latin typeface="+mj-lt"/>
                <a:cs typeface="Calibri" panose="020F0502020204030204" pitchFamily="34" charset="0"/>
              </a:rPr>
              <a:t>5 December 2024</a:t>
            </a:r>
            <a:r>
              <a:rPr lang="en-AU" sz="1600" dirty="0">
                <a:latin typeface="+mj-lt"/>
                <a:cs typeface="Calibri" panose="020F0502020204030204" pitchFamily="34" charset="0"/>
              </a:rPr>
              <a:t>:</a:t>
            </a:r>
          </a:p>
          <a:p>
            <a:endParaRPr lang="en-AU" sz="1600" dirty="0">
              <a:latin typeface="+mj-lt"/>
              <a:cs typeface="Calibri" panose="020F0502020204030204" pitchFamily="34" charset="0"/>
            </a:endParaRPr>
          </a:p>
          <a:p>
            <a:pPr marL="285750" indent="-285750">
              <a:lnSpc>
                <a:spcPct val="150000"/>
              </a:lnSpc>
              <a:buFont typeface="Arial" panose="020B0604020202020204" pitchFamily="34" charset="0"/>
              <a:buChar char="•"/>
            </a:pPr>
            <a:r>
              <a:rPr lang="en-AU" sz="1600" dirty="0">
                <a:latin typeface="+mj-lt"/>
                <a:cs typeface="Calibri" panose="020F0502020204030204" pitchFamily="34" charset="0"/>
              </a:rPr>
              <a:t>Record Encounter (V1.0, V1.1 and V1.2)</a:t>
            </a:r>
          </a:p>
          <a:p>
            <a:pPr marL="285750" indent="-285750">
              <a:lnSpc>
                <a:spcPct val="150000"/>
              </a:lnSpc>
              <a:buFont typeface="Arial" panose="020B0604020202020204" pitchFamily="34" charset="0"/>
              <a:buChar char="•"/>
            </a:pPr>
            <a:r>
              <a:rPr lang="en-AU" sz="1600" dirty="0">
                <a:latin typeface="+mj-lt"/>
                <a:cs typeface="Calibri" panose="020F0502020204030204" pitchFamily="34" charset="0"/>
              </a:rPr>
              <a:t>Update Encounter (V1.0 and V1.1)</a:t>
            </a:r>
          </a:p>
          <a:p>
            <a:pPr marL="285750" indent="-285750">
              <a:lnSpc>
                <a:spcPct val="150000"/>
              </a:lnSpc>
              <a:buFont typeface="Arial" panose="020B0604020202020204" pitchFamily="34" charset="0"/>
              <a:buChar char="•"/>
            </a:pPr>
            <a:r>
              <a:rPr lang="en-AU" sz="1600" dirty="0">
                <a:latin typeface="+mj-lt"/>
                <a:cs typeface="Calibri" panose="020F0502020204030204" pitchFamily="34" charset="0"/>
              </a:rPr>
              <a:t>Individual Immunisation History Details (V1.0 and V1.1)</a:t>
            </a:r>
          </a:p>
          <a:p>
            <a:pPr marL="285750" indent="-285750">
              <a:buFont typeface="Arial" panose="020B0604020202020204" pitchFamily="34" charset="0"/>
              <a:buChar char="•"/>
            </a:pPr>
            <a:endParaRPr lang="en-AU" sz="1600" dirty="0">
              <a:latin typeface="+mj-lt"/>
              <a:cs typeface="Calibri" panose="020F0502020204030204" pitchFamily="34" charset="0"/>
            </a:endParaRPr>
          </a:p>
          <a:p>
            <a:pPr lvl="1"/>
            <a:endParaRPr lang="en-AU" sz="1600" dirty="0">
              <a:latin typeface="+mj-lt"/>
              <a:cs typeface="Calibri" panose="020F0502020204030204" pitchFamily="34" charset="0"/>
            </a:endParaRPr>
          </a:p>
          <a:p>
            <a:r>
              <a:rPr lang="en-AU" sz="1600" dirty="0">
                <a:latin typeface="+mj-lt"/>
                <a:cs typeface="Calibri" panose="020F0502020204030204" pitchFamily="34" charset="0"/>
              </a:rPr>
              <a:t>Below AIR APIs will be retired from </a:t>
            </a:r>
            <a:r>
              <a:rPr lang="en-AU" sz="1600" b="1" dirty="0">
                <a:latin typeface="+mj-lt"/>
                <a:cs typeface="Calibri" panose="020F0502020204030204" pitchFamily="34" charset="0"/>
              </a:rPr>
              <a:t>24 October 2025</a:t>
            </a:r>
            <a:r>
              <a:rPr lang="en-AU" sz="1600" dirty="0">
                <a:latin typeface="+mj-lt"/>
                <a:cs typeface="Calibri" panose="020F0502020204030204" pitchFamily="34" charset="0"/>
              </a:rPr>
              <a:t>:</a:t>
            </a:r>
          </a:p>
          <a:p>
            <a:endParaRPr lang="en-AU" sz="1600" dirty="0">
              <a:latin typeface="+mj-lt"/>
              <a:cs typeface="Calibri" panose="020F0502020204030204" pitchFamily="34" charset="0"/>
            </a:endParaRPr>
          </a:p>
          <a:p>
            <a:pPr marL="285750" indent="-285750">
              <a:lnSpc>
                <a:spcPct val="150000"/>
              </a:lnSpc>
              <a:buFont typeface="Arial" panose="020B0604020202020204" pitchFamily="34" charset="0"/>
              <a:buChar char="•"/>
            </a:pPr>
            <a:r>
              <a:rPr lang="en-AU" sz="1600" dirty="0">
                <a:latin typeface="+mj-lt"/>
                <a:cs typeface="Calibri" panose="020F0502020204030204" pitchFamily="34" charset="0"/>
              </a:rPr>
              <a:t>Record Encounter (V1.3)</a:t>
            </a:r>
          </a:p>
          <a:p>
            <a:pPr marL="285750" indent="-285750">
              <a:lnSpc>
                <a:spcPct val="150000"/>
              </a:lnSpc>
              <a:buFont typeface="Arial" panose="020B0604020202020204" pitchFamily="34" charset="0"/>
              <a:buChar char="•"/>
            </a:pPr>
            <a:r>
              <a:rPr lang="en-AU" sz="1600" dirty="0">
                <a:latin typeface="+mj-lt"/>
                <a:cs typeface="Calibri" panose="020F0502020204030204" pitchFamily="34" charset="0"/>
              </a:rPr>
              <a:t>Update Encounter (V1.2)</a:t>
            </a:r>
          </a:p>
          <a:p>
            <a:pPr marL="285750" indent="-285750">
              <a:lnSpc>
                <a:spcPct val="150000"/>
              </a:lnSpc>
              <a:buFont typeface="Arial" panose="020B0604020202020204" pitchFamily="34" charset="0"/>
              <a:buChar char="•"/>
            </a:pPr>
            <a:r>
              <a:rPr lang="en-AU" sz="1600" dirty="0">
                <a:latin typeface="+mj-lt"/>
                <a:cs typeface="Calibri" panose="020F0502020204030204" pitchFamily="34" charset="0"/>
              </a:rPr>
              <a:t>Individual Immunisation History Details (V1.2)</a:t>
            </a:r>
          </a:p>
          <a:p>
            <a:pPr>
              <a:lnSpc>
                <a:spcPct val="100000"/>
              </a:lnSpc>
            </a:pPr>
            <a:endParaRPr lang="en-AU" sz="1600" dirty="0">
              <a:latin typeface="+mj-lt"/>
              <a:cs typeface="Calibri" panose="020F0502020204030204" pitchFamily="34" charset="0"/>
            </a:endParaRPr>
          </a:p>
          <a:p>
            <a:pPr marL="285750" indent="-285750">
              <a:lnSpc>
                <a:spcPct val="100000"/>
              </a:lnSpc>
              <a:buFont typeface="Wingdings" panose="05000000000000000000" pitchFamily="2" charset="2"/>
              <a:buChar char="q"/>
            </a:pPr>
            <a:endParaRPr lang="en-AU" dirty="0">
              <a:latin typeface="Calibri" panose="020F0502020204030204" pitchFamily="34" charset="0"/>
              <a:cs typeface="Calibri" panose="020F0502020204030204" pitchFamily="34" charset="0"/>
            </a:endParaRPr>
          </a:p>
          <a:p>
            <a:pPr>
              <a:lnSpc>
                <a:spcPct val="100000"/>
              </a:lnSpc>
            </a:pPr>
            <a:r>
              <a:rPr lang="en-AU" dirty="0">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843820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EB742811-4CE1-4C26-88D0-A221C6CDA2EC}"/>
              </a:ext>
            </a:extLst>
          </p:cNvPr>
          <p:cNvSpPr txBox="1">
            <a:spLocks/>
          </p:cNvSpPr>
          <p:nvPr/>
        </p:nvSpPr>
        <p:spPr>
          <a:xfrm>
            <a:off x="2697458" y="1717385"/>
            <a:ext cx="7112367" cy="2766383"/>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lang="en-US" sz="3600" kern="1200" spc="-24" dirty="0" smtClean="0">
                <a:solidFill>
                  <a:schemeClr val="tx1"/>
                </a:solidFill>
                <a:latin typeface="+mj-lt"/>
                <a:ea typeface="Roboto" panose="02000000000000000000" pitchFamily="2" charset="0"/>
                <a:cs typeface="+mj-cs"/>
              </a:defRPr>
            </a:lvl1pPr>
          </a:lstStyle>
          <a:p>
            <a:pPr algn="ctr"/>
            <a:r>
              <a:rPr lang="en-AU" sz="3200" dirty="0">
                <a:solidFill>
                  <a:schemeClr val="bg1"/>
                </a:solidFill>
              </a:rPr>
              <a:t>Update 5</a:t>
            </a:r>
          </a:p>
          <a:p>
            <a:pPr algn="ctr"/>
            <a:endParaRPr lang="en-AU" sz="3200" dirty="0">
              <a:solidFill>
                <a:schemeClr val="bg1"/>
              </a:solidFill>
            </a:endParaRPr>
          </a:p>
          <a:p>
            <a:pPr algn="ctr"/>
            <a:r>
              <a:rPr lang="en-AU" sz="3200" kern="1200" dirty="0">
                <a:solidFill>
                  <a:schemeClr val="bg1"/>
                </a:solidFill>
                <a:effectLst/>
                <a:latin typeface="+mn-lt"/>
                <a:ea typeface="+mn-ea"/>
                <a:cs typeface="+mn-cs"/>
              </a:rPr>
              <a:t>Q &amp; A session</a:t>
            </a:r>
            <a:endParaRPr lang="en-AU" sz="1600" dirty="0">
              <a:solidFill>
                <a:schemeClr val="bg1"/>
              </a:solidFill>
            </a:endParaRPr>
          </a:p>
        </p:txBody>
      </p:sp>
    </p:spTree>
    <p:extLst>
      <p:ext uri="{BB962C8B-B14F-4D97-AF65-F5344CB8AC3E}">
        <p14:creationId xmlns:p14="http://schemas.microsoft.com/office/powerpoint/2010/main" val="3572593574"/>
      </p:ext>
    </p:extLst>
  </p:cSld>
  <p:clrMapOvr>
    <a:masterClrMapping/>
  </p:clrMapOvr>
</p:sld>
</file>

<file path=ppt/theme/theme1.xml><?xml version="1.0" encoding="utf-8"?>
<a:theme xmlns:a="http://schemas.openxmlformats.org/drawingml/2006/main" name="Cover - Dark">
  <a:themeElements>
    <a:clrScheme name="Services Australia">
      <a:dk1>
        <a:sysClr val="windowText" lastClr="000000"/>
      </a:dk1>
      <a:lt1>
        <a:sysClr val="window" lastClr="FFFFFF"/>
      </a:lt1>
      <a:dk2>
        <a:srgbClr val="1B365D"/>
      </a:dk2>
      <a:lt2>
        <a:srgbClr val="E7E6E6"/>
      </a:lt2>
      <a:accent1>
        <a:srgbClr val="FF8674"/>
      </a:accent1>
      <a:accent2>
        <a:srgbClr val="BC4700"/>
      </a:accent2>
      <a:accent3>
        <a:srgbClr val="971B1E"/>
      </a:accent3>
      <a:accent4>
        <a:srgbClr val="6F263D"/>
      </a:accent4>
      <a:accent5>
        <a:srgbClr val="4B384C"/>
      </a:accent5>
      <a:accent6>
        <a:srgbClr val="75787B"/>
      </a:accent6>
      <a:hlink>
        <a:srgbClr val="FF8674"/>
      </a:hlink>
      <a:folHlink>
        <a:srgbClr val="971B1E"/>
      </a:folHlink>
    </a:clrScheme>
    <a:fontScheme name="Services Australi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8B64EE9-8F99-4233-AD37-5E051CB7A84A}" vid="{5EC4B2E3-D187-4064-ADDD-F65234913FCC}"/>
    </a:ext>
  </a:extLst>
</a:theme>
</file>

<file path=ppt/theme/theme2.xml><?xml version="1.0" encoding="utf-8"?>
<a:theme xmlns:a="http://schemas.openxmlformats.org/drawingml/2006/main" name="Cover - Light">
  <a:themeElements>
    <a:clrScheme name="Services Australia">
      <a:dk1>
        <a:sysClr val="windowText" lastClr="000000"/>
      </a:dk1>
      <a:lt1>
        <a:sysClr val="window" lastClr="FFFFFF"/>
      </a:lt1>
      <a:dk2>
        <a:srgbClr val="1B365D"/>
      </a:dk2>
      <a:lt2>
        <a:srgbClr val="E7E6E6"/>
      </a:lt2>
      <a:accent1>
        <a:srgbClr val="FF8674"/>
      </a:accent1>
      <a:accent2>
        <a:srgbClr val="BC4700"/>
      </a:accent2>
      <a:accent3>
        <a:srgbClr val="971B1E"/>
      </a:accent3>
      <a:accent4>
        <a:srgbClr val="6F263D"/>
      </a:accent4>
      <a:accent5>
        <a:srgbClr val="4B384C"/>
      </a:accent5>
      <a:accent6>
        <a:srgbClr val="75787B"/>
      </a:accent6>
      <a:hlink>
        <a:srgbClr val="FF8674"/>
      </a:hlink>
      <a:folHlink>
        <a:srgbClr val="971B1E"/>
      </a:folHlink>
    </a:clrScheme>
    <a:fontScheme name="Services Australi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8B64EE9-8F99-4233-AD37-5E051CB7A84A}" vid="{CB8B42DE-BB45-4914-B984-AB6D74BB9B6A}"/>
    </a:ext>
  </a:extLst>
</a:theme>
</file>

<file path=ppt/theme/theme3.xml><?xml version="1.0" encoding="utf-8"?>
<a:theme xmlns:a="http://schemas.openxmlformats.org/drawingml/2006/main" name="Section Divider - Dark">
  <a:themeElements>
    <a:clrScheme name="Services Australia">
      <a:dk1>
        <a:sysClr val="windowText" lastClr="000000"/>
      </a:dk1>
      <a:lt1>
        <a:sysClr val="window" lastClr="FFFFFF"/>
      </a:lt1>
      <a:dk2>
        <a:srgbClr val="1B365D"/>
      </a:dk2>
      <a:lt2>
        <a:srgbClr val="E7E6E6"/>
      </a:lt2>
      <a:accent1>
        <a:srgbClr val="FF8674"/>
      </a:accent1>
      <a:accent2>
        <a:srgbClr val="BC4700"/>
      </a:accent2>
      <a:accent3>
        <a:srgbClr val="971B1E"/>
      </a:accent3>
      <a:accent4>
        <a:srgbClr val="6F263D"/>
      </a:accent4>
      <a:accent5>
        <a:srgbClr val="4B384C"/>
      </a:accent5>
      <a:accent6>
        <a:srgbClr val="75787B"/>
      </a:accent6>
      <a:hlink>
        <a:srgbClr val="FF8674"/>
      </a:hlink>
      <a:folHlink>
        <a:srgbClr val="971B1E"/>
      </a:folHlink>
    </a:clrScheme>
    <a:fontScheme name="Services Australi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8B64EE9-8F99-4233-AD37-5E051CB7A84A}" vid="{0F09BB98-8809-4E42-BE2C-E3959D193383}"/>
    </a:ext>
  </a:extLst>
</a:theme>
</file>

<file path=ppt/theme/theme4.xml><?xml version="1.0" encoding="utf-8"?>
<a:theme xmlns:a="http://schemas.openxmlformats.org/drawingml/2006/main" name="Section Divider - Light">
  <a:themeElements>
    <a:clrScheme name="Services Australia">
      <a:dk1>
        <a:sysClr val="windowText" lastClr="000000"/>
      </a:dk1>
      <a:lt1>
        <a:sysClr val="window" lastClr="FFFFFF"/>
      </a:lt1>
      <a:dk2>
        <a:srgbClr val="1B365D"/>
      </a:dk2>
      <a:lt2>
        <a:srgbClr val="E7E6E6"/>
      </a:lt2>
      <a:accent1>
        <a:srgbClr val="FF8674"/>
      </a:accent1>
      <a:accent2>
        <a:srgbClr val="BC4700"/>
      </a:accent2>
      <a:accent3>
        <a:srgbClr val="971B1E"/>
      </a:accent3>
      <a:accent4>
        <a:srgbClr val="6F263D"/>
      </a:accent4>
      <a:accent5>
        <a:srgbClr val="4B384C"/>
      </a:accent5>
      <a:accent6>
        <a:srgbClr val="75787B"/>
      </a:accent6>
      <a:hlink>
        <a:srgbClr val="FF8674"/>
      </a:hlink>
      <a:folHlink>
        <a:srgbClr val="971B1E"/>
      </a:folHlink>
    </a:clrScheme>
    <a:fontScheme name="Services Australi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8B64EE9-8F99-4233-AD37-5E051CB7A84A}" vid="{0700DA5E-7663-4F9F-A4A7-A0B0AABC7B38}"/>
    </a:ext>
  </a:extLst>
</a:theme>
</file>

<file path=ppt/theme/theme5.xml><?xml version="1.0" encoding="utf-8"?>
<a:theme xmlns:a="http://schemas.openxmlformats.org/drawingml/2006/main" name="Content - Salmon">
  <a:themeElements>
    <a:clrScheme name="Services Australia">
      <a:dk1>
        <a:sysClr val="windowText" lastClr="000000"/>
      </a:dk1>
      <a:lt1>
        <a:sysClr val="window" lastClr="FFFFFF"/>
      </a:lt1>
      <a:dk2>
        <a:srgbClr val="1B365D"/>
      </a:dk2>
      <a:lt2>
        <a:srgbClr val="E7E6E6"/>
      </a:lt2>
      <a:accent1>
        <a:srgbClr val="FF8674"/>
      </a:accent1>
      <a:accent2>
        <a:srgbClr val="BC4700"/>
      </a:accent2>
      <a:accent3>
        <a:srgbClr val="971B1E"/>
      </a:accent3>
      <a:accent4>
        <a:srgbClr val="6F263D"/>
      </a:accent4>
      <a:accent5>
        <a:srgbClr val="4B384C"/>
      </a:accent5>
      <a:accent6>
        <a:srgbClr val="75787B"/>
      </a:accent6>
      <a:hlink>
        <a:srgbClr val="FF8674"/>
      </a:hlink>
      <a:folHlink>
        <a:srgbClr val="971B1E"/>
      </a:folHlink>
    </a:clrScheme>
    <a:fontScheme name="Services Australi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8B64EE9-8F99-4233-AD37-5E051CB7A84A}" vid="{23875A61-82C5-4383-85AE-A0C5D38F4687}"/>
    </a:ext>
  </a:extLst>
</a:theme>
</file>

<file path=ppt/theme/theme6.xml><?xml version="1.0" encoding="utf-8"?>
<a:theme xmlns:a="http://schemas.openxmlformats.org/drawingml/2006/main" name="Content - Blue">
  <a:themeElements>
    <a:clrScheme name="Services Australia">
      <a:dk1>
        <a:sysClr val="windowText" lastClr="000000"/>
      </a:dk1>
      <a:lt1>
        <a:sysClr val="window" lastClr="FFFFFF"/>
      </a:lt1>
      <a:dk2>
        <a:srgbClr val="1B365D"/>
      </a:dk2>
      <a:lt2>
        <a:srgbClr val="E7E6E6"/>
      </a:lt2>
      <a:accent1>
        <a:srgbClr val="FF8674"/>
      </a:accent1>
      <a:accent2>
        <a:srgbClr val="BC4700"/>
      </a:accent2>
      <a:accent3>
        <a:srgbClr val="971B1E"/>
      </a:accent3>
      <a:accent4>
        <a:srgbClr val="6F263D"/>
      </a:accent4>
      <a:accent5>
        <a:srgbClr val="4B384C"/>
      </a:accent5>
      <a:accent6>
        <a:srgbClr val="75787B"/>
      </a:accent6>
      <a:hlink>
        <a:srgbClr val="FF8674"/>
      </a:hlink>
      <a:folHlink>
        <a:srgbClr val="971B1E"/>
      </a:folHlink>
    </a:clrScheme>
    <a:fontScheme name="Services Australi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8B64EE9-8F99-4233-AD37-5E051CB7A84A}" vid="{E13068B8-7437-48E2-99B6-C2301D6B13B0}"/>
    </a:ext>
  </a:extLst>
</a:theme>
</file>

<file path=ppt/theme/theme7.xml><?xml version="1.0" encoding="utf-8"?>
<a:theme xmlns:a="http://schemas.openxmlformats.org/drawingml/2006/main" name="Content - Grey">
  <a:themeElements>
    <a:clrScheme name="Services Australia">
      <a:dk1>
        <a:sysClr val="windowText" lastClr="000000"/>
      </a:dk1>
      <a:lt1>
        <a:sysClr val="window" lastClr="FFFFFF"/>
      </a:lt1>
      <a:dk2>
        <a:srgbClr val="1B365D"/>
      </a:dk2>
      <a:lt2>
        <a:srgbClr val="E7E6E6"/>
      </a:lt2>
      <a:accent1>
        <a:srgbClr val="FF8674"/>
      </a:accent1>
      <a:accent2>
        <a:srgbClr val="BC4700"/>
      </a:accent2>
      <a:accent3>
        <a:srgbClr val="971B1E"/>
      </a:accent3>
      <a:accent4>
        <a:srgbClr val="6F263D"/>
      </a:accent4>
      <a:accent5>
        <a:srgbClr val="4B384C"/>
      </a:accent5>
      <a:accent6>
        <a:srgbClr val="75787B"/>
      </a:accent6>
      <a:hlink>
        <a:srgbClr val="FF8674"/>
      </a:hlink>
      <a:folHlink>
        <a:srgbClr val="971B1E"/>
      </a:folHlink>
    </a:clrScheme>
    <a:fontScheme name="Services Australi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8B64EE9-8F99-4233-AD37-5E051CB7A84A}" vid="{FF2EF230-290C-4F12-A972-5EBF718E2935}"/>
    </a:ext>
  </a:extLst>
</a:theme>
</file>

<file path=ppt/theme/theme8.xml><?xml version="1.0" encoding="utf-8"?>
<a:theme xmlns:a="http://schemas.openxmlformats.org/drawingml/2006/main" name="Content - Grape">
  <a:themeElements>
    <a:clrScheme name="Services Australia">
      <a:dk1>
        <a:sysClr val="windowText" lastClr="000000"/>
      </a:dk1>
      <a:lt1>
        <a:sysClr val="window" lastClr="FFFFFF"/>
      </a:lt1>
      <a:dk2>
        <a:srgbClr val="1B365D"/>
      </a:dk2>
      <a:lt2>
        <a:srgbClr val="E7E6E6"/>
      </a:lt2>
      <a:accent1>
        <a:srgbClr val="FF8674"/>
      </a:accent1>
      <a:accent2>
        <a:srgbClr val="BC4700"/>
      </a:accent2>
      <a:accent3>
        <a:srgbClr val="971B1E"/>
      </a:accent3>
      <a:accent4>
        <a:srgbClr val="6F263D"/>
      </a:accent4>
      <a:accent5>
        <a:srgbClr val="4B384C"/>
      </a:accent5>
      <a:accent6>
        <a:srgbClr val="75787B"/>
      </a:accent6>
      <a:hlink>
        <a:srgbClr val="FF8674"/>
      </a:hlink>
      <a:folHlink>
        <a:srgbClr val="971B1E"/>
      </a:folHlink>
    </a:clrScheme>
    <a:fontScheme name="Services Australi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8B64EE9-8F99-4233-AD37-5E051CB7A84A}" vid="{25974303-501B-468F-9C6C-5B8516AD9422}"/>
    </a:ext>
  </a:extLst>
</a:theme>
</file>

<file path=ppt/theme/theme9.xml><?xml version="1.0" encoding="utf-8"?>
<a:theme xmlns:a="http://schemas.openxmlformats.org/drawingml/2006/main" name="Content - Maroon">
  <a:themeElements>
    <a:clrScheme name="Services Australia">
      <a:dk1>
        <a:sysClr val="windowText" lastClr="000000"/>
      </a:dk1>
      <a:lt1>
        <a:sysClr val="window" lastClr="FFFFFF"/>
      </a:lt1>
      <a:dk2>
        <a:srgbClr val="1B365D"/>
      </a:dk2>
      <a:lt2>
        <a:srgbClr val="E7E6E6"/>
      </a:lt2>
      <a:accent1>
        <a:srgbClr val="FF8674"/>
      </a:accent1>
      <a:accent2>
        <a:srgbClr val="BC4700"/>
      </a:accent2>
      <a:accent3>
        <a:srgbClr val="971B1E"/>
      </a:accent3>
      <a:accent4>
        <a:srgbClr val="6F263D"/>
      </a:accent4>
      <a:accent5>
        <a:srgbClr val="4B384C"/>
      </a:accent5>
      <a:accent6>
        <a:srgbClr val="75787B"/>
      </a:accent6>
      <a:hlink>
        <a:srgbClr val="FF8674"/>
      </a:hlink>
      <a:folHlink>
        <a:srgbClr val="971B1E"/>
      </a:folHlink>
    </a:clrScheme>
    <a:fontScheme name="Services Australi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8B64EE9-8F99-4233-AD37-5E051CB7A84A}" vid="{D70F9999-6948-4714-853E-23A5971A51C3}"/>
    </a:ext>
  </a:extLst>
</a:theme>
</file>

<file path=ppt/theme/theme10.xml><?xml version="1.0" encoding="utf-8"?>
<a:theme xmlns:a="http://schemas.openxmlformats.org/drawingml/2006/main" name="Content - Brick Red">
  <a:themeElements>
    <a:clrScheme name="Services Australia">
      <a:dk1>
        <a:sysClr val="windowText" lastClr="000000"/>
      </a:dk1>
      <a:lt1>
        <a:sysClr val="window" lastClr="FFFFFF"/>
      </a:lt1>
      <a:dk2>
        <a:srgbClr val="1B365D"/>
      </a:dk2>
      <a:lt2>
        <a:srgbClr val="E7E6E6"/>
      </a:lt2>
      <a:accent1>
        <a:srgbClr val="FF8674"/>
      </a:accent1>
      <a:accent2>
        <a:srgbClr val="BC4700"/>
      </a:accent2>
      <a:accent3>
        <a:srgbClr val="971B1E"/>
      </a:accent3>
      <a:accent4>
        <a:srgbClr val="6F263D"/>
      </a:accent4>
      <a:accent5>
        <a:srgbClr val="4B384C"/>
      </a:accent5>
      <a:accent6>
        <a:srgbClr val="75787B"/>
      </a:accent6>
      <a:hlink>
        <a:srgbClr val="FF8674"/>
      </a:hlink>
      <a:folHlink>
        <a:srgbClr val="971B1E"/>
      </a:folHlink>
    </a:clrScheme>
    <a:fontScheme name="Services Australi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8B64EE9-8F99-4233-AD37-5E051CB7A84A}" vid="{82B3B56B-0640-4B5D-8AE7-D78B4A89F586}"/>
    </a:ext>
  </a:extLst>
</a:theme>
</file>

<file path=ppt/theme/theme11.xml><?xml version="1.0" encoding="utf-8"?>
<a:theme xmlns:a="http://schemas.openxmlformats.org/drawingml/2006/main" name="Content - Orange">
  <a:themeElements>
    <a:clrScheme name="Services Australia">
      <a:dk1>
        <a:sysClr val="windowText" lastClr="000000"/>
      </a:dk1>
      <a:lt1>
        <a:sysClr val="window" lastClr="FFFFFF"/>
      </a:lt1>
      <a:dk2>
        <a:srgbClr val="1B365D"/>
      </a:dk2>
      <a:lt2>
        <a:srgbClr val="E7E6E6"/>
      </a:lt2>
      <a:accent1>
        <a:srgbClr val="FF8674"/>
      </a:accent1>
      <a:accent2>
        <a:srgbClr val="BC4700"/>
      </a:accent2>
      <a:accent3>
        <a:srgbClr val="971B1E"/>
      </a:accent3>
      <a:accent4>
        <a:srgbClr val="6F263D"/>
      </a:accent4>
      <a:accent5>
        <a:srgbClr val="4B384C"/>
      </a:accent5>
      <a:accent6>
        <a:srgbClr val="75787B"/>
      </a:accent6>
      <a:hlink>
        <a:srgbClr val="FF8674"/>
      </a:hlink>
      <a:folHlink>
        <a:srgbClr val="971B1E"/>
      </a:folHlink>
    </a:clrScheme>
    <a:fontScheme name="Services Australi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8B64EE9-8F99-4233-AD37-5E051CB7A84A}" vid="{CE2DE3C6-4970-4DF2-BB3F-93A3492B4887}"/>
    </a:ext>
  </a:extLst>
</a:theme>
</file>

<file path=ppt/theme/theme12.xml><?xml version="1.0" encoding="utf-8"?>
<a:theme xmlns:a="http://schemas.openxmlformats.org/drawingml/2006/main" name="Fullscreen Image + Pullout">
  <a:themeElements>
    <a:clrScheme name="Services Australia">
      <a:dk1>
        <a:sysClr val="windowText" lastClr="000000"/>
      </a:dk1>
      <a:lt1>
        <a:sysClr val="window" lastClr="FFFFFF"/>
      </a:lt1>
      <a:dk2>
        <a:srgbClr val="1B365D"/>
      </a:dk2>
      <a:lt2>
        <a:srgbClr val="E7E6E6"/>
      </a:lt2>
      <a:accent1>
        <a:srgbClr val="FF8674"/>
      </a:accent1>
      <a:accent2>
        <a:srgbClr val="BC4700"/>
      </a:accent2>
      <a:accent3>
        <a:srgbClr val="971B1E"/>
      </a:accent3>
      <a:accent4>
        <a:srgbClr val="6F263D"/>
      </a:accent4>
      <a:accent5>
        <a:srgbClr val="4B384C"/>
      </a:accent5>
      <a:accent6>
        <a:srgbClr val="75787B"/>
      </a:accent6>
      <a:hlink>
        <a:srgbClr val="FF8674"/>
      </a:hlink>
      <a:folHlink>
        <a:srgbClr val="971B1E"/>
      </a:folHlink>
    </a:clrScheme>
    <a:fontScheme name="Services Australi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8B64EE9-8F99-4233-AD37-5E051CB7A84A}" vid="{4FDB4E41-1B42-4415-97C0-08C1237387AB}"/>
    </a:ext>
  </a:extLst>
</a:theme>
</file>

<file path=ppt/theme/theme13.xml><?xml version="1.0" encoding="utf-8"?>
<a:theme xmlns:a="http://schemas.openxmlformats.org/drawingml/2006/main" name="Reference (NOT FOR USE)">
  <a:themeElements>
    <a:clrScheme name="Services Australia">
      <a:dk1>
        <a:sysClr val="windowText" lastClr="000000"/>
      </a:dk1>
      <a:lt1>
        <a:sysClr val="window" lastClr="FFFFFF"/>
      </a:lt1>
      <a:dk2>
        <a:srgbClr val="1B365D"/>
      </a:dk2>
      <a:lt2>
        <a:srgbClr val="E7E6E6"/>
      </a:lt2>
      <a:accent1>
        <a:srgbClr val="FF8674"/>
      </a:accent1>
      <a:accent2>
        <a:srgbClr val="BC4700"/>
      </a:accent2>
      <a:accent3>
        <a:srgbClr val="971B1E"/>
      </a:accent3>
      <a:accent4>
        <a:srgbClr val="6F263D"/>
      </a:accent4>
      <a:accent5>
        <a:srgbClr val="4B384C"/>
      </a:accent5>
      <a:accent6>
        <a:srgbClr val="75787B"/>
      </a:accent6>
      <a:hlink>
        <a:srgbClr val="FF8674"/>
      </a:hlink>
      <a:folHlink>
        <a:srgbClr val="971B1E"/>
      </a:folHlink>
    </a:clrScheme>
    <a:fontScheme name="Services Australi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8B64EE9-8F99-4233-AD37-5E051CB7A84A}" vid="{8C645FFC-2CBC-4C97-A98E-221054184ACB}"/>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b7a4aa4-e44b-4b2a-88f0-9f63813749bf" xsi:nil="true"/>
    <_ip_UnifiedCompliancePolicyUIAction xmlns="http://schemas.microsoft.com/sharepoint/v3" xsi:nil="true"/>
    <SharedWithUsers xmlns="47456ec4-fed6-4f7e-95b3-590990d7359c">
      <UserInfo>
        <DisplayName/>
        <AccountId xsi:nil="true"/>
        <AccountType/>
      </UserInfo>
    </SharedWithUsers>
    <_ip_UnifiedCompliancePolicyProperties xmlns="http://schemas.microsoft.com/sharepoint/v3" xsi:nil="true"/>
    <lcf76f155ced4ddcb4097134ff3c332f xmlns="47456ec4-fed6-4f7e-95b3-590990d7359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HSI Document" ma:contentTypeID="0x010100BC6B0EF018883849B5DFDC7E9B7A6DDC00382D40BACA6E634E97F32DCEB40CACCD" ma:contentTypeVersion="16" ma:contentTypeDescription="Create a new document." ma:contentTypeScope="" ma:versionID="972ea808aaa5bc5387c0e724112d7e61">
  <xsd:schema xmlns:xsd="http://www.w3.org/2001/XMLSchema" xmlns:xs="http://www.w3.org/2001/XMLSchema" xmlns:p="http://schemas.microsoft.com/office/2006/metadata/properties" xmlns:ns1="http://schemas.microsoft.com/sharepoint/v3" xmlns:ns3="47456ec4-fed6-4f7e-95b3-590990d7359c" xmlns:ns4="4b7a4aa4-e44b-4b2a-88f0-9f63813749bf" targetNamespace="http://schemas.microsoft.com/office/2006/metadata/properties" ma:root="true" ma:fieldsID="fc78fadc23d210f7e8c4576b0e8b9ef9" ns1:_="" ns3:_="" ns4:_="">
    <xsd:import namespace="http://schemas.microsoft.com/sharepoint/v3"/>
    <xsd:import namespace="47456ec4-fed6-4f7e-95b3-590990d7359c"/>
    <xsd:import namespace="4b7a4aa4-e44b-4b2a-88f0-9f63813749bf"/>
    <xsd:element name="properties">
      <xsd:complexType>
        <xsd:sequence>
          <xsd:element name="documentManagement">
            <xsd:complexType>
              <xsd:all>
                <xsd:element ref="ns3:SharedWithUsers" minOccurs="0"/>
                <xsd:element ref="ns4:TaxCatchAllLabel" minOccurs="0"/>
                <xsd:element ref="ns4:TaxCatchAll" minOccurs="0"/>
                <xsd:element ref="ns1:_ip_UnifiedCompliancePolicyProperties" minOccurs="0"/>
                <xsd:element ref="ns1:_ip_UnifiedCompliancePolicyUIAction" minOccurs="0"/>
                <xsd:element ref="ns3:MediaServiceAutoKeyPoints" minOccurs="0"/>
                <xsd:element ref="ns3:MediaServiceKeyPoints" minOccurs="0"/>
                <xsd:element ref="ns4:SharedWithDetails" minOccurs="0"/>
                <xsd:element ref="ns3: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3" nillable="true" ma:displayName="Unified Compliance Policy Properties" ma:hidden="true" ma:internalName="_ip_UnifiedCompliancePolicyProperties">
      <xsd:simpleType>
        <xsd:restriction base="dms:Note"/>
      </xsd:simpleType>
    </xsd:element>
    <xsd:element name="_ip_UnifiedCompliancePolicyUIAction" ma:index="1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7456ec4-fed6-4f7e-95b3-590990d7359c" elementFormDefault="qualified">
    <xsd:import namespace="http://schemas.microsoft.com/office/2006/documentManagement/types"/>
    <xsd:import namespace="http://schemas.microsoft.com/office/infopath/2007/PartnerControls"/>
    <xsd:element name="SharedWithUsers" ma:index="10" nillable="true" ma:displayName="Shared With" ma:list="UserInfo" ma:SearchPeopleOnly="false" ma:internalName="SharedWithUsers"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lcf76f155ced4ddcb4097134ff3c332f" ma:index="18" nillable="true" ma:displayName="Image Tags_0" ma:hidden="true" ma:internalName="lcf76f155ced4ddcb4097134ff3c332f">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b7a4aa4-e44b-4b2a-88f0-9f63813749bf" elementFormDefault="qualified">
    <xsd:import namespace="http://schemas.microsoft.com/office/2006/documentManagement/types"/>
    <xsd:import namespace="http://schemas.microsoft.com/office/infopath/2007/PartnerControls"/>
    <xsd:element name="TaxCatchAllLabel" ma:index="11" nillable="true" ma:displayName="Taxonomy Catch All Column1" ma:hidden="true" ma:list="{fba7f701-a8a4-4988-9d9d-b91479e9e853}" ma:internalName="TaxCatchAllLabel" ma:readOnly="true" ma:showField="CatchAllDataLabel" ma:web="4b7a4aa4-e44b-4b2a-88f0-9f63813749bf">
      <xsd:complexType>
        <xsd:complexContent>
          <xsd:extension base="dms:MultiChoiceLookup">
            <xsd:sequence>
              <xsd:element name="Value" type="dms:Lookup" maxOccurs="unbounded" minOccurs="0" nillable="true"/>
            </xsd:sequence>
          </xsd:extension>
        </xsd:complexContent>
      </xsd:complexType>
    </xsd:element>
    <xsd:element name="TaxCatchAll" ma:index="12" nillable="true" ma:displayName="Taxonomy Catch All Column" ma:hidden="true" ma:list="{fba7f701-a8a4-4988-9d9d-b91479e9e853}" ma:internalName="TaxCatchAll" ma:showField="CatchAllData" ma:web="4b7a4aa4-e44b-4b2a-88f0-9f63813749bf">
      <xsd:complexType>
        <xsd:complexContent>
          <xsd:extension base="dms:MultiChoiceLookup">
            <xsd:sequence>
              <xsd:element name="Value" type="dms:Lookup" maxOccurs="unbounded" minOccurs="0" nillable="true"/>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axOccurs="1" ma:index="2" ma:displayName="Author"/>
        <xsd:element ref="dcterms:created" minOccurs="0" maxOccurs="1"/>
        <xsd:element ref="dc:identifier" minOccurs="0" maxOccurs="1"/>
        <xsd:element name="contentType" minOccurs="0" maxOccurs="1" type="xsd:string" ma:index="5" ma:displayName="Content Type"/>
        <xsd:element ref="dc:title" maxOccurs="1" ma:index="1" ma:displayName="Title"/>
        <xsd:element ref="dc:subject" minOccurs="0" maxOccurs="1"/>
        <xsd:element ref="dc:description" minOccurs="0" maxOccurs="1" ma:index="3" ma:displayName="Comments"/>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E8F9E41-C813-45A3-8D2F-5C1DDB9ECBB7}">
  <ds:schemaRefs>
    <ds:schemaRef ds:uri="4b7a4aa4-e44b-4b2a-88f0-9f63813749bf"/>
    <ds:schemaRef ds:uri="http://schemas.microsoft.com/sharepoint/v3"/>
    <ds:schemaRef ds:uri="http://purl.org/dc/elements/1.1/"/>
    <ds:schemaRef ds:uri="http://schemas.microsoft.com/office/2006/metadata/properties"/>
    <ds:schemaRef ds:uri="http://schemas.microsoft.com/office/infopath/2007/PartnerControls"/>
    <ds:schemaRef ds:uri="47456ec4-fed6-4f7e-95b3-590990d7359c"/>
    <ds:schemaRef ds:uri="http://purl.org/dc/terms/"/>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DCB8FF4C-3AD6-4EB7-9ABA-66062C7445C2}">
  <ds:schemaRefs>
    <ds:schemaRef ds:uri="http://schemas.microsoft.com/sharepoint/v3/contenttype/forms"/>
  </ds:schemaRefs>
</ds:datastoreItem>
</file>

<file path=customXml/itemProps3.xml><?xml version="1.0" encoding="utf-8"?>
<ds:datastoreItem xmlns:ds="http://schemas.openxmlformats.org/officeDocument/2006/customXml" ds:itemID="{92BBDE9F-3F00-47DB-ACEB-2FDC7587FD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7456ec4-fed6-4f7e-95b3-590990d7359c"/>
    <ds:schemaRef ds:uri="4b7a4aa4-e44b-4b2a-88f0-9f63813749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corporate-sa-template-16-9-op2 (3)</Template>
  <TotalTime>0</TotalTime>
  <Words>1033</Words>
  <Application>Microsoft Office PowerPoint</Application>
  <PresentationFormat>Widescreen</PresentationFormat>
  <Paragraphs>168</Paragraphs>
  <Slides>16</Slides>
  <Notes>8</Notes>
  <HiddenSlides>0</HiddenSlides>
  <MMClips>0</MMClips>
  <ScaleCrop>false</ScaleCrop>
  <HeadingPairs>
    <vt:vector size="6" baseType="variant">
      <vt:variant>
        <vt:lpstr>Fonts Used</vt:lpstr>
      </vt:variant>
      <vt:variant>
        <vt:i4>5</vt:i4>
      </vt:variant>
      <vt:variant>
        <vt:lpstr>Theme</vt:lpstr>
      </vt:variant>
      <vt:variant>
        <vt:i4>13</vt:i4>
      </vt:variant>
      <vt:variant>
        <vt:lpstr>Slide Titles</vt:lpstr>
      </vt:variant>
      <vt:variant>
        <vt:i4>16</vt:i4>
      </vt:variant>
    </vt:vector>
  </HeadingPairs>
  <TitlesOfParts>
    <vt:vector size="34" baseType="lpstr">
      <vt:lpstr>Aptos</vt:lpstr>
      <vt:lpstr>Roboto</vt:lpstr>
      <vt:lpstr>Calibri</vt:lpstr>
      <vt:lpstr>Wingdings</vt:lpstr>
      <vt:lpstr>Arial</vt:lpstr>
      <vt:lpstr>Cover - Dark</vt:lpstr>
      <vt:lpstr>Cover - Light</vt:lpstr>
      <vt:lpstr>Section Divider - Dark</vt:lpstr>
      <vt:lpstr>Section Divider - Light</vt:lpstr>
      <vt:lpstr>Content - Salmon</vt:lpstr>
      <vt:lpstr>Content - Blue</vt:lpstr>
      <vt:lpstr>Content - Grey</vt:lpstr>
      <vt:lpstr>Content - Grape</vt:lpstr>
      <vt:lpstr>Content - Maroon</vt:lpstr>
      <vt:lpstr>Content - Brick Red</vt:lpstr>
      <vt:lpstr>Content - Orange</vt:lpstr>
      <vt:lpstr>Fullscreen Image + Pullout</vt:lpstr>
      <vt:lpstr>Reference (NOT FOR USE)</vt:lpstr>
      <vt:lpstr>AIR Software Developer Information Session 24 October 2024  </vt:lpstr>
      <vt:lpstr>Housekeeping</vt:lpstr>
      <vt:lpstr>PowerPoint Presentation</vt:lpstr>
      <vt:lpstr>Why antenatal data is important</vt:lpstr>
      <vt:lpstr>What we did </vt:lpstr>
      <vt:lpstr>What we are doing </vt:lpstr>
      <vt:lpstr>PowerPoint Presentation</vt:lpstr>
      <vt:lpstr>Adding new ‘antenatal indicator’ field</vt:lpstr>
      <vt:lpstr>Changes to existing AIR APIs</vt:lpstr>
      <vt:lpstr>Vaccine type selections</vt:lpstr>
      <vt:lpstr>New validation rules</vt:lpstr>
      <vt:lpstr>PowerPoint Presentation</vt:lpstr>
      <vt:lpstr>Update 3</vt:lpstr>
      <vt:lpstr>PowerPoint Presentation</vt:lpstr>
      <vt:lpstr>Update 4</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
  <cp:lastModifiedBy/>
  <cp:revision>1</cp:revision>
  <dcterms:created xsi:type="dcterms:W3CDTF">2023-07-18T00:23:34Z</dcterms:created>
  <dcterms:modified xsi:type="dcterms:W3CDTF">2024-10-23T04:41:31Z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0x010100BC6B0EF018883849B5DFDC7E9B7A6DDC00382D40BACA6E634E97F32DCEB40CACCD</vt:lpwstr>
  </property>
  <property fmtid="{D5CDD505-2E9C-101B-9397-08002B2CF9AE}" pid="3" name="HSIStructure">
    <vt:lpwstr>269;#brand|00f7d2da-6143-46fa-a5df-42aaa6cb9392</vt:lpwstr>
  </property>
  <property fmtid="{D5CDD505-2E9C-101B-9397-08002B2CF9AE}" pid="4" name="Search Keywords">
    <vt:lpwstr/>
  </property>
  <property fmtid="{D5CDD505-2E9C-101B-9397-08002B2CF9AE}" pid="5" name="Order">
    <vt:r8>3730500</vt:r8>
  </property>
  <property fmtid="{D5CDD505-2E9C-101B-9397-08002B2CF9AE}" pid="6" name="HSI Structure_0">
    <vt:lpwstr>brand|00f7d2da-6143-46fa-a5df-42aaa6cb9392</vt:lpwstr>
  </property>
  <property fmtid="{D5CDD505-2E9C-101B-9397-08002B2CF9AE}" pid="7" name="e45da61abf024b109f3b8773205202a9">
    <vt:lpwstr>brand|00f7d2da-6143-46fa-a5df-42aaa6cb9392</vt:lpwstr>
  </property>
  <property fmtid="{D5CDD505-2E9C-101B-9397-08002B2CF9AE}" pid="8" name="Author">
    <vt:lpwstr>Services Australia</vt:lpwstr>
  </property>
  <property fmtid="{D5CDD505-2E9C-101B-9397-08002B2CF9AE}" pid="9" name="URL">
    <vt:lpwstr>, </vt:lpwstr>
  </property>
</Properties>
</file>